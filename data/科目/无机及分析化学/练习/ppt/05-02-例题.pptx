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av" ContentType="audio/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75" r:id="rId2"/>
    <p:sldId id="278" r:id="rId3"/>
    <p:sldId id="284" r:id="rId4"/>
    <p:sldId id="279" r:id="rId5"/>
    <p:sldId id="280" r:id="rId6"/>
    <p:sldId id="281" r:id="rId7"/>
    <p:sldId id="282" r:id="rId8"/>
  </p:sldIdLst>
  <p:sldSz cx="11522075" cy="6480175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34">
          <p15:clr>
            <a:srgbClr val="A4A3A4"/>
          </p15:clr>
        </p15:guide>
        <p15:guide id="2" pos="365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FF"/>
    <a:srgbClr val="F8F8F8"/>
    <a:srgbClr val="66CCFF"/>
    <a:srgbClr val="85D9F7"/>
    <a:srgbClr val="57BBFF"/>
    <a:srgbClr val="00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19"/>
  </p:normalViewPr>
  <p:slideViewPr>
    <p:cSldViewPr showGuides="1">
      <p:cViewPr varScale="1">
        <p:scale>
          <a:sx n="73" d="100"/>
          <a:sy n="73" d="100"/>
        </p:scale>
        <p:origin x="750" y="72"/>
      </p:cViewPr>
      <p:guideLst>
        <p:guide orient="horz" pos="2034"/>
        <p:guide pos="36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7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/>
            <a:fld id="{9A0DB2DC-4C9A-4742-B13C-FB6460FD3503}" type="slidenum">
              <a:rPr lang="zh-CN" altLang="en-US" sz="1200" dirty="0"/>
              <a:pPr lvl="0" algn="r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600" y="2012950"/>
            <a:ext cx="9794875" cy="13890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28788" y="3671888"/>
            <a:ext cx="8064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09638" y="4164013"/>
            <a:ext cx="9794875" cy="1287462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09638" y="2746375"/>
            <a:ext cx="9794875" cy="14176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263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37238" y="1511300"/>
            <a:ext cx="5108575" cy="42767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263" y="1450975"/>
            <a:ext cx="5091112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263" y="2055813"/>
            <a:ext cx="5091112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113" y="1450975"/>
            <a:ext cx="5092700" cy="60483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113" y="2055813"/>
            <a:ext cx="5092700" cy="373221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split orient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3790950" cy="109696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5325" y="258763"/>
            <a:ext cx="6440488" cy="5529262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263" y="1355725"/>
            <a:ext cx="3790950" cy="4432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9013" y="4535488"/>
            <a:ext cx="6911975" cy="536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9013" y="579438"/>
            <a:ext cx="6911975" cy="38877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FFCC"/>
              </a:buClr>
              <a:buSzPct val="9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FF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9013" y="5072063"/>
            <a:ext cx="6911975" cy="760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split orient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263" y="258763"/>
            <a:ext cx="10369550" cy="1081087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1511300"/>
            <a:ext cx="10369550" cy="42767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425" y="258763"/>
            <a:ext cx="2592388" cy="5529262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263" y="258763"/>
            <a:ext cx="7624762" cy="55292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 spd="slow"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21" descr="地砖背景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20637" y="-17462"/>
            <a:ext cx="11563350" cy="6516687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split orient="vert"/>
  </p:transition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6600CC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CC"/>
        </a:buClr>
        <a:buSzPct val="90000"/>
        <a:buFont typeface="Wingdings" panose="05000000000000000000" pitchFamily="2" charset="2"/>
        <a:buChar char="§"/>
        <a:defRPr sz="3200" b="1">
          <a:solidFill>
            <a:srgbClr val="FFFF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FFFFCC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FFCC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FFFFCC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FFFFCC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audio" Target="../media/audio2.wav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1.bin"/><Relationship Id="rId4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66"/>
          <p:cNvSpPr txBox="1"/>
          <p:nvPr/>
        </p:nvSpPr>
        <p:spPr>
          <a:xfrm>
            <a:off x="71438" y="315913"/>
            <a:ext cx="889987" cy="430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例</a:t>
            </a:r>
            <a:r>
              <a:rPr lang="en-US" altLang="zh-CN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1</a:t>
            </a:r>
            <a:r>
              <a:rPr lang="zh-CN" altLang="en-US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：</a:t>
            </a:r>
            <a:endParaRPr lang="zh-CN" altLang="en-US" sz="22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26" name="Rectangle 45"/>
          <p:cNvSpPr/>
          <p:nvPr/>
        </p:nvSpPr>
        <p:spPr>
          <a:xfrm>
            <a:off x="188873" y="739757"/>
            <a:ext cx="3117850" cy="157861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200" b="1" kern="0" noProof="0" dirty="0" smtClean="0">
                <a:ln>
                  <a:noFill/>
                </a:ln>
                <a:effectLst/>
                <a:uLnTx/>
                <a:uFillTx/>
                <a:ea typeface="华文新魏" pitchFamily="2" charset="-122"/>
                <a:sym typeface="Symbol" panose="05050102010706020507" pitchFamily="18" charset="2"/>
              </a:rPr>
              <a:t>计算</a:t>
            </a:r>
            <a:r>
              <a:rPr lang="en-US" altLang="zh-CN" sz="2200" b="1" kern="0" noProof="0" dirty="0" smtClean="0">
                <a:ln>
                  <a:noFill/>
                </a:ln>
                <a:effectLst/>
                <a:uLnTx/>
                <a:uFillTx/>
                <a:ea typeface="华文新魏" pitchFamily="2" charset="-122"/>
                <a:sym typeface="Symbol" panose="05050102010706020507" pitchFamily="18" charset="2"/>
              </a:rPr>
              <a:t>Zn</a:t>
            </a:r>
            <a:r>
              <a:rPr lang="en-US" altLang="zh-CN" sz="2200" b="1" kern="0" baseline="30000" noProof="0" dirty="0" smtClean="0">
                <a:ln>
                  <a:noFill/>
                </a:ln>
                <a:effectLst/>
                <a:uLnTx/>
                <a:uFillTx/>
                <a:ea typeface="华文新魏" pitchFamily="2" charset="-122"/>
                <a:sym typeface="Symbol" panose="05050102010706020507" pitchFamily="18" charset="2"/>
              </a:rPr>
              <a:t>2+</a:t>
            </a:r>
            <a:r>
              <a:rPr lang="en-US" altLang="zh-CN" sz="2200" b="1" kern="0" noProof="0" dirty="0" smtClean="0">
                <a:ln>
                  <a:noFill/>
                </a:ln>
                <a:effectLst/>
                <a:uLnTx/>
                <a:uFillTx/>
                <a:ea typeface="华文新魏" pitchFamily="2" charset="-122"/>
                <a:sym typeface="Symbol" panose="05050102010706020507" pitchFamily="18" charset="2"/>
              </a:rPr>
              <a:t>/Zn</a:t>
            </a:r>
            <a:r>
              <a:rPr lang="zh-CN" altLang="en-US" sz="2200" b="1" kern="0" noProof="0" dirty="0" smtClean="0">
                <a:ln>
                  <a:noFill/>
                </a:ln>
                <a:effectLst/>
                <a:uLnTx/>
                <a:uFillTx/>
                <a:ea typeface="华文新魏" pitchFamily="2" charset="-122"/>
                <a:sym typeface="Symbol" panose="05050102010706020507" pitchFamily="18" charset="2"/>
              </a:rPr>
              <a:t>在</a:t>
            </a:r>
            <a:r>
              <a:rPr lang="en-US" altLang="zh-CN" sz="2200" b="1" kern="0" noProof="0" dirty="0" smtClean="0">
                <a:ln>
                  <a:noFill/>
                </a:ln>
                <a:effectLst/>
                <a:uLnTx/>
                <a:uFillTx/>
                <a:ea typeface="华文新魏" pitchFamily="2" charset="-122"/>
                <a:sym typeface="Symbol" panose="05050102010706020507" pitchFamily="18" charset="2"/>
              </a:rPr>
              <a:t>[Zn</a:t>
            </a:r>
            <a:r>
              <a:rPr lang="en-US" altLang="zh-CN" sz="2200" b="1" kern="0" baseline="30000" noProof="0" dirty="0" smtClean="0">
                <a:ln>
                  <a:noFill/>
                </a:ln>
                <a:effectLst/>
                <a:uLnTx/>
                <a:uFillTx/>
                <a:ea typeface="华文新魏" pitchFamily="2" charset="-122"/>
                <a:sym typeface="Symbol" panose="05050102010706020507" pitchFamily="18" charset="2"/>
              </a:rPr>
              <a:t>2+</a:t>
            </a:r>
            <a:r>
              <a:rPr lang="en-US" altLang="zh-CN" sz="2200" b="1" kern="0" noProof="0" dirty="0" smtClean="0">
                <a:ln>
                  <a:noFill/>
                </a:ln>
                <a:effectLst/>
                <a:uLnTx/>
                <a:uFillTx/>
                <a:ea typeface="华文新魏" pitchFamily="2" charset="-122"/>
                <a:sym typeface="Symbol" panose="05050102010706020507" pitchFamily="18" charset="2"/>
              </a:rPr>
              <a:t>] = 1.00×10</a:t>
            </a:r>
            <a:r>
              <a:rPr lang="en-US" altLang="zh-CN" sz="2200" b="1" kern="0" baseline="30000" noProof="0" dirty="0" smtClean="0">
                <a:ln>
                  <a:noFill/>
                </a:ln>
                <a:effectLst/>
                <a:uLnTx/>
                <a:uFillTx/>
                <a:ea typeface="华文新魏" pitchFamily="2" charset="-122"/>
                <a:sym typeface="Symbol" panose="05050102010706020507" pitchFamily="18" charset="2"/>
              </a:rPr>
              <a:t>-3</a:t>
            </a:r>
            <a:r>
              <a:rPr lang="en-US" altLang="zh-CN" sz="2200" b="1" kern="0" noProof="0" dirty="0" smtClean="0">
                <a:ln>
                  <a:noFill/>
                </a:ln>
                <a:effectLst/>
                <a:uLnTx/>
                <a:uFillTx/>
                <a:ea typeface="华文新魏" pitchFamily="2" charset="-122"/>
                <a:sym typeface="Symbol" panose="05050102010706020507" pitchFamily="18" charset="2"/>
              </a:rPr>
              <a:t> </a:t>
            </a:r>
            <a:r>
              <a:rPr lang="en-US" altLang="zh-CN" sz="2200" b="1" kern="0" noProof="0" dirty="0" smtClean="0">
                <a:ln>
                  <a:noFill/>
                </a:ln>
                <a:effectLst/>
                <a:uLnTx/>
                <a:uFillTx/>
                <a:ea typeface="华文新魏" pitchFamily="2" charset="-122"/>
                <a:sym typeface="+mn-ea"/>
              </a:rPr>
              <a:t>mol·L</a:t>
            </a:r>
            <a:r>
              <a:rPr lang="en-US" altLang="zh-CN" sz="2200" b="1" kern="0" baseline="30000" noProof="0" dirty="0" smtClean="0">
                <a:ln>
                  <a:noFill/>
                </a:ln>
                <a:effectLst/>
                <a:uLnTx/>
                <a:uFillTx/>
                <a:ea typeface="华文新魏" pitchFamily="2" charset="-122"/>
                <a:sym typeface="+mn-ea"/>
              </a:rPr>
              <a:t>-1</a:t>
            </a:r>
            <a:r>
              <a:rPr lang="zh-CN" altLang="en-US" sz="2200" b="1" kern="0" noProof="0" dirty="0" smtClean="0">
                <a:ln>
                  <a:noFill/>
                </a:ln>
                <a:effectLst/>
                <a:uLnTx/>
                <a:uFillTx/>
                <a:ea typeface="华文新魏" pitchFamily="2" charset="-122"/>
                <a:sym typeface="Symbol" panose="05050102010706020507" pitchFamily="18" charset="2"/>
              </a:rPr>
              <a:t>时的电极电势</a:t>
            </a:r>
          </a:p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2200" b="1" kern="0" noProof="0" dirty="0" smtClean="0">
                <a:ln>
                  <a:noFill/>
                </a:ln>
                <a:effectLst/>
                <a:uLnTx/>
                <a:uFillTx/>
                <a:ea typeface="华文新魏" pitchFamily="2" charset="-122"/>
                <a:sym typeface="Symbol" panose="05050102010706020507" pitchFamily="18" charset="2"/>
              </a:rPr>
              <a:t>{</a:t>
            </a:r>
            <a:r>
              <a:rPr lang="en-US" altLang="zh-CN" sz="2200" b="1" i="1" kern="0" noProof="0" dirty="0" smtClean="0">
                <a:ln>
                  <a:noFill/>
                </a:ln>
                <a:effectLst/>
                <a:uLnTx/>
                <a:uFillTx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1400" b="1" kern="0" baseline="100000" noProof="0" dirty="0" smtClean="0">
                <a:ln>
                  <a:noFill/>
                </a:ln>
                <a:effectLst/>
                <a:uLnTx/>
                <a:uFillTx/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200" b="1" kern="0" noProof="0" dirty="0" smtClean="0">
                <a:ln>
                  <a:noFill/>
                </a:ln>
                <a:effectLst/>
                <a:uLnTx/>
                <a:uFillTx/>
                <a:ea typeface="华文新魏" pitchFamily="2" charset="-122"/>
                <a:sym typeface="Webdings" panose="05030102010509060703" pitchFamily="18" charset="2"/>
              </a:rPr>
              <a:t>(Zn</a:t>
            </a:r>
            <a:r>
              <a:rPr lang="en-US" altLang="zh-CN" sz="2200" b="1" kern="0" baseline="30000" noProof="0" dirty="0" smtClean="0">
                <a:ln>
                  <a:noFill/>
                </a:ln>
                <a:effectLst/>
                <a:uLnTx/>
                <a:uFillTx/>
                <a:ea typeface="华文新魏" pitchFamily="2" charset="-122"/>
                <a:sym typeface="Webdings" panose="05030102010509060703" pitchFamily="18" charset="2"/>
              </a:rPr>
              <a:t>2+</a:t>
            </a:r>
            <a:r>
              <a:rPr lang="en-US" altLang="zh-CN" sz="2200" b="1" kern="0" noProof="0" dirty="0" smtClean="0">
                <a:ln>
                  <a:noFill/>
                </a:ln>
                <a:effectLst/>
                <a:uLnTx/>
                <a:uFillTx/>
                <a:ea typeface="华文新魏" pitchFamily="2" charset="-122"/>
                <a:sym typeface="Webdings" panose="05030102010509060703" pitchFamily="18" charset="2"/>
              </a:rPr>
              <a:t>/Zn) = -0.762V}</a:t>
            </a:r>
            <a:r>
              <a:rPr lang="en-US" altLang="zh-CN" sz="2200" b="1" kern="0" noProof="0" dirty="0" smtClean="0">
                <a:ln>
                  <a:noFill/>
                </a:ln>
                <a:effectLst/>
                <a:uLnTx/>
                <a:uFillTx/>
                <a:ea typeface="华文新魏" pitchFamily="2" charset="-122"/>
                <a:sym typeface="Symbol" panose="05050102010706020507" pitchFamily="18" charset="2"/>
              </a:rPr>
              <a:t>.</a:t>
            </a:r>
            <a:endParaRPr lang="en-US" altLang="zh-CN" sz="2200" b="1" dirty="0">
              <a:latin typeface="Times New Roman" panose="02020603050405020304" pitchFamily="18" charset="0"/>
              <a:ea typeface="华文新魏" panose="02010800040101010101" pitchFamily="2" charset="-122"/>
              <a:sym typeface="Webdings" panose="05030102010509060703" pitchFamily="18" charset="2"/>
            </a:endParaRPr>
          </a:p>
        </p:txBody>
      </p:sp>
      <p:sp>
        <p:nvSpPr>
          <p:cNvPr id="29" name="Rectangle 27"/>
          <p:cNvSpPr/>
          <p:nvPr/>
        </p:nvSpPr>
        <p:spPr>
          <a:xfrm>
            <a:off x="3903663" y="315913"/>
            <a:ext cx="2486025" cy="473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zh-CN" altLang="en-US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解</a:t>
            </a:r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:</a:t>
            </a:r>
            <a:endParaRPr lang="zh-CN" altLang="en-US" sz="25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51213" name="Rectangle 13"/>
          <p:cNvSpPr/>
          <p:nvPr/>
        </p:nvSpPr>
        <p:spPr>
          <a:xfrm>
            <a:off x="3928528" y="789305"/>
            <a:ext cx="6690293" cy="938719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altLang="zh-CN" sz="2500" b="1" i="1" dirty="0"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2500" b="1" baseline="-25000" dirty="0">
                <a:ea typeface="华文新魏" pitchFamily="2" charset="-122"/>
                <a:sym typeface="Symbol" panose="05050102010706020507" pitchFamily="18" charset="2"/>
              </a:rPr>
              <a:t> </a:t>
            </a:r>
            <a:r>
              <a:rPr lang="en-US" altLang="zh-CN" sz="2500" b="1" baseline="100000" dirty="0">
                <a:ea typeface="华文新魏" pitchFamily="2" charset="-122"/>
                <a:sym typeface="Webdings" panose="05030102010509060703" pitchFamily="18" charset="2"/>
              </a:rPr>
              <a:t>  </a:t>
            </a:r>
            <a:r>
              <a:rPr lang="en-US" altLang="zh-CN" sz="2500" b="1" dirty="0">
                <a:ea typeface="华文新魏" pitchFamily="2" charset="-122"/>
                <a:sym typeface="Webdings" panose="05030102010509060703" pitchFamily="18" charset="2"/>
              </a:rPr>
              <a:t>= </a:t>
            </a:r>
            <a:r>
              <a:rPr lang="en-US" altLang="zh-CN" sz="2500" b="1" i="1" dirty="0"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1400" b="1" baseline="100000" dirty="0">
                <a:ea typeface="华文新魏" pitchFamily="2" charset="-122"/>
                <a:sym typeface="Webdings" panose="05030102010509060703" pitchFamily="18" charset="2"/>
              </a:rPr>
              <a:t>  </a:t>
            </a:r>
            <a:r>
              <a:rPr lang="en-US" altLang="zh-CN" sz="2500" b="1" dirty="0">
                <a:ea typeface="华文新魏" pitchFamily="2" charset="-122"/>
                <a:sym typeface="Webdings" panose="05030102010509060703" pitchFamily="18" charset="2"/>
              </a:rPr>
              <a:t>+ (0.0592/2)lg[</a:t>
            </a:r>
            <a:r>
              <a:rPr lang="en-US" altLang="zh-CN" sz="2500" b="1" dirty="0">
                <a:ea typeface="华文新魏" pitchFamily="2" charset="-122"/>
                <a:sym typeface="+mn-ea"/>
              </a:rPr>
              <a:t>Zn</a:t>
            </a:r>
            <a:r>
              <a:rPr lang="en-US" altLang="zh-CN" sz="2500" b="1" baseline="30000" dirty="0">
                <a:ea typeface="华文新魏" pitchFamily="2" charset="-122"/>
                <a:sym typeface="+mn-ea"/>
              </a:rPr>
              <a:t>2+</a:t>
            </a:r>
            <a:r>
              <a:rPr lang="en-US" altLang="zh-CN" sz="2500" b="1" dirty="0">
                <a:ea typeface="华文新魏" pitchFamily="2" charset="-122"/>
                <a:sym typeface="Webdings" panose="05030102010509060703" pitchFamily="18" charset="2"/>
              </a:rPr>
              <a:t>]</a:t>
            </a:r>
            <a:endParaRPr lang="en-US" altLang="zh-CN" sz="2500" b="1" dirty="0">
              <a:latin typeface="Times New Roman" panose="02020603050405020304" pitchFamily="18" charset="0"/>
              <a:ea typeface="华文新魏" pitchFamily="2" charset="-122"/>
              <a:sym typeface="Webdings" panose="05030102010509060703" pitchFamily="18" charset="2"/>
            </a:endParaRPr>
          </a:p>
          <a:p>
            <a:pPr algn="l">
              <a:lnSpc>
                <a:spcPct val="110000"/>
              </a:lnSpc>
            </a:pPr>
            <a:r>
              <a:rPr lang="en-US" altLang="zh-CN" sz="2500" b="1" dirty="0">
                <a:ea typeface="华文新魏" pitchFamily="2" charset="-122"/>
                <a:sym typeface="Webdings" panose="05030102010509060703" pitchFamily="18" charset="2"/>
              </a:rPr>
              <a:t>    = -0.762 + (0.0592/2)lg(</a:t>
            </a:r>
            <a:r>
              <a:rPr lang="en-US" altLang="zh-CN" sz="2500" b="1" dirty="0">
                <a:ea typeface="华文新魏" pitchFamily="2" charset="-122"/>
                <a:sym typeface="Symbol" panose="05050102010706020507" pitchFamily="18" charset="2"/>
              </a:rPr>
              <a:t>1.00×10</a:t>
            </a:r>
            <a:r>
              <a:rPr lang="en-US" altLang="zh-CN" sz="2500" b="1" baseline="30000" dirty="0">
                <a:ea typeface="华文新魏" pitchFamily="2" charset="-122"/>
                <a:sym typeface="Symbol" panose="05050102010706020507" pitchFamily="18" charset="2"/>
              </a:rPr>
              <a:t>-3</a:t>
            </a:r>
            <a:r>
              <a:rPr lang="en-US" altLang="zh-CN" sz="2500" b="1" dirty="0">
                <a:ea typeface="华文新魏" pitchFamily="2" charset="-122"/>
                <a:sym typeface="Webdings" panose="05030102010509060703" pitchFamily="18" charset="2"/>
              </a:rPr>
              <a:t>) = -0.851V  </a:t>
            </a:r>
            <a:endParaRPr lang="en-US" altLang="zh-CN" sz="2500" b="1" dirty="0">
              <a:latin typeface="Times New Roman" panose="02020603050405020304" pitchFamily="18" charset="0"/>
              <a:ea typeface="华文新魏" pitchFamily="2" charset="-122"/>
              <a:sym typeface="Monotype Sorts" pitchFamily="2" charset="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5121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矩形 27"/>
          <p:cNvSpPr/>
          <p:nvPr/>
        </p:nvSpPr>
        <p:spPr>
          <a:xfrm>
            <a:off x="260350" y="311150"/>
            <a:ext cx="702436" cy="430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Webdings" panose="05030102010509060703" pitchFamily="18" charset="2"/>
              </a:rPr>
              <a:t>例</a:t>
            </a:r>
            <a:r>
              <a:rPr lang="en-US" altLang="zh-CN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Webdings" panose="05030102010509060703" pitchFamily="18" charset="2"/>
              </a:rPr>
              <a:t>2:</a:t>
            </a:r>
            <a:endParaRPr lang="en-US" altLang="zh-CN" sz="22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  <a:sym typeface="Webdings" panose="05030102010509060703" pitchFamily="18" charset="2"/>
            </a:endParaRPr>
          </a:p>
        </p:txBody>
      </p:sp>
      <p:sp>
        <p:nvSpPr>
          <p:cNvPr id="3077" name="矩形 28"/>
          <p:cNvSpPr/>
          <p:nvPr/>
        </p:nvSpPr>
        <p:spPr>
          <a:xfrm>
            <a:off x="3760788" y="311150"/>
            <a:ext cx="612775" cy="4762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解</a:t>
            </a:r>
            <a:r>
              <a:rPr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:</a:t>
            </a:r>
            <a:endParaRPr lang="zh-CN" altLang="en-US" sz="24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67598" name="Rectangle 14"/>
          <p:cNvSpPr/>
          <p:nvPr/>
        </p:nvSpPr>
        <p:spPr>
          <a:xfrm>
            <a:off x="101918" y="668319"/>
            <a:ext cx="3444541" cy="157861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b="1" dirty="0">
                <a:ea typeface="华文新魏" pitchFamily="2" charset="-122"/>
                <a:sym typeface="+mn-ea"/>
              </a:rPr>
              <a:t>计算以</a:t>
            </a:r>
            <a:r>
              <a:rPr lang="en-US" altLang="zh-CN" sz="2200" b="1" dirty="0">
                <a:ea typeface="华文新魏" pitchFamily="2" charset="-122"/>
                <a:sym typeface="+mn-ea"/>
              </a:rPr>
              <a:t>AgCl</a:t>
            </a:r>
            <a:r>
              <a:rPr lang="zh-CN" altLang="en-US" sz="2200" b="1" dirty="0">
                <a:ea typeface="华文新魏" pitchFamily="2" charset="-122"/>
                <a:sym typeface="+mn-ea"/>
              </a:rPr>
              <a:t>饱和</a:t>
            </a:r>
            <a:r>
              <a:rPr lang="en-US" altLang="zh-CN" sz="2200" b="1" dirty="0">
                <a:ea typeface="华文新魏" pitchFamily="2" charset="-122"/>
                <a:sym typeface="+mn-ea"/>
              </a:rPr>
              <a:t>,</a:t>
            </a:r>
            <a:r>
              <a:rPr lang="zh-CN" altLang="en-US" sz="2200" b="1" dirty="0">
                <a:ea typeface="华文新魏" pitchFamily="2" charset="-122"/>
                <a:sym typeface="+mn-ea"/>
              </a:rPr>
              <a:t>溶液中</a:t>
            </a:r>
          </a:p>
          <a:p>
            <a:pPr>
              <a:lnSpc>
                <a:spcPct val="110000"/>
              </a:lnSpc>
            </a:pPr>
            <a:r>
              <a:rPr lang="en-US" altLang="zh-CN" sz="2200" b="1" dirty="0">
                <a:ea typeface="华文新魏" pitchFamily="2" charset="-122"/>
                <a:sym typeface="+mn-ea"/>
              </a:rPr>
              <a:t>[Cl</a:t>
            </a:r>
            <a:r>
              <a:rPr lang="en-US" altLang="zh-CN" sz="2200" b="1" baseline="30000" dirty="0">
                <a:ea typeface="华文新魏" pitchFamily="2" charset="-122"/>
                <a:sym typeface="+mn-ea"/>
              </a:rPr>
              <a:t>-</a:t>
            </a:r>
            <a:r>
              <a:rPr lang="en-US" altLang="zh-CN" sz="2200" b="1" dirty="0">
                <a:ea typeface="华文新魏" pitchFamily="2" charset="-122"/>
                <a:sym typeface="+mn-ea"/>
              </a:rPr>
              <a:t>] = 1mol·L</a:t>
            </a:r>
            <a:r>
              <a:rPr lang="en-US" altLang="zh-CN" sz="2200" b="1" baseline="30000" dirty="0">
                <a:ea typeface="华文新魏" pitchFamily="2" charset="-122"/>
                <a:sym typeface="+mn-ea"/>
              </a:rPr>
              <a:t>-1</a:t>
            </a:r>
            <a:r>
              <a:rPr lang="zh-CN" altLang="en-US" sz="2200" b="1" dirty="0">
                <a:ea typeface="华文新魏" pitchFamily="2" charset="-122"/>
                <a:sym typeface="+mn-ea"/>
              </a:rPr>
              <a:t>条件下</a:t>
            </a:r>
            <a:r>
              <a:rPr lang="en-US" altLang="zh-CN" sz="2200" b="1" dirty="0">
                <a:ea typeface="华文新魏" pitchFamily="2" charset="-122"/>
                <a:sym typeface="+mn-ea"/>
              </a:rPr>
              <a:t>Ag</a:t>
            </a:r>
          </a:p>
          <a:p>
            <a:pPr>
              <a:lnSpc>
                <a:spcPct val="110000"/>
              </a:lnSpc>
            </a:pPr>
            <a:r>
              <a:rPr lang="zh-CN" altLang="en-US" sz="2200" b="1" dirty="0">
                <a:ea typeface="华文新魏" pitchFamily="2" charset="-122"/>
                <a:sym typeface="+mn-ea"/>
              </a:rPr>
              <a:t>电极的电极电势</a:t>
            </a:r>
          </a:p>
          <a:p>
            <a:pPr>
              <a:lnSpc>
                <a:spcPct val="110000"/>
              </a:lnSpc>
            </a:pPr>
            <a:r>
              <a:rPr lang="en-US" altLang="zh-CN" sz="2200" b="1" kern="0" noProof="0" dirty="0" smtClean="0">
                <a:ln>
                  <a:noFill/>
                </a:ln>
                <a:effectLst/>
                <a:uLnTx/>
                <a:uFillTx/>
                <a:ea typeface="华文新魏" pitchFamily="2" charset="-122"/>
                <a:sym typeface="Symbol" panose="05050102010706020507" pitchFamily="18" charset="2"/>
              </a:rPr>
              <a:t>{</a:t>
            </a:r>
            <a:r>
              <a:rPr lang="en-US" altLang="zh-CN" sz="2200" b="1" i="1" dirty="0"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1400" b="1" baseline="100000" dirty="0"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200" b="1" dirty="0"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200" b="1" dirty="0">
                <a:ea typeface="华文新魏" pitchFamily="2" charset="-122"/>
                <a:sym typeface="+mn-ea"/>
              </a:rPr>
              <a:t>Ag</a:t>
            </a:r>
            <a:r>
              <a:rPr lang="en-US" altLang="zh-CN" sz="2200" b="1" baseline="30000" dirty="0">
                <a:ea typeface="华文新魏" pitchFamily="2" charset="-122"/>
                <a:sym typeface="+mn-ea"/>
              </a:rPr>
              <a:t>+</a:t>
            </a:r>
            <a:r>
              <a:rPr lang="en-US" altLang="zh-CN" sz="2200" b="1" dirty="0">
                <a:ea typeface="华文新魏" pitchFamily="2" charset="-122"/>
                <a:sym typeface="Symbol" panose="05050102010706020507" pitchFamily="18" charset="2"/>
              </a:rPr>
              <a:t>/</a:t>
            </a:r>
            <a:r>
              <a:rPr lang="en-US" altLang="zh-CN" sz="2200" b="1" dirty="0">
                <a:ea typeface="华文新魏" pitchFamily="2" charset="-122"/>
                <a:sym typeface="+mn-ea"/>
              </a:rPr>
              <a:t>Ag</a:t>
            </a:r>
            <a:r>
              <a:rPr lang="en-US" altLang="zh-CN" sz="2200" b="1" dirty="0">
                <a:ea typeface="华文新魏" pitchFamily="2" charset="-122"/>
                <a:sym typeface="Symbol" panose="05050102010706020507" pitchFamily="18" charset="2"/>
              </a:rPr>
              <a:t>)</a:t>
            </a:r>
            <a:r>
              <a:rPr lang="en-US" altLang="zh-CN" sz="2200" b="1" baseline="100000" dirty="0">
                <a:ea typeface="华文新魏" pitchFamily="2" charset="-122"/>
                <a:sym typeface="Webdings" panose="05030102010509060703" pitchFamily="18" charset="2"/>
              </a:rPr>
              <a:t> </a:t>
            </a:r>
            <a:r>
              <a:rPr lang="en-US" altLang="zh-CN" sz="2200" b="1" dirty="0">
                <a:ea typeface="华文新魏" pitchFamily="2" charset="-122"/>
                <a:sym typeface="Webdings" panose="05030102010509060703" pitchFamily="18" charset="2"/>
              </a:rPr>
              <a:t>= 0.7996V</a:t>
            </a:r>
            <a:r>
              <a:rPr lang="en-US" altLang="zh-CN" sz="2200" b="1" kern="0" noProof="0" dirty="0" smtClean="0">
                <a:ln>
                  <a:noFill/>
                </a:ln>
                <a:effectLst/>
                <a:uLnTx/>
                <a:uFillTx/>
                <a:ea typeface="华文新魏" pitchFamily="2" charset="-122"/>
                <a:sym typeface="Webdings" panose="05030102010509060703" pitchFamily="18" charset="2"/>
              </a:rPr>
              <a:t>}</a:t>
            </a:r>
            <a:r>
              <a:rPr lang="en-US" altLang="zh-CN" sz="2200" b="1" dirty="0">
                <a:ea typeface="华文新魏" pitchFamily="2" charset="-122"/>
                <a:sym typeface="+mn-ea"/>
              </a:rPr>
              <a:t>.</a:t>
            </a:r>
            <a:endParaRPr lang="en-US" altLang="zh-CN" sz="2200" b="1" dirty="0">
              <a:solidFill>
                <a:schemeClr val="tx1"/>
              </a:solidFill>
              <a:uFillTx/>
              <a:latin typeface="Times New Roman" panose="02020603050405020304" pitchFamily="18" charset="0"/>
              <a:ea typeface="华文新魏" pitchFamily="2" charset="-122"/>
            </a:endParaRPr>
          </a:p>
        </p:txBody>
      </p:sp>
      <p:sp>
        <p:nvSpPr>
          <p:cNvPr id="131080" name="Rectangle 8"/>
          <p:cNvSpPr/>
          <p:nvPr/>
        </p:nvSpPr>
        <p:spPr>
          <a:xfrm>
            <a:off x="3883660" y="787083"/>
            <a:ext cx="7449541" cy="514350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原</a:t>
            </a:r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Ag</a:t>
            </a:r>
            <a:r>
              <a:rPr lang="zh-CN" altLang="en-US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电极的电极反应</a:t>
            </a:r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: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Ag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+ 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⇋ Ag</a:t>
            </a:r>
          </a:p>
        </p:txBody>
      </p:sp>
      <p:sp>
        <p:nvSpPr>
          <p:cNvPr id="16385" name="灯片编号占位符 4"/>
          <p:cNvSpPr txBox="1">
            <a:spLocks noGrp="1"/>
          </p:cNvSpPr>
          <p:nvPr/>
        </p:nvSpPr>
        <p:spPr>
          <a:xfrm>
            <a:off x="5530850" y="5949950"/>
            <a:ext cx="544513" cy="407988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9A0DB2DC-4C9A-4742-B13C-FB6460FD3503}" type="slidenum">
              <a:rPr lang="en-US" altLang="zh-CN" sz="2500" b="1" dirty="0">
                <a:ea typeface="华文新魏" pitchFamily="2" charset="-122"/>
              </a:rPr>
              <a:pPr lvl="0" indent="0"/>
              <a:t>2</a:t>
            </a:fld>
            <a:endParaRPr lang="en-US" altLang="zh-CN" sz="2500" b="1" dirty="0">
              <a:ea typeface="华文新魏" pitchFamily="2" charset="-122"/>
            </a:endParaRPr>
          </a:p>
        </p:txBody>
      </p:sp>
      <p:sp>
        <p:nvSpPr>
          <p:cNvPr id="132100" name="Rectangle 4"/>
          <p:cNvSpPr/>
          <p:nvPr/>
        </p:nvSpPr>
        <p:spPr>
          <a:xfrm>
            <a:off x="3883660" y="1833880"/>
            <a:ext cx="7334885" cy="2112117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华文新魏" pitchFamily="2" charset="-122"/>
              </a:rPr>
              <a:t>由溶度积得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[Ag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] = 1.77×10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-10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/[Cl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] </a:t>
            </a:r>
          </a:p>
          <a:p>
            <a:pPr>
              <a:lnSpc>
                <a:spcPct val="105000"/>
              </a:lnSpc>
            </a:pP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Ag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/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Ag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)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= 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14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Ag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/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Ag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)</a:t>
            </a:r>
            <a:r>
              <a:rPr lang="en-US" altLang="zh-CN" sz="25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 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+ 0.0592lg(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1.77×10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-10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/[Cl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]) </a:t>
            </a:r>
          </a:p>
          <a:p>
            <a:pPr>
              <a:lnSpc>
                <a:spcPct val="105000"/>
              </a:lnSpc>
            </a:pPr>
            <a:r>
              <a:rPr lang="zh-CN" altLang="en-US" sz="2500" b="1" dirty="0">
                <a:latin typeface="Times New Roman" panose="02020603050405020304" pitchFamily="18" charset="0"/>
                <a:ea typeface="华文新魏" pitchFamily="2" charset="-122"/>
              </a:rPr>
              <a:t>又∵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[Cl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] = 1mol·L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-1</a:t>
            </a:r>
            <a:endParaRPr lang="en-US" altLang="zh-CN" sz="2500" b="1" dirty="0">
              <a:latin typeface="Times New Roman" panose="02020603050405020304" pitchFamily="18" charset="0"/>
              <a:ea typeface="华文新魏" pitchFamily="2" charset="-122"/>
              <a:sym typeface="Webdings" panose="05030102010509060703" pitchFamily="18" charset="2"/>
            </a:endParaRPr>
          </a:p>
          <a:p>
            <a:pPr>
              <a:lnSpc>
                <a:spcPct val="105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∴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Ag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/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Ag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)</a:t>
            </a:r>
            <a:r>
              <a:rPr lang="en-US" altLang="zh-CN" sz="25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=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0.7996 + 0.0592lg(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1.77×10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-10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)</a:t>
            </a:r>
          </a:p>
          <a:p>
            <a:pPr>
              <a:lnSpc>
                <a:spcPct val="105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                      = 0.222V</a:t>
            </a:r>
            <a:r>
              <a:rPr lang="en-US" altLang="zh-CN" sz="2500" b="1" dirty="0" smtClean="0">
                <a:latin typeface="Times New Roman" panose="02020603050405020304" pitchFamily="18" charset="0"/>
                <a:ea typeface="华文新魏" pitchFamily="2" charset="-122"/>
              </a:rPr>
              <a:t>.</a:t>
            </a:r>
            <a:endParaRPr lang="en-US" altLang="zh-CN" sz="2500" b="1" dirty="0">
              <a:latin typeface="Times New Roman" panose="02020603050405020304" pitchFamily="18" charset="0"/>
              <a:ea typeface="华文新魏" pitchFamily="2" charset="-122"/>
            </a:endParaRPr>
          </a:p>
        </p:txBody>
      </p:sp>
      <p:sp>
        <p:nvSpPr>
          <p:cNvPr id="132102" name="Rectangle 6"/>
          <p:cNvSpPr/>
          <p:nvPr/>
        </p:nvSpPr>
        <p:spPr>
          <a:xfrm>
            <a:off x="3891280" y="1319213"/>
            <a:ext cx="5719836" cy="515526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Ag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/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Ag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) </a:t>
            </a:r>
            <a:r>
              <a:rPr lang="en-US" altLang="zh-CN" sz="25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= 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14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Ag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/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Ag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)</a:t>
            </a:r>
            <a:r>
              <a:rPr lang="en-US" altLang="zh-CN" sz="25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+ 0.0592lg[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Ag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]</a:t>
            </a:r>
            <a:endParaRPr lang="en-US" altLang="zh-CN" sz="2500" b="1" dirty="0">
              <a:latin typeface="Times New Roman" panose="02020603050405020304" pitchFamily="18" charset="0"/>
              <a:ea typeface="华文新魏" pitchFamily="2" charset="-12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2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2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2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2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21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" grpId="0"/>
      <p:bldP spid="131080" grpId="0"/>
      <p:bldP spid="13210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7"/>
          <p:cNvSpPr/>
          <p:nvPr/>
        </p:nvSpPr>
        <p:spPr>
          <a:xfrm>
            <a:off x="260350" y="311150"/>
            <a:ext cx="702436" cy="430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Webdings" panose="05030102010509060703" pitchFamily="18" charset="2"/>
              </a:rPr>
              <a:t>例</a:t>
            </a:r>
            <a:r>
              <a:rPr lang="en-US" altLang="zh-CN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Webdings" panose="05030102010509060703" pitchFamily="18" charset="2"/>
              </a:rPr>
              <a:t>2:</a:t>
            </a:r>
            <a:endParaRPr lang="en-US" altLang="zh-CN" sz="22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  <a:sym typeface="Webdings" panose="05030102010509060703" pitchFamily="18" charset="2"/>
            </a:endParaRPr>
          </a:p>
        </p:txBody>
      </p:sp>
      <p:sp>
        <p:nvSpPr>
          <p:cNvPr id="3" name="Rectangle 14"/>
          <p:cNvSpPr/>
          <p:nvPr/>
        </p:nvSpPr>
        <p:spPr>
          <a:xfrm>
            <a:off x="101918" y="668319"/>
            <a:ext cx="3444541" cy="157861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b="1" dirty="0">
                <a:ea typeface="华文新魏" pitchFamily="2" charset="-122"/>
                <a:sym typeface="+mn-ea"/>
              </a:rPr>
              <a:t>计算以</a:t>
            </a:r>
            <a:r>
              <a:rPr lang="en-US" altLang="zh-CN" sz="2200" b="1" dirty="0">
                <a:ea typeface="华文新魏" pitchFamily="2" charset="-122"/>
                <a:sym typeface="+mn-ea"/>
              </a:rPr>
              <a:t>AgCl</a:t>
            </a:r>
            <a:r>
              <a:rPr lang="zh-CN" altLang="en-US" sz="2200" b="1" dirty="0">
                <a:ea typeface="华文新魏" pitchFamily="2" charset="-122"/>
                <a:sym typeface="+mn-ea"/>
              </a:rPr>
              <a:t>饱和</a:t>
            </a:r>
            <a:r>
              <a:rPr lang="en-US" altLang="zh-CN" sz="2200" b="1" dirty="0">
                <a:ea typeface="华文新魏" pitchFamily="2" charset="-122"/>
                <a:sym typeface="+mn-ea"/>
              </a:rPr>
              <a:t>,</a:t>
            </a:r>
            <a:r>
              <a:rPr lang="zh-CN" altLang="en-US" sz="2200" b="1" dirty="0">
                <a:ea typeface="华文新魏" pitchFamily="2" charset="-122"/>
                <a:sym typeface="+mn-ea"/>
              </a:rPr>
              <a:t>溶液中</a:t>
            </a:r>
          </a:p>
          <a:p>
            <a:pPr>
              <a:lnSpc>
                <a:spcPct val="110000"/>
              </a:lnSpc>
            </a:pPr>
            <a:r>
              <a:rPr lang="en-US" altLang="zh-CN" sz="2200" b="1" dirty="0">
                <a:ea typeface="华文新魏" pitchFamily="2" charset="-122"/>
                <a:sym typeface="+mn-ea"/>
              </a:rPr>
              <a:t>[Cl</a:t>
            </a:r>
            <a:r>
              <a:rPr lang="en-US" altLang="zh-CN" sz="2200" b="1" baseline="30000" dirty="0">
                <a:ea typeface="华文新魏" pitchFamily="2" charset="-122"/>
                <a:sym typeface="+mn-ea"/>
              </a:rPr>
              <a:t>-</a:t>
            </a:r>
            <a:r>
              <a:rPr lang="en-US" altLang="zh-CN" sz="2200" b="1" dirty="0">
                <a:ea typeface="华文新魏" pitchFamily="2" charset="-122"/>
                <a:sym typeface="+mn-ea"/>
              </a:rPr>
              <a:t>] = 1mol·L</a:t>
            </a:r>
            <a:r>
              <a:rPr lang="en-US" altLang="zh-CN" sz="2200" b="1" baseline="30000" dirty="0">
                <a:ea typeface="华文新魏" pitchFamily="2" charset="-122"/>
                <a:sym typeface="+mn-ea"/>
              </a:rPr>
              <a:t>-1</a:t>
            </a:r>
            <a:r>
              <a:rPr lang="zh-CN" altLang="en-US" sz="2200" b="1" dirty="0">
                <a:ea typeface="华文新魏" pitchFamily="2" charset="-122"/>
                <a:sym typeface="+mn-ea"/>
              </a:rPr>
              <a:t>条件下</a:t>
            </a:r>
            <a:r>
              <a:rPr lang="en-US" altLang="zh-CN" sz="2200" b="1" dirty="0">
                <a:ea typeface="华文新魏" pitchFamily="2" charset="-122"/>
                <a:sym typeface="+mn-ea"/>
              </a:rPr>
              <a:t>Ag</a:t>
            </a:r>
          </a:p>
          <a:p>
            <a:pPr>
              <a:lnSpc>
                <a:spcPct val="110000"/>
              </a:lnSpc>
            </a:pPr>
            <a:r>
              <a:rPr lang="zh-CN" altLang="en-US" sz="2200" b="1" dirty="0">
                <a:ea typeface="华文新魏" pitchFamily="2" charset="-122"/>
                <a:sym typeface="+mn-ea"/>
              </a:rPr>
              <a:t>电极的电极电势</a:t>
            </a:r>
          </a:p>
          <a:p>
            <a:pPr>
              <a:lnSpc>
                <a:spcPct val="110000"/>
              </a:lnSpc>
            </a:pPr>
            <a:r>
              <a:rPr lang="en-US" altLang="zh-CN" sz="2200" b="1" kern="0" noProof="0" dirty="0" smtClean="0">
                <a:ln>
                  <a:noFill/>
                </a:ln>
                <a:effectLst/>
                <a:uLnTx/>
                <a:uFillTx/>
                <a:ea typeface="华文新魏" pitchFamily="2" charset="-122"/>
                <a:sym typeface="Symbol" panose="05050102010706020507" pitchFamily="18" charset="2"/>
              </a:rPr>
              <a:t>{</a:t>
            </a:r>
            <a:r>
              <a:rPr lang="en-US" altLang="zh-CN" sz="2200" b="1" i="1" dirty="0"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1400" b="1" baseline="100000" dirty="0"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200" b="1" dirty="0"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200" b="1" dirty="0">
                <a:ea typeface="华文新魏" pitchFamily="2" charset="-122"/>
                <a:sym typeface="+mn-ea"/>
              </a:rPr>
              <a:t>Ag</a:t>
            </a:r>
            <a:r>
              <a:rPr lang="en-US" altLang="zh-CN" sz="2200" b="1" baseline="30000" dirty="0">
                <a:ea typeface="华文新魏" pitchFamily="2" charset="-122"/>
                <a:sym typeface="+mn-ea"/>
              </a:rPr>
              <a:t>+</a:t>
            </a:r>
            <a:r>
              <a:rPr lang="en-US" altLang="zh-CN" sz="2200" b="1" dirty="0">
                <a:ea typeface="华文新魏" pitchFamily="2" charset="-122"/>
                <a:sym typeface="Symbol" panose="05050102010706020507" pitchFamily="18" charset="2"/>
              </a:rPr>
              <a:t>/</a:t>
            </a:r>
            <a:r>
              <a:rPr lang="en-US" altLang="zh-CN" sz="2200" b="1" dirty="0">
                <a:ea typeface="华文新魏" pitchFamily="2" charset="-122"/>
                <a:sym typeface="+mn-ea"/>
              </a:rPr>
              <a:t>Ag</a:t>
            </a:r>
            <a:r>
              <a:rPr lang="en-US" altLang="zh-CN" sz="2200" b="1" dirty="0">
                <a:ea typeface="华文新魏" pitchFamily="2" charset="-122"/>
                <a:sym typeface="Symbol" panose="05050102010706020507" pitchFamily="18" charset="2"/>
              </a:rPr>
              <a:t>)</a:t>
            </a:r>
            <a:r>
              <a:rPr lang="en-US" altLang="zh-CN" sz="2200" b="1" baseline="100000" dirty="0">
                <a:ea typeface="华文新魏" pitchFamily="2" charset="-122"/>
                <a:sym typeface="Webdings" panose="05030102010509060703" pitchFamily="18" charset="2"/>
              </a:rPr>
              <a:t> </a:t>
            </a:r>
            <a:r>
              <a:rPr lang="en-US" altLang="zh-CN" sz="2200" b="1" dirty="0">
                <a:ea typeface="华文新魏" pitchFamily="2" charset="-122"/>
                <a:sym typeface="Webdings" panose="05030102010509060703" pitchFamily="18" charset="2"/>
              </a:rPr>
              <a:t>= 0.7996V</a:t>
            </a:r>
            <a:r>
              <a:rPr lang="en-US" altLang="zh-CN" sz="2200" b="1" kern="0" noProof="0" dirty="0" smtClean="0">
                <a:ln>
                  <a:noFill/>
                </a:ln>
                <a:effectLst/>
                <a:uLnTx/>
                <a:uFillTx/>
                <a:ea typeface="华文新魏" pitchFamily="2" charset="-122"/>
                <a:sym typeface="Webdings" panose="05030102010509060703" pitchFamily="18" charset="2"/>
              </a:rPr>
              <a:t>}</a:t>
            </a:r>
            <a:r>
              <a:rPr lang="en-US" altLang="zh-CN" sz="2200" b="1" dirty="0">
                <a:ea typeface="华文新魏" pitchFamily="2" charset="-122"/>
                <a:sym typeface="+mn-ea"/>
              </a:rPr>
              <a:t>.</a:t>
            </a:r>
            <a:endParaRPr lang="en-US" altLang="zh-CN" sz="2200" b="1" dirty="0">
              <a:solidFill>
                <a:schemeClr val="tx1"/>
              </a:solidFill>
              <a:uFillTx/>
              <a:latin typeface="Times New Roman" panose="02020603050405020304" pitchFamily="18" charset="0"/>
              <a:ea typeface="华文新魏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88496" y="366177"/>
            <a:ext cx="3773790" cy="9971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5000"/>
              </a:lnSpc>
            </a:pPr>
            <a:r>
              <a:rPr lang="en-US" altLang="zh-CN" sz="2500" b="1" dirty="0" err="1">
                <a:solidFill>
                  <a:srgbClr val="FFFF00"/>
                </a:solidFill>
                <a:ea typeface="华文新魏" pitchFamily="2" charset="-122"/>
                <a:sym typeface="+mn-ea"/>
              </a:rPr>
              <a:t>AgCl</a:t>
            </a:r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  <a:sym typeface="+mn-ea"/>
              </a:rPr>
              <a:t>溶液</a:t>
            </a:r>
            <a:r>
              <a:rPr lang="zh-CN" altLang="en-US" sz="2500" b="1" dirty="0" smtClean="0">
                <a:solidFill>
                  <a:srgbClr val="FFFF00"/>
                </a:solidFill>
                <a:ea typeface="华文新魏" pitchFamily="2" charset="-122"/>
                <a:sym typeface="+mn-ea"/>
              </a:rPr>
              <a:t>中</a:t>
            </a:r>
            <a:r>
              <a:rPr lang="zh-CN" altLang="en-US" sz="2800" b="1" dirty="0" smtClean="0">
                <a:solidFill>
                  <a:srgbClr val="FFFF00"/>
                </a:solidFill>
                <a:ea typeface="华文新魏" pitchFamily="2" charset="-122"/>
              </a:rPr>
              <a:t>电极反应</a:t>
            </a:r>
            <a:r>
              <a:rPr lang="zh-CN" altLang="en-US" sz="2800" b="1" dirty="0">
                <a:solidFill>
                  <a:srgbClr val="FFFF00"/>
                </a:solidFill>
                <a:ea typeface="华文新魏" pitchFamily="2" charset="-122"/>
              </a:rPr>
              <a:t>为</a:t>
            </a:r>
            <a:r>
              <a:rPr lang="en-US" altLang="zh-CN" sz="2800" b="1" dirty="0" smtClean="0">
                <a:solidFill>
                  <a:srgbClr val="FFFF00"/>
                </a:solidFill>
                <a:ea typeface="华文新魏" pitchFamily="2" charset="-122"/>
              </a:rPr>
              <a:t>:</a:t>
            </a:r>
          </a:p>
          <a:p>
            <a:pPr>
              <a:lnSpc>
                <a:spcPct val="105000"/>
              </a:lnSpc>
            </a:pPr>
            <a:r>
              <a:rPr lang="en-US" altLang="zh-CN" sz="2800" b="1" dirty="0" err="1" smtClean="0">
                <a:ea typeface="华文新魏" pitchFamily="2" charset="-122"/>
              </a:rPr>
              <a:t>AgCl</a:t>
            </a:r>
            <a:r>
              <a:rPr lang="en-US" altLang="zh-CN" sz="2800" b="1" dirty="0" smtClean="0">
                <a:ea typeface="华文新魏" pitchFamily="2" charset="-122"/>
              </a:rPr>
              <a:t> </a:t>
            </a:r>
            <a:r>
              <a:rPr lang="en-US" altLang="zh-CN" sz="2800" b="1" dirty="0">
                <a:ea typeface="华文新魏" pitchFamily="2" charset="-122"/>
              </a:rPr>
              <a:t>+ e</a:t>
            </a:r>
            <a:r>
              <a:rPr lang="en-US" altLang="zh-CN" sz="2800" b="1" baseline="30000" dirty="0">
                <a:ea typeface="华文新魏" pitchFamily="2" charset="-122"/>
              </a:rPr>
              <a:t>-</a:t>
            </a:r>
            <a:r>
              <a:rPr lang="en-US" altLang="zh-CN" sz="2800" b="1" dirty="0">
                <a:ea typeface="华文新魏" pitchFamily="2" charset="-122"/>
              </a:rPr>
              <a:t> ⇋ Ag + Cl</a:t>
            </a:r>
            <a:r>
              <a:rPr lang="en-US" altLang="zh-CN" sz="2800" b="1" baseline="30000" dirty="0">
                <a:ea typeface="华文新魏" pitchFamily="2" charset="-122"/>
              </a:rPr>
              <a:t>-</a:t>
            </a:r>
            <a:endParaRPr lang="en-US" altLang="zh-CN" sz="2800" b="1" dirty="0">
              <a:ea typeface="华文新魏" pitchFamily="2" charset="-122"/>
            </a:endParaRPr>
          </a:p>
        </p:txBody>
      </p:sp>
      <p:sp>
        <p:nvSpPr>
          <p:cNvPr id="5" name="Rectangle 8"/>
          <p:cNvSpPr/>
          <p:nvPr/>
        </p:nvSpPr>
        <p:spPr>
          <a:xfrm>
            <a:off x="4588496" y="1989908"/>
            <a:ext cx="4832218" cy="938719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500" b="1" dirty="0">
                <a:solidFill>
                  <a:srgbClr val="FFFF00"/>
                </a:solidFill>
                <a:ea typeface="华文新魏" pitchFamily="2" charset="-122"/>
              </a:rPr>
              <a:t>实际</a:t>
            </a:r>
            <a:r>
              <a:rPr lang="zh-CN" altLang="en-US" sz="25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发生电子转移的电极反应</a:t>
            </a:r>
            <a:r>
              <a:rPr lang="en-US" altLang="zh-CN" sz="25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: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solidFill>
                  <a:srgbClr val="FFFF00"/>
                </a:solidFill>
                <a:ea typeface="华文新魏" pitchFamily="2" charset="-122"/>
              </a:rPr>
              <a:t> </a:t>
            </a:r>
            <a:r>
              <a:rPr lang="en-US" altLang="zh-CN" sz="2500" b="1" dirty="0" smtClean="0">
                <a:solidFill>
                  <a:srgbClr val="FFFF00"/>
                </a:solidFill>
                <a:ea typeface="华文新魏" pitchFamily="2" charset="-122"/>
              </a:rPr>
              <a:t>       </a:t>
            </a:r>
            <a:r>
              <a:rPr lang="en-US" altLang="zh-CN" sz="2500" b="1" dirty="0" smtClean="0">
                <a:latin typeface="Times New Roman" panose="02020603050405020304" pitchFamily="18" charset="0"/>
                <a:ea typeface="华文新魏" pitchFamily="2" charset="-122"/>
              </a:rPr>
              <a:t>Ag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+ 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⇋ Ag</a:t>
            </a:r>
          </a:p>
        </p:txBody>
      </p:sp>
      <p:sp>
        <p:nvSpPr>
          <p:cNvPr id="6" name="矩形 5"/>
          <p:cNvSpPr/>
          <p:nvPr/>
        </p:nvSpPr>
        <p:spPr>
          <a:xfrm>
            <a:off x="4176861" y="2896306"/>
            <a:ext cx="6048672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400" b="1" i="1" dirty="0" smtClean="0">
                <a:ea typeface="华文新魏" pitchFamily="2" charset="-122"/>
                <a:sym typeface="Symbol" panose="05050102010706020507" pitchFamily="18" charset="2"/>
              </a:rPr>
              <a:t>∴E</a:t>
            </a:r>
            <a:r>
              <a:rPr lang="en-US" altLang="zh-CN" sz="2400" b="1" dirty="0" smtClean="0"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b="1" dirty="0" err="1" smtClean="0">
                <a:ea typeface="华文新魏" pitchFamily="2" charset="-122"/>
              </a:rPr>
              <a:t>AgCl</a:t>
            </a:r>
            <a:r>
              <a:rPr lang="en-US" altLang="zh-CN" sz="2400" b="1" dirty="0" smtClean="0">
                <a:ea typeface="华文新魏" pitchFamily="2" charset="-122"/>
                <a:sym typeface="Symbol" panose="05050102010706020507" pitchFamily="18" charset="2"/>
              </a:rPr>
              <a:t>/</a:t>
            </a:r>
            <a:r>
              <a:rPr lang="en-US" altLang="zh-CN" sz="2400" b="1" dirty="0" smtClean="0">
                <a:ea typeface="华文新魏" pitchFamily="2" charset="-122"/>
              </a:rPr>
              <a:t>Ag</a:t>
            </a:r>
            <a:r>
              <a:rPr lang="en-US" altLang="zh-CN" sz="2400" b="1" dirty="0" smtClean="0">
                <a:ea typeface="华文新魏" pitchFamily="2" charset="-122"/>
                <a:sym typeface="Symbol" panose="05050102010706020507" pitchFamily="18" charset="2"/>
              </a:rPr>
              <a:t>) </a:t>
            </a:r>
            <a:r>
              <a:rPr lang="en-US" altLang="zh-CN" sz="2400" b="1" baseline="100000" dirty="0" smtClean="0">
                <a:ea typeface="华文新魏" pitchFamily="2" charset="-122"/>
                <a:sym typeface="Webdings" panose="05030102010509060703" pitchFamily="18" charset="2"/>
              </a:rPr>
              <a:t> </a:t>
            </a:r>
            <a:r>
              <a:rPr lang="en-US" altLang="zh-CN" sz="2400" b="1" dirty="0" smtClean="0">
                <a:ea typeface="华文新魏" pitchFamily="2" charset="-122"/>
                <a:sym typeface="Webdings" panose="05030102010509060703" pitchFamily="18" charset="2"/>
              </a:rPr>
              <a:t>= </a:t>
            </a:r>
            <a:r>
              <a:rPr lang="en-US" altLang="zh-CN" sz="2400" b="1" i="1" dirty="0" smtClean="0"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2400" b="1" dirty="0" smtClean="0"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b="1" baseline="10000" dirty="0" smtClean="0">
                <a:ea typeface="华文新魏" pitchFamily="2" charset="-122"/>
              </a:rPr>
              <a:t>A</a:t>
            </a:r>
            <a:r>
              <a:rPr lang="en-US" altLang="zh-CN" sz="2400" b="1" dirty="0" smtClean="0">
                <a:ea typeface="华文新魏" pitchFamily="2" charset="-122"/>
              </a:rPr>
              <a:t>g</a:t>
            </a:r>
            <a:r>
              <a:rPr lang="en-US" altLang="zh-CN" sz="2400" b="1" baseline="30000" dirty="0" smtClean="0">
                <a:ea typeface="华文新魏" pitchFamily="2" charset="-122"/>
              </a:rPr>
              <a:t>+</a:t>
            </a:r>
            <a:r>
              <a:rPr lang="en-US" altLang="zh-CN" sz="2400" b="1" dirty="0" smtClean="0">
                <a:ea typeface="华文新魏" pitchFamily="2" charset="-122"/>
                <a:sym typeface="Symbol" panose="05050102010706020507" pitchFamily="18" charset="2"/>
              </a:rPr>
              <a:t>/</a:t>
            </a:r>
            <a:r>
              <a:rPr lang="en-US" altLang="zh-CN" sz="2400" b="1" dirty="0" smtClean="0">
                <a:ea typeface="华文新魏" pitchFamily="2" charset="-122"/>
              </a:rPr>
              <a:t>Ag</a:t>
            </a:r>
            <a:r>
              <a:rPr lang="en-US" altLang="zh-CN" sz="2400" b="1" dirty="0" smtClean="0">
                <a:ea typeface="华文新魏" pitchFamily="2" charset="-122"/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zh-CN" sz="2400" b="1" dirty="0" smtClean="0">
                <a:ea typeface="华文新魏" pitchFamily="2" charset="-122"/>
                <a:sym typeface="Symbol" panose="05050102010706020507" pitchFamily="18" charset="2"/>
              </a:rPr>
              <a:t>     </a:t>
            </a:r>
            <a:r>
              <a:rPr lang="en-US" altLang="zh-CN" sz="2400" b="1" baseline="50000" dirty="0" smtClean="0">
                <a:ea typeface="华文新魏" pitchFamily="2" charset="-122"/>
                <a:sym typeface="Symbol" panose="05050102010706020507" pitchFamily="18" charset="2"/>
              </a:rPr>
              <a:t>  </a:t>
            </a:r>
            <a:r>
              <a:rPr lang="en-US" altLang="zh-CN" sz="1400" b="1" baseline="50000" dirty="0" smtClean="0">
                <a:ea typeface="华文新魏" pitchFamily="2" charset="-122"/>
                <a:sym typeface="Symbol" panose="05050102010706020507" pitchFamily="18" charset="2"/>
              </a:rPr>
              <a:t> </a:t>
            </a:r>
            <a:r>
              <a:rPr lang="en-US" altLang="zh-CN" sz="1400" b="1" dirty="0" smtClean="0">
                <a:ea typeface="华文新魏" pitchFamily="2" charset="-122"/>
                <a:sym typeface="Symbol" panose="05050102010706020507" pitchFamily="18" charset="2"/>
              </a:rPr>
              <a:t> </a:t>
            </a:r>
            <a:r>
              <a:rPr lang="en-US" altLang="zh-CN" sz="800" b="1" dirty="0" smtClean="0">
                <a:ea typeface="华文新魏" pitchFamily="2" charset="-122"/>
                <a:sym typeface="Symbol" panose="05050102010706020507" pitchFamily="18" charset="2"/>
              </a:rPr>
              <a:t>   </a:t>
            </a:r>
            <a:r>
              <a:rPr lang="en-US" altLang="zh-CN" sz="2400" b="1" dirty="0" smtClean="0">
                <a:ea typeface="华文新魏" pitchFamily="2" charset="-122"/>
                <a:sym typeface="Symbol" panose="05050102010706020507" pitchFamily="18" charset="2"/>
              </a:rPr>
              <a:t>                 =</a:t>
            </a:r>
            <a:r>
              <a:rPr lang="en-US" altLang="zh-CN" sz="2400" b="1" i="1" dirty="0" smtClean="0"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2400" b="1" baseline="100000" dirty="0" smtClean="0"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400" b="1" dirty="0" smtClean="0"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b="1" dirty="0" smtClean="0">
                <a:ea typeface="华文新魏" pitchFamily="2" charset="-122"/>
              </a:rPr>
              <a:t>Ag</a:t>
            </a:r>
            <a:r>
              <a:rPr lang="en-US" altLang="zh-CN" sz="2400" b="1" baseline="30000" dirty="0" smtClean="0">
                <a:ea typeface="华文新魏" pitchFamily="2" charset="-122"/>
              </a:rPr>
              <a:t>+</a:t>
            </a:r>
            <a:r>
              <a:rPr lang="en-US" altLang="zh-CN" sz="2400" b="1" dirty="0" smtClean="0">
                <a:ea typeface="华文新魏" pitchFamily="2" charset="-122"/>
                <a:sym typeface="Symbol" panose="05050102010706020507" pitchFamily="18" charset="2"/>
              </a:rPr>
              <a:t>/</a:t>
            </a:r>
            <a:r>
              <a:rPr lang="en-US" altLang="zh-CN" sz="2400" b="1" dirty="0" smtClean="0">
                <a:ea typeface="华文新魏" pitchFamily="2" charset="-122"/>
              </a:rPr>
              <a:t>Ag</a:t>
            </a:r>
            <a:r>
              <a:rPr lang="en-US" altLang="zh-CN" sz="2400" b="1" dirty="0" smtClean="0">
                <a:ea typeface="华文新魏" pitchFamily="2" charset="-122"/>
                <a:sym typeface="Symbol" panose="05050102010706020507" pitchFamily="18" charset="2"/>
              </a:rPr>
              <a:t>)</a:t>
            </a:r>
            <a:r>
              <a:rPr lang="en-US" altLang="zh-CN" sz="2400" b="1" baseline="100000" dirty="0" smtClean="0">
                <a:ea typeface="华文新魏" pitchFamily="2" charset="-122"/>
                <a:sym typeface="Webdings" panose="05030102010509060703" pitchFamily="18" charset="2"/>
              </a:rPr>
              <a:t> </a:t>
            </a:r>
            <a:r>
              <a:rPr lang="en-US" altLang="zh-CN" sz="2400" b="1" dirty="0" smtClean="0">
                <a:ea typeface="华文新魏" pitchFamily="2" charset="-122"/>
                <a:sym typeface="Webdings" panose="05030102010509060703" pitchFamily="18" charset="2"/>
              </a:rPr>
              <a:t>+ 0.0592lg[</a:t>
            </a:r>
            <a:r>
              <a:rPr lang="en-US" altLang="zh-CN" sz="2400" b="1" dirty="0" smtClean="0">
                <a:ea typeface="华文新魏" pitchFamily="2" charset="-122"/>
              </a:rPr>
              <a:t>Ag</a:t>
            </a:r>
            <a:r>
              <a:rPr lang="en-US" altLang="zh-CN" sz="2400" b="1" baseline="30000" dirty="0" smtClean="0">
                <a:ea typeface="华文新魏" pitchFamily="2" charset="-122"/>
              </a:rPr>
              <a:t>+</a:t>
            </a:r>
            <a:r>
              <a:rPr lang="en-US" altLang="zh-CN" sz="2400" b="1" dirty="0" smtClean="0">
                <a:ea typeface="华文新魏" pitchFamily="2" charset="-122"/>
                <a:sym typeface="Webdings" panose="05030102010509060703" pitchFamily="18" charset="2"/>
              </a:rPr>
              <a:t>]</a:t>
            </a:r>
            <a:endParaRPr lang="en-US" altLang="zh-CN" sz="2400" b="1" dirty="0">
              <a:ea typeface="华文新魏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176861" y="1461507"/>
            <a:ext cx="67505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i="1" dirty="0"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2800" b="1" dirty="0"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dirty="0" err="1">
                <a:ea typeface="华文新魏" pitchFamily="2" charset="-122"/>
              </a:rPr>
              <a:t>AgCl</a:t>
            </a:r>
            <a:r>
              <a:rPr lang="en-US" altLang="zh-CN" sz="2800" b="1" dirty="0">
                <a:ea typeface="华文新魏" pitchFamily="2" charset="-122"/>
                <a:sym typeface="Symbol" panose="05050102010706020507" pitchFamily="18" charset="2"/>
              </a:rPr>
              <a:t>/</a:t>
            </a:r>
            <a:r>
              <a:rPr lang="en-US" altLang="zh-CN" sz="2800" b="1" dirty="0">
                <a:ea typeface="华文新魏" pitchFamily="2" charset="-122"/>
              </a:rPr>
              <a:t>Ag</a:t>
            </a:r>
            <a:r>
              <a:rPr lang="en-US" altLang="zh-CN" sz="2800" b="1" dirty="0" smtClean="0">
                <a:ea typeface="华文新魏" pitchFamily="2" charset="-122"/>
                <a:sym typeface="Symbol" panose="05050102010706020507" pitchFamily="18" charset="2"/>
              </a:rPr>
              <a:t>)=</a:t>
            </a:r>
            <a:r>
              <a:rPr lang="en-US" altLang="zh-CN" sz="2800" b="1" i="1" dirty="0" smtClean="0"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2800" b="1" baseline="100000" dirty="0">
                <a:ea typeface="华文新魏" pitchFamily="2" charset="-122"/>
                <a:sym typeface="Webdings" panose="05030102010509060703" pitchFamily="18" charset="2"/>
              </a:rPr>
              <a:t> </a:t>
            </a:r>
            <a:r>
              <a:rPr lang="en-US" altLang="zh-CN" sz="2800" b="1" dirty="0" smtClean="0"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800" b="1" dirty="0" err="1">
                <a:ea typeface="华文新魏" pitchFamily="2" charset="-122"/>
              </a:rPr>
              <a:t>AgCl</a:t>
            </a:r>
            <a:r>
              <a:rPr lang="en-US" altLang="zh-CN" sz="2800" b="1" dirty="0">
                <a:ea typeface="华文新魏" pitchFamily="2" charset="-122"/>
                <a:sym typeface="Symbol" panose="05050102010706020507" pitchFamily="18" charset="2"/>
              </a:rPr>
              <a:t>/</a:t>
            </a:r>
            <a:r>
              <a:rPr lang="en-US" altLang="zh-CN" sz="2800" b="1" dirty="0">
                <a:ea typeface="华文新魏" pitchFamily="2" charset="-122"/>
              </a:rPr>
              <a:t>Ag</a:t>
            </a:r>
            <a:r>
              <a:rPr lang="en-US" altLang="zh-CN" sz="2800" b="1" dirty="0" smtClean="0">
                <a:ea typeface="华文新魏" pitchFamily="2" charset="-122"/>
                <a:sym typeface="Symbol" panose="05050102010706020507" pitchFamily="18" charset="2"/>
              </a:rPr>
              <a:t>)+0.0592lg1/[Cl</a:t>
            </a:r>
            <a:r>
              <a:rPr lang="en-US" altLang="zh-CN" sz="2800" b="1" baseline="30000" dirty="0" smtClean="0">
                <a:ea typeface="华文新魏" pitchFamily="2" charset="-122"/>
                <a:sym typeface="Symbol" panose="05050102010706020507" pitchFamily="18" charset="2"/>
              </a:rPr>
              <a:t>-</a:t>
            </a:r>
            <a:r>
              <a:rPr lang="en-US" altLang="zh-CN" sz="2800" b="1" dirty="0" smtClean="0">
                <a:ea typeface="华文新魏" pitchFamily="2" charset="-122"/>
                <a:sym typeface="Symbol" panose="05050102010706020507" pitchFamily="18" charset="2"/>
              </a:rPr>
              <a:t>]</a:t>
            </a:r>
            <a:endParaRPr lang="zh-CN" altLang="en-US" sz="2800" baseline="30000" dirty="0"/>
          </a:p>
        </p:txBody>
      </p:sp>
      <p:sp>
        <p:nvSpPr>
          <p:cNvPr id="11" name="矩形 10"/>
          <p:cNvSpPr/>
          <p:nvPr/>
        </p:nvSpPr>
        <p:spPr>
          <a:xfrm>
            <a:off x="3960837" y="4476734"/>
            <a:ext cx="679971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rgbClr val="FFFF00"/>
                </a:solidFill>
                <a:ea typeface="华文新魏" pitchFamily="2" charset="-122"/>
              </a:rPr>
              <a:t>若标准状态下，</a:t>
            </a:r>
            <a:r>
              <a:rPr lang="en-US" altLang="zh-CN" sz="2400" b="1" dirty="0" smtClean="0">
                <a:solidFill>
                  <a:srgbClr val="FFFF00"/>
                </a:solidFill>
                <a:ea typeface="华文新魏" pitchFamily="2" charset="-122"/>
              </a:rPr>
              <a:t>Cl</a:t>
            </a:r>
            <a:r>
              <a:rPr lang="en-US" altLang="zh-CN" sz="2400" b="1" baseline="30000" dirty="0" smtClean="0">
                <a:solidFill>
                  <a:srgbClr val="FFFF00"/>
                </a:solidFill>
                <a:ea typeface="华文新魏" pitchFamily="2" charset="-122"/>
              </a:rPr>
              <a:t>-</a:t>
            </a:r>
            <a:r>
              <a:rPr lang="en-US" altLang="zh-CN" sz="2400" b="1" dirty="0" smtClean="0">
                <a:solidFill>
                  <a:srgbClr val="FFFF00"/>
                </a:solidFill>
                <a:ea typeface="华文新魏" pitchFamily="2" charset="-122"/>
              </a:rPr>
              <a:t> =1mol/L, </a:t>
            </a:r>
            <a:r>
              <a:rPr lang="zh-CN" altLang="en-US" sz="2400" b="1" dirty="0" smtClean="0">
                <a:solidFill>
                  <a:srgbClr val="FFFF00"/>
                </a:solidFill>
                <a:ea typeface="华文新魏" pitchFamily="2" charset="-122"/>
              </a:rPr>
              <a:t>则</a:t>
            </a:r>
            <a:r>
              <a:rPr lang="en-US" altLang="zh-CN" sz="2400" b="1" dirty="0">
                <a:ea typeface="华文新魏" pitchFamily="2" charset="-122"/>
              </a:rPr>
              <a:t>[Ag</a:t>
            </a:r>
            <a:r>
              <a:rPr lang="en-US" altLang="zh-CN" sz="2400" b="1" baseline="30000" dirty="0">
                <a:ea typeface="华文新魏" pitchFamily="2" charset="-122"/>
              </a:rPr>
              <a:t>+</a:t>
            </a:r>
            <a:r>
              <a:rPr lang="en-US" altLang="zh-CN" sz="2400" b="1" dirty="0">
                <a:ea typeface="华文新魏" pitchFamily="2" charset="-122"/>
              </a:rPr>
              <a:t>] = </a:t>
            </a:r>
            <a:r>
              <a:rPr lang="en-US" altLang="zh-CN" sz="2400" b="1" dirty="0" err="1" smtClean="0">
                <a:ea typeface="华文新魏" pitchFamily="2" charset="-122"/>
              </a:rPr>
              <a:t>Ksp</a:t>
            </a:r>
            <a:endParaRPr lang="zh-CN" altLang="en-US" sz="2800" dirty="0"/>
          </a:p>
        </p:txBody>
      </p:sp>
      <p:sp>
        <p:nvSpPr>
          <p:cNvPr id="12" name="矩形 11"/>
          <p:cNvSpPr/>
          <p:nvPr/>
        </p:nvSpPr>
        <p:spPr>
          <a:xfrm>
            <a:off x="5693302" y="3889623"/>
            <a:ext cx="52341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i="1" dirty="0" smtClean="0">
                <a:ea typeface="华文新魏" pitchFamily="2" charset="-122"/>
                <a:sym typeface="Symbol" panose="05050102010706020507" pitchFamily="18" charset="2"/>
              </a:rPr>
              <a:t>     =E</a:t>
            </a:r>
            <a:r>
              <a:rPr lang="en-US" altLang="zh-CN" sz="2400" b="1" baseline="100000" dirty="0"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400" b="1" dirty="0"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400" b="1" dirty="0">
                <a:ea typeface="华文新魏" pitchFamily="2" charset="-122"/>
              </a:rPr>
              <a:t>Ag</a:t>
            </a:r>
            <a:r>
              <a:rPr lang="en-US" altLang="zh-CN" sz="2400" b="1" baseline="30000" dirty="0">
                <a:ea typeface="华文新魏" pitchFamily="2" charset="-122"/>
              </a:rPr>
              <a:t>+</a:t>
            </a:r>
            <a:r>
              <a:rPr lang="en-US" altLang="zh-CN" sz="2400" b="1" dirty="0">
                <a:ea typeface="华文新魏" pitchFamily="2" charset="-122"/>
                <a:sym typeface="Symbol" panose="05050102010706020507" pitchFamily="18" charset="2"/>
              </a:rPr>
              <a:t>/</a:t>
            </a:r>
            <a:r>
              <a:rPr lang="en-US" altLang="zh-CN" sz="2400" b="1" dirty="0">
                <a:ea typeface="华文新魏" pitchFamily="2" charset="-122"/>
              </a:rPr>
              <a:t>Ag</a:t>
            </a:r>
            <a:r>
              <a:rPr lang="en-US" altLang="zh-CN" sz="2400" b="1" dirty="0">
                <a:ea typeface="华文新魏" pitchFamily="2" charset="-122"/>
                <a:sym typeface="Symbol" panose="05050102010706020507" pitchFamily="18" charset="2"/>
              </a:rPr>
              <a:t>)</a:t>
            </a:r>
            <a:r>
              <a:rPr lang="en-US" altLang="zh-CN" sz="2400" b="1" baseline="100000" dirty="0">
                <a:ea typeface="华文新魏" pitchFamily="2" charset="-122"/>
                <a:sym typeface="Webdings" panose="05030102010509060703" pitchFamily="18" charset="2"/>
              </a:rPr>
              <a:t>  </a:t>
            </a:r>
            <a:r>
              <a:rPr lang="en-US" altLang="zh-CN" sz="2400" b="1" dirty="0">
                <a:ea typeface="华文新魏" pitchFamily="2" charset="-122"/>
                <a:sym typeface="Webdings" panose="05030102010509060703" pitchFamily="18" charset="2"/>
              </a:rPr>
              <a:t>+ </a:t>
            </a:r>
            <a:r>
              <a:rPr lang="en-US" altLang="zh-CN" sz="2400" b="1" dirty="0" smtClean="0">
                <a:ea typeface="华文新魏" pitchFamily="2" charset="-122"/>
                <a:sym typeface="Webdings" panose="05030102010509060703" pitchFamily="18" charset="2"/>
              </a:rPr>
              <a:t>0.0592lg(</a:t>
            </a:r>
            <a:r>
              <a:rPr lang="en-US" altLang="zh-CN" sz="2400" b="1" dirty="0" err="1">
                <a:ea typeface="华文新魏" pitchFamily="2" charset="-122"/>
                <a:sym typeface="Webdings" panose="05030102010509060703" pitchFamily="18" charset="2"/>
              </a:rPr>
              <a:t>K</a:t>
            </a:r>
            <a:r>
              <a:rPr lang="en-US" altLang="zh-CN" sz="2400" b="1" dirty="0" err="1" smtClean="0">
                <a:ea typeface="华文新魏" pitchFamily="2" charset="-122"/>
                <a:sym typeface="Webdings" panose="05030102010509060703" pitchFamily="18" charset="2"/>
              </a:rPr>
              <a:t>sp</a:t>
            </a:r>
            <a:r>
              <a:rPr lang="en-US" altLang="zh-CN" sz="2400" b="1" dirty="0" smtClean="0">
                <a:ea typeface="华文新魏" pitchFamily="2" charset="-122"/>
              </a:rPr>
              <a:t>/[</a:t>
            </a:r>
            <a:r>
              <a:rPr lang="en-US" altLang="zh-CN" sz="2400" b="1" dirty="0">
                <a:ea typeface="华文新魏" pitchFamily="2" charset="-122"/>
              </a:rPr>
              <a:t>Cl</a:t>
            </a:r>
            <a:r>
              <a:rPr lang="en-US" altLang="zh-CN" sz="2400" b="1" baseline="30000" dirty="0">
                <a:ea typeface="华文新魏" pitchFamily="2" charset="-122"/>
              </a:rPr>
              <a:t>-</a:t>
            </a:r>
            <a:r>
              <a:rPr lang="en-US" altLang="zh-CN" sz="2400" b="1" dirty="0">
                <a:ea typeface="华文新魏" pitchFamily="2" charset="-122"/>
              </a:rPr>
              <a:t>]) </a:t>
            </a:r>
            <a:endParaRPr lang="zh-CN" altLang="en-US" sz="2400" dirty="0"/>
          </a:p>
        </p:txBody>
      </p:sp>
      <p:sp>
        <p:nvSpPr>
          <p:cNvPr id="13" name="矩形 12"/>
          <p:cNvSpPr/>
          <p:nvPr/>
        </p:nvSpPr>
        <p:spPr>
          <a:xfrm>
            <a:off x="4596156" y="5063845"/>
            <a:ext cx="5952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rgbClr val="FF0000"/>
                </a:solidFill>
                <a:ea typeface="华文新魏" pitchFamily="2" charset="-122"/>
                <a:sym typeface="Symbol" panose="05050102010706020507" pitchFamily="18" charset="2"/>
              </a:rPr>
              <a:t>以上是</a:t>
            </a:r>
            <a:r>
              <a:rPr lang="en-US" altLang="zh-CN" sz="3200" b="1" i="1" dirty="0" smtClean="0">
                <a:solidFill>
                  <a:srgbClr val="FF0000"/>
                </a:solidFill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3200" b="1" dirty="0" smtClean="0">
                <a:solidFill>
                  <a:srgbClr val="FF0000"/>
                </a:solidFill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3200" b="1" dirty="0" err="1" smtClean="0">
                <a:solidFill>
                  <a:srgbClr val="FF0000"/>
                </a:solidFill>
                <a:ea typeface="华文新魏" pitchFamily="2" charset="-122"/>
              </a:rPr>
              <a:t>AgCl</a:t>
            </a:r>
            <a:r>
              <a:rPr lang="en-US" altLang="zh-CN" sz="3200" b="1" dirty="0" smtClean="0">
                <a:solidFill>
                  <a:srgbClr val="FF0000"/>
                </a:solidFill>
                <a:ea typeface="华文新魏" pitchFamily="2" charset="-122"/>
                <a:sym typeface="Symbol" panose="05050102010706020507" pitchFamily="18" charset="2"/>
              </a:rPr>
              <a:t>/</a:t>
            </a:r>
            <a:r>
              <a:rPr lang="en-US" altLang="zh-CN" sz="3200" b="1" dirty="0" smtClean="0">
                <a:solidFill>
                  <a:srgbClr val="FF0000"/>
                </a:solidFill>
                <a:ea typeface="华文新魏" pitchFamily="2" charset="-122"/>
              </a:rPr>
              <a:t>Ag</a:t>
            </a:r>
            <a:r>
              <a:rPr lang="en-US" altLang="zh-CN" sz="3200" b="1" dirty="0" smtClean="0">
                <a:solidFill>
                  <a:srgbClr val="FF0000"/>
                </a:solidFill>
                <a:ea typeface="华文新魏" pitchFamily="2" charset="-122"/>
                <a:sym typeface="Symbol" panose="05050102010706020507" pitchFamily="18" charset="2"/>
              </a:rPr>
              <a:t>)</a:t>
            </a:r>
            <a:r>
              <a:rPr lang="zh-CN" altLang="en-US" sz="3200" b="1" dirty="0" smtClean="0">
                <a:solidFill>
                  <a:srgbClr val="FF0000"/>
                </a:solidFill>
                <a:ea typeface="华文新魏" pitchFamily="2" charset="-122"/>
                <a:sym typeface="Symbol" panose="05050102010706020507" pitchFamily="18" charset="2"/>
              </a:rPr>
              <a:t>两种表示方式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647284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9" grpId="0"/>
      <p:bldP spid="11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0"/>
          <p:cNvSpPr/>
          <p:nvPr/>
        </p:nvSpPr>
        <p:spPr>
          <a:xfrm>
            <a:off x="117475" y="668338"/>
            <a:ext cx="3143250" cy="195072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b="1" dirty="0">
                <a:ea typeface="华文新魏" pitchFamily="2" charset="-122"/>
                <a:sym typeface="Symbol" panose="05050102010706020507" pitchFamily="18" charset="2"/>
              </a:rPr>
              <a:t>计算</a:t>
            </a:r>
            <a:r>
              <a:rPr lang="en-US" altLang="zh-CN" sz="2200" b="1" dirty="0">
                <a:ea typeface="华文新魏" pitchFamily="2" charset="-122"/>
                <a:sym typeface="Symbol" panose="05050102010706020507" pitchFamily="18" charset="2"/>
              </a:rPr>
              <a:t>Cl</a:t>
            </a:r>
            <a:r>
              <a:rPr lang="en-US" altLang="zh-CN" sz="2200" b="1" baseline="-25000" dirty="0">
                <a:ea typeface="华文新魏" pitchFamily="2" charset="-122"/>
                <a:sym typeface="Symbol" panose="05050102010706020507" pitchFamily="18" charset="2"/>
              </a:rPr>
              <a:t>2</a:t>
            </a:r>
            <a:r>
              <a:rPr lang="en-US" altLang="zh-CN" sz="2200" b="1" dirty="0">
                <a:ea typeface="华文新魏" pitchFamily="2" charset="-122"/>
                <a:sym typeface="Symbol" panose="05050102010706020507" pitchFamily="18" charset="2"/>
              </a:rPr>
              <a:t>/Cl</a:t>
            </a:r>
            <a:r>
              <a:rPr lang="en-US" altLang="zh-CN" sz="2200" b="1" baseline="30000" dirty="0">
                <a:ea typeface="华文新魏" pitchFamily="2" charset="-122"/>
                <a:sym typeface="Symbol" panose="05050102010706020507" pitchFamily="18" charset="2"/>
              </a:rPr>
              <a:t>-</a:t>
            </a:r>
            <a:r>
              <a:rPr lang="zh-CN" altLang="en-US" sz="2200" b="1" dirty="0">
                <a:ea typeface="华文新魏" pitchFamily="2" charset="-122"/>
                <a:sym typeface="Symbol" panose="05050102010706020507" pitchFamily="18" charset="2"/>
              </a:rPr>
              <a:t>电对在</a:t>
            </a:r>
            <a:r>
              <a:rPr lang="en-US" altLang="zh-CN" sz="2200" b="1" dirty="0">
                <a:ea typeface="华文新魏" pitchFamily="2" charset="-122"/>
                <a:sym typeface="Symbol" panose="05050102010706020507" pitchFamily="18" charset="2"/>
              </a:rPr>
              <a:t>[Cl</a:t>
            </a:r>
            <a:r>
              <a:rPr lang="en-US" altLang="zh-CN" sz="2200" b="1" baseline="30000" dirty="0">
                <a:ea typeface="华文新魏" pitchFamily="2" charset="-122"/>
                <a:sym typeface="Symbol" panose="05050102010706020507" pitchFamily="18" charset="2"/>
              </a:rPr>
              <a:t>-</a:t>
            </a:r>
            <a:r>
              <a:rPr lang="en-US" altLang="zh-CN" sz="2200" b="1" dirty="0">
                <a:ea typeface="华文新魏" pitchFamily="2" charset="-122"/>
                <a:sym typeface="Symbol" panose="05050102010706020507" pitchFamily="18" charset="2"/>
              </a:rPr>
              <a:t>] = 0.100 </a:t>
            </a:r>
            <a:r>
              <a:rPr lang="en-US" altLang="zh-CN" sz="2200" b="1" dirty="0">
                <a:ea typeface="华文新魏" pitchFamily="2" charset="-122"/>
                <a:sym typeface="+mn-ea"/>
              </a:rPr>
              <a:t>mol·L</a:t>
            </a:r>
            <a:r>
              <a:rPr lang="en-US" altLang="zh-CN" sz="2200" b="1" baseline="30000" dirty="0">
                <a:ea typeface="华文新魏" pitchFamily="2" charset="-122"/>
                <a:sym typeface="+mn-ea"/>
              </a:rPr>
              <a:t>-1</a:t>
            </a:r>
            <a:r>
              <a:rPr lang="en-US" altLang="zh-CN" sz="2200" b="1" dirty="0">
                <a:ea typeface="华文新魏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200" b="1" i="1" dirty="0">
                <a:ea typeface="华文新魏" pitchFamily="2" charset="-122"/>
                <a:sym typeface="Symbol" panose="05050102010706020507" pitchFamily="18" charset="2"/>
              </a:rPr>
              <a:t>P</a:t>
            </a:r>
            <a:r>
              <a:rPr lang="en-US" altLang="zh-CN" sz="2200" b="1" dirty="0">
                <a:ea typeface="华文新魏" pitchFamily="2" charset="-122"/>
                <a:sym typeface="Symbol" panose="05050102010706020507" pitchFamily="18" charset="2"/>
              </a:rPr>
              <a:t>(Cl</a:t>
            </a:r>
            <a:r>
              <a:rPr lang="en-US" altLang="zh-CN" sz="2200" b="1" baseline="-25000" dirty="0">
                <a:ea typeface="华文新魏" pitchFamily="2" charset="-122"/>
                <a:sym typeface="Symbol" panose="05050102010706020507" pitchFamily="18" charset="2"/>
              </a:rPr>
              <a:t>2</a:t>
            </a:r>
            <a:r>
              <a:rPr lang="en-US" altLang="zh-CN" sz="2200" b="1" dirty="0">
                <a:ea typeface="华文新魏" pitchFamily="2" charset="-122"/>
                <a:sym typeface="Symbol" panose="05050102010706020507" pitchFamily="18" charset="2"/>
              </a:rPr>
              <a:t>) = 300.0kPa</a:t>
            </a:r>
            <a:r>
              <a:rPr lang="zh-CN" altLang="en-US" sz="2200" b="1" dirty="0">
                <a:ea typeface="华文新魏" pitchFamily="2" charset="-122"/>
                <a:sym typeface="Symbol" panose="05050102010706020507" pitchFamily="18" charset="2"/>
              </a:rPr>
              <a:t>时的电极电势</a:t>
            </a:r>
            <a:r>
              <a:rPr lang="en-US" altLang="zh-CN" sz="2200" b="1" dirty="0">
                <a:ea typeface="华文新魏" pitchFamily="2" charset="-122"/>
                <a:sym typeface="Symbol" panose="05050102010706020507" pitchFamily="18" charset="2"/>
              </a:rPr>
              <a:t>{</a:t>
            </a:r>
            <a:r>
              <a:rPr lang="zh-CN" altLang="en-US" sz="2200" b="1" dirty="0">
                <a:ea typeface="华文新魏" pitchFamily="2" charset="-122"/>
                <a:sym typeface="Symbol" panose="05050102010706020507" pitchFamily="18" charset="2"/>
              </a:rPr>
              <a:t>已知</a:t>
            </a:r>
            <a:r>
              <a:rPr lang="en-US" altLang="zh-CN" sz="2200" b="1" i="1" dirty="0"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200" b="1" dirty="0">
                <a:ea typeface="华文新魏" pitchFamily="2" charset="-122"/>
                <a:sym typeface="Webdings" panose="05030102010509060703" pitchFamily="18" charset="2"/>
              </a:rPr>
              <a:t>(Cl</a:t>
            </a:r>
            <a:r>
              <a:rPr lang="en-US" altLang="zh-CN" sz="2200" b="1" baseline="-25000" dirty="0">
                <a:ea typeface="华文新魏" pitchFamily="2" charset="-122"/>
                <a:sym typeface="Webdings" panose="05030102010509060703" pitchFamily="18" charset="2"/>
              </a:rPr>
              <a:t>2</a:t>
            </a:r>
            <a:r>
              <a:rPr lang="en-US" altLang="zh-CN" sz="2200" b="1" dirty="0">
                <a:ea typeface="华文新魏" pitchFamily="2" charset="-122"/>
                <a:sym typeface="Webdings" panose="05030102010509060703" pitchFamily="18" charset="2"/>
              </a:rPr>
              <a:t>/Cl</a:t>
            </a:r>
            <a:r>
              <a:rPr lang="en-US" altLang="zh-CN" sz="2200" b="1" baseline="30000" dirty="0">
                <a:ea typeface="华文新魏" pitchFamily="2" charset="-122"/>
                <a:sym typeface="Webdings" panose="05030102010509060703" pitchFamily="18" charset="2"/>
              </a:rPr>
              <a:t>-</a:t>
            </a:r>
            <a:r>
              <a:rPr lang="en-US" altLang="zh-CN" sz="2200" b="1" dirty="0">
                <a:ea typeface="华文新魏" pitchFamily="2" charset="-122"/>
                <a:sym typeface="Webdings" panose="05030102010509060703" pitchFamily="18" charset="2"/>
              </a:rPr>
              <a:t>)= +1.358V}</a:t>
            </a:r>
            <a:r>
              <a:rPr lang="en-US" altLang="zh-CN" sz="2200" b="1" dirty="0">
                <a:ea typeface="华文新魏" pitchFamily="2" charset="-122"/>
                <a:sym typeface="Symbol" panose="05050102010706020507" pitchFamily="18" charset="2"/>
              </a:rPr>
              <a:t>.</a:t>
            </a:r>
            <a:endParaRPr lang="en-US" altLang="zh-CN" sz="2200" b="1" dirty="0">
              <a:latin typeface="Times New Roman" panose="02020603050405020304" pitchFamily="18" charset="0"/>
              <a:ea typeface="华文新魏" pitchFamily="2" charset="-122"/>
              <a:sym typeface="+mn-ea"/>
            </a:endParaRPr>
          </a:p>
        </p:txBody>
      </p:sp>
      <p:sp>
        <p:nvSpPr>
          <p:cNvPr id="4105" name="矩形 10"/>
          <p:cNvSpPr/>
          <p:nvPr/>
        </p:nvSpPr>
        <p:spPr>
          <a:xfrm>
            <a:off x="188913" y="311150"/>
            <a:ext cx="702436" cy="430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Webdings" panose="05030102010509060703" pitchFamily="18" charset="2"/>
              </a:rPr>
              <a:t>例</a:t>
            </a:r>
            <a:r>
              <a:rPr lang="en-US" altLang="zh-CN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Webdings" panose="05030102010509060703" pitchFamily="18" charset="2"/>
              </a:rPr>
              <a:t>3:</a:t>
            </a:r>
            <a:endParaRPr lang="en-US" altLang="zh-CN" sz="22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  <a:sym typeface="Webdings" panose="05030102010509060703" pitchFamily="18" charset="2"/>
            </a:endParaRPr>
          </a:p>
        </p:txBody>
      </p:sp>
      <p:sp>
        <p:nvSpPr>
          <p:cNvPr id="3077" name="矩形 28"/>
          <p:cNvSpPr/>
          <p:nvPr/>
        </p:nvSpPr>
        <p:spPr>
          <a:xfrm>
            <a:off x="3760788" y="311150"/>
            <a:ext cx="612775" cy="4762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解</a:t>
            </a:r>
            <a:r>
              <a:rPr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:</a:t>
            </a:r>
            <a:endParaRPr lang="zh-CN" altLang="en-US" sz="24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133126" name="Rectangle 6"/>
          <p:cNvSpPr/>
          <p:nvPr/>
        </p:nvSpPr>
        <p:spPr>
          <a:xfrm>
            <a:off x="3895725" y="668655"/>
            <a:ext cx="3433763" cy="476250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 algn="ctr"/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Cl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2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(g)  + 2e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⇋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 2Cl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-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(aq)</a:t>
            </a:r>
          </a:p>
        </p:txBody>
      </p:sp>
      <p:graphicFrame>
        <p:nvGraphicFramePr>
          <p:cNvPr id="133124" name="Object 4"/>
          <p:cNvGraphicFramePr>
            <a:graphicFrameLocks/>
          </p:cNvGraphicFramePr>
          <p:nvPr/>
        </p:nvGraphicFramePr>
        <p:xfrm>
          <a:off x="3761105" y="1144588"/>
          <a:ext cx="5462588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r:id="rId5" imgW="1968500" imgH="558800" progId="Equation.3">
                  <p:embed/>
                </p:oleObj>
              </mc:Choice>
              <mc:Fallback>
                <p:oleObj r:id="rId5" imgW="1968500" imgH="558800" progId="Equation.3">
                  <p:embed/>
                  <p:pic>
                    <p:nvPicPr>
                      <p:cNvPr id="0" name="Picture 8" descr="image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1105" y="1144588"/>
                        <a:ext cx="5462588" cy="116205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33" name="Object 13"/>
          <p:cNvGraphicFramePr>
            <a:graphicFrameLocks/>
          </p:cNvGraphicFramePr>
          <p:nvPr/>
        </p:nvGraphicFramePr>
        <p:xfrm>
          <a:off x="3895408" y="2503488"/>
          <a:ext cx="5046662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r:id="rId7" imgW="1968500" imgH="508000" progId="Equation.3">
                  <p:embed/>
                </p:oleObj>
              </mc:Choice>
              <mc:Fallback>
                <p:oleObj r:id="rId7" imgW="1968500" imgH="508000" progId="Equation.3">
                  <p:embed/>
                  <p:pic>
                    <p:nvPicPr>
                      <p:cNvPr id="0" name="Picture 13" descr="image3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5408" y="2503488"/>
                        <a:ext cx="5046662" cy="976312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4" name="Rectangle 14"/>
          <p:cNvSpPr/>
          <p:nvPr/>
        </p:nvSpPr>
        <p:spPr>
          <a:xfrm>
            <a:off x="8941753" y="2734945"/>
            <a:ext cx="1346200" cy="514350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=1.431V.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3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331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33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6" grpId="0"/>
      <p:bldP spid="1331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矩形 17"/>
          <p:cNvSpPr/>
          <p:nvPr/>
        </p:nvSpPr>
        <p:spPr>
          <a:xfrm>
            <a:off x="172720" y="310833"/>
            <a:ext cx="607859" cy="430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Webdings" panose="05030102010509060703" pitchFamily="18" charset="2"/>
              </a:rPr>
              <a:t>例</a:t>
            </a:r>
            <a:r>
              <a:rPr lang="en-US" altLang="zh-CN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Webdings" panose="05030102010509060703" pitchFamily="18" charset="2"/>
              </a:rPr>
              <a:t>4</a:t>
            </a:r>
            <a:endParaRPr lang="en-US" altLang="zh-CN" sz="22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  <a:sym typeface="Webdings" panose="05030102010509060703" pitchFamily="18" charset="2"/>
            </a:endParaRPr>
          </a:p>
        </p:txBody>
      </p:sp>
      <p:sp>
        <p:nvSpPr>
          <p:cNvPr id="3077" name="矩形 28"/>
          <p:cNvSpPr/>
          <p:nvPr/>
        </p:nvSpPr>
        <p:spPr>
          <a:xfrm>
            <a:off x="3760788" y="311150"/>
            <a:ext cx="612775" cy="4762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解</a:t>
            </a:r>
            <a:r>
              <a:rPr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:</a:t>
            </a:r>
            <a:endParaRPr lang="zh-CN" altLang="en-US" sz="24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4" name="Rectangle 17"/>
          <p:cNvSpPr/>
          <p:nvPr/>
        </p:nvSpPr>
        <p:spPr>
          <a:xfrm>
            <a:off x="172720" y="668319"/>
            <a:ext cx="3429000" cy="3438525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Cr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7</a:t>
            </a:r>
            <a:r>
              <a:rPr lang="en-US" altLang="zh-CN" sz="2200" b="1" baseline="30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2-  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+ 14H</a:t>
            </a:r>
            <a:r>
              <a:rPr lang="en-US" altLang="zh-CN" sz="2200" b="1" baseline="30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+  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+ 6e</a:t>
            </a:r>
            <a:r>
              <a:rPr lang="en-US" altLang="zh-CN" sz="2200" b="1" baseline="30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-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 ⇋ </a:t>
            </a:r>
          </a:p>
          <a:p>
            <a:pPr>
              <a:lnSpc>
                <a:spcPct val="110000"/>
              </a:lnSpc>
            </a:pP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2Cr</a:t>
            </a:r>
            <a:r>
              <a:rPr lang="en-US" altLang="zh-CN" sz="2200" b="1" baseline="30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3+ 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+ 7H</a:t>
            </a:r>
            <a:r>
              <a:rPr lang="en-US" altLang="zh-CN" sz="2200" b="1" baseline="-25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O 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的</a:t>
            </a:r>
            <a:r>
              <a:rPr lang="en-US" altLang="zh-CN" sz="2200" b="1" i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200" b="1" baseline="100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= </a:t>
            </a:r>
          </a:p>
          <a:p>
            <a:pPr>
              <a:lnSpc>
                <a:spcPct val="110000"/>
              </a:lnSpc>
            </a:pP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+1.232V;Fe</a:t>
            </a:r>
            <a:r>
              <a:rPr lang="en-US" altLang="zh-CN" sz="2200" b="1" baseline="30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3+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 + e</a:t>
            </a:r>
            <a:r>
              <a:rPr lang="en-US" altLang="zh-CN" sz="2200" b="1" baseline="30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-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 ⇋ Fe</a:t>
            </a:r>
            <a:r>
              <a:rPr lang="en-US" altLang="zh-CN" sz="2200" b="1" baseline="30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2+</a:t>
            </a:r>
          </a:p>
          <a:p>
            <a:pPr>
              <a:lnSpc>
                <a:spcPct val="110000"/>
              </a:lnSpc>
            </a:pP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的</a:t>
            </a:r>
            <a:r>
              <a:rPr lang="en-US" altLang="zh-CN" sz="2200" b="1" i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1400" b="1" baseline="100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 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= +0.771V. 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将它们</a:t>
            </a:r>
          </a:p>
          <a:p>
            <a:pPr>
              <a:lnSpc>
                <a:spcPct val="110000"/>
              </a:lnSpc>
            </a:pP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构成原电池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,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若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[H</a:t>
            </a:r>
            <a:r>
              <a:rPr lang="en-US" altLang="zh-CN" sz="2200" b="1" baseline="30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+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] = </a:t>
            </a:r>
          </a:p>
          <a:p>
            <a:pPr>
              <a:lnSpc>
                <a:spcPct val="110000"/>
              </a:lnSpc>
            </a:pP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10.0 mol·L</a:t>
            </a:r>
            <a:r>
              <a:rPr lang="en-US" altLang="zh-CN" sz="2200" b="1" baseline="30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-1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,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其它离子浓</a:t>
            </a:r>
          </a:p>
          <a:p>
            <a:pPr>
              <a:lnSpc>
                <a:spcPct val="110000"/>
              </a:lnSpc>
            </a:pP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度均为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1.00 mol·L</a:t>
            </a:r>
            <a:r>
              <a:rPr lang="en-US" altLang="zh-CN" sz="2200" b="1" baseline="30000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-1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.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试写</a:t>
            </a:r>
          </a:p>
          <a:p>
            <a:pPr>
              <a:lnSpc>
                <a:spcPct val="110000"/>
              </a:lnSpc>
            </a:pP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出原电池符号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,</a:t>
            </a: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并求原电</a:t>
            </a:r>
          </a:p>
          <a:p>
            <a:pPr>
              <a:lnSpc>
                <a:spcPct val="110000"/>
              </a:lnSpc>
            </a:pPr>
            <a:r>
              <a:rPr lang="zh-CN" altLang="en-US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池电动势</a:t>
            </a:r>
            <a:r>
              <a:rPr lang="en-US" altLang="zh-CN" sz="2200" b="1" dirty="0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华文新魏" pitchFamily="2" charset="-122"/>
              </a:rPr>
              <a:t>.</a:t>
            </a:r>
          </a:p>
        </p:txBody>
      </p:sp>
      <p:sp>
        <p:nvSpPr>
          <p:cNvPr id="134149" name="Rectangle 5"/>
          <p:cNvSpPr/>
          <p:nvPr/>
        </p:nvSpPr>
        <p:spPr>
          <a:xfrm>
            <a:off x="6109970" y="838835"/>
            <a:ext cx="325730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||</a:t>
            </a:r>
          </a:p>
        </p:txBody>
      </p:sp>
      <p:sp>
        <p:nvSpPr>
          <p:cNvPr id="134150" name="Rectangle 6"/>
          <p:cNvSpPr/>
          <p:nvPr/>
        </p:nvSpPr>
        <p:spPr>
          <a:xfrm>
            <a:off x="6263005" y="838835"/>
            <a:ext cx="1281120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Cr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7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2-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,</a:t>
            </a:r>
          </a:p>
        </p:txBody>
      </p:sp>
      <p:sp>
        <p:nvSpPr>
          <p:cNvPr id="134151" name="Rectangle 7"/>
          <p:cNvSpPr/>
          <p:nvPr/>
        </p:nvSpPr>
        <p:spPr>
          <a:xfrm>
            <a:off x="9572943" y="838835"/>
            <a:ext cx="787395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Cr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3+</a:t>
            </a:r>
          </a:p>
        </p:txBody>
      </p:sp>
      <p:sp>
        <p:nvSpPr>
          <p:cNvPr id="134152" name="Rectangle 8"/>
          <p:cNvSpPr/>
          <p:nvPr/>
        </p:nvSpPr>
        <p:spPr>
          <a:xfrm>
            <a:off x="7335838" y="838835"/>
            <a:ext cx="2428870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(10.0mol·L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-1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),</a:t>
            </a:r>
          </a:p>
        </p:txBody>
      </p:sp>
      <p:sp>
        <p:nvSpPr>
          <p:cNvPr id="134153" name="Rectangle 9"/>
          <p:cNvSpPr/>
          <p:nvPr/>
        </p:nvSpPr>
        <p:spPr>
          <a:xfrm>
            <a:off x="10211753" y="787400"/>
            <a:ext cx="955711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|Pt(+)</a:t>
            </a:r>
          </a:p>
        </p:txBody>
      </p:sp>
      <p:sp>
        <p:nvSpPr>
          <p:cNvPr id="134154" name="Rectangle 10"/>
          <p:cNvSpPr/>
          <p:nvPr/>
        </p:nvSpPr>
        <p:spPr>
          <a:xfrm>
            <a:off x="5524500" y="838518"/>
            <a:ext cx="752129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3+</a:t>
            </a:r>
          </a:p>
        </p:txBody>
      </p:sp>
      <p:sp>
        <p:nvSpPr>
          <p:cNvPr id="134155" name="Rectangle 11"/>
          <p:cNvSpPr/>
          <p:nvPr/>
        </p:nvSpPr>
        <p:spPr>
          <a:xfrm>
            <a:off x="4743768" y="838835"/>
            <a:ext cx="912429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, </a:t>
            </a:r>
          </a:p>
        </p:txBody>
      </p:sp>
      <p:sp>
        <p:nvSpPr>
          <p:cNvPr id="134156" name="Rectangle 12"/>
          <p:cNvSpPr/>
          <p:nvPr/>
        </p:nvSpPr>
        <p:spPr>
          <a:xfrm>
            <a:off x="3866198" y="838835"/>
            <a:ext cx="880369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(-)Pt|</a:t>
            </a:r>
          </a:p>
        </p:txBody>
      </p:sp>
      <p:sp>
        <p:nvSpPr>
          <p:cNvPr id="134162" name="Rectangle 18"/>
          <p:cNvSpPr/>
          <p:nvPr/>
        </p:nvSpPr>
        <p:spPr>
          <a:xfrm>
            <a:off x="3866198" y="1314768"/>
            <a:ext cx="5198859" cy="938719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</a:rPr>
              <a:t>E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MF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= 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(+)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- 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(-)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    =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Cr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7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2-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/Cr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3+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) - 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3+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/ 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)</a:t>
            </a:r>
          </a:p>
        </p:txBody>
      </p:sp>
      <p:graphicFrame>
        <p:nvGraphicFramePr>
          <p:cNvPr id="134163" name="Object 19"/>
          <p:cNvGraphicFramePr>
            <a:graphicFrameLocks/>
          </p:cNvGraphicFramePr>
          <p:nvPr/>
        </p:nvGraphicFramePr>
        <p:xfrm>
          <a:off x="4197826" y="2251552"/>
          <a:ext cx="4662170" cy="1511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9" r:id="rId4" imgW="1587240" imgH="685800" progId="Equation.3">
                  <p:embed/>
                </p:oleObj>
              </mc:Choice>
              <mc:Fallback>
                <p:oleObj r:id="rId4" imgW="1587240" imgH="685800" progId="Equation.3">
                  <p:embed/>
                  <p:pic>
                    <p:nvPicPr>
                      <p:cNvPr id="0" name="Picture 1" descr="image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7826" y="2251552"/>
                        <a:ext cx="4662170" cy="151193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2" name="Rectangle 4"/>
          <p:cNvSpPr/>
          <p:nvPr/>
        </p:nvSpPr>
        <p:spPr>
          <a:xfrm>
            <a:off x="3761105" y="3930333"/>
            <a:ext cx="9410700" cy="515526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∴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 </a:t>
            </a:r>
            <a:r>
              <a:rPr lang="en-US" altLang="zh-CN" sz="25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 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= 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18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5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 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+ (0.0592/6)lg[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H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]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14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       </a:t>
            </a:r>
          </a:p>
        </p:txBody>
      </p:sp>
      <p:sp>
        <p:nvSpPr>
          <p:cNvPr id="135178" name="Rectangle 10"/>
          <p:cNvSpPr/>
          <p:nvPr/>
        </p:nvSpPr>
        <p:spPr>
          <a:xfrm>
            <a:off x="3993198" y="4445000"/>
            <a:ext cx="9409112" cy="128397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    = 1.232 + (0.0592/6)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lg[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10.0]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14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= 1.37V.</a:t>
            </a:r>
            <a:endParaRPr lang="en-US" altLang="zh-CN" sz="2500" b="1" dirty="0">
              <a:latin typeface="Times New Roman" panose="02020603050405020304" pitchFamily="18" charset="0"/>
              <a:ea typeface="华文新魏" pitchFamily="2" charset="-122"/>
              <a:sym typeface="Webdings" panose="05030102010509060703" pitchFamily="18" charset="2"/>
            </a:endParaRPr>
          </a:p>
          <a:p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</a:rPr>
              <a:t>E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MF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= 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Cr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O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7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2-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/Cr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3+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) - 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18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3+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/ Fe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)</a:t>
            </a:r>
          </a:p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        = 1.37 - 0.771 = 0.60V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4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4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4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4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34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341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34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35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35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135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35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" grpId="0" uiExpand="1"/>
      <p:bldP spid="134149" grpId="0"/>
      <p:bldP spid="134150" grpId="0"/>
      <p:bldP spid="134151" grpId="0"/>
      <p:bldP spid="134152" grpId="0"/>
      <p:bldP spid="134153" grpId="0"/>
      <p:bldP spid="134154" grpId="0"/>
      <p:bldP spid="134155" grpId="0"/>
      <p:bldP spid="13415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5" name="矩形 10"/>
          <p:cNvSpPr/>
          <p:nvPr/>
        </p:nvSpPr>
        <p:spPr>
          <a:xfrm>
            <a:off x="174308" y="323850"/>
            <a:ext cx="702436" cy="430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Webdings" panose="05030102010509060703" pitchFamily="18" charset="2"/>
              </a:rPr>
              <a:t>例</a:t>
            </a:r>
            <a:r>
              <a:rPr lang="en-US" altLang="zh-CN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Webdings" panose="05030102010509060703" pitchFamily="18" charset="2"/>
              </a:rPr>
              <a:t>5:</a:t>
            </a:r>
            <a:endParaRPr lang="en-US" altLang="zh-CN" sz="22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  <a:sym typeface="Webdings" panose="05030102010509060703" pitchFamily="18" charset="2"/>
            </a:endParaRPr>
          </a:p>
        </p:txBody>
      </p:sp>
      <p:sp>
        <p:nvSpPr>
          <p:cNvPr id="3077" name="矩形 28"/>
          <p:cNvSpPr/>
          <p:nvPr/>
        </p:nvSpPr>
        <p:spPr>
          <a:xfrm>
            <a:off x="3760788" y="311150"/>
            <a:ext cx="612775" cy="4762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解</a:t>
            </a:r>
            <a:r>
              <a:rPr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:</a:t>
            </a:r>
            <a:endParaRPr lang="zh-CN" altLang="en-US" sz="24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138245" name="Rectangle 5"/>
          <p:cNvSpPr/>
          <p:nvPr/>
        </p:nvSpPr>
        <p:spPr>
          <a:xfrm>
            <a:off x="174308" y="753428"/>
            <a:ext cx="3657903" cy="2326791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已知</a:t>
            </a:r>
            <a:r>
              <a:rPr lang="en-US" altLang="zh-CN" sz="22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</a:rPr>
              <a:t>Cu</a:t>
            </a:r>
            <a:r>
              <a:rPr lang="en-US" altLang="zh-CN" sz="2200" b="1" baseline="30000" dirty="0">
                <a:latin typeface="Times New Roman" panose="02020603050405020304" pitchFamily="18" charset="0"/>
                <a:ea typeface="华文新魏" pitchFamily="2" charset="-122"/>
              </a:rPr>
              <a:t>2+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</a:rPr>
              <a:t>/Cu</a:t>
            </a:r>
            <a:r>
              <a:rPr lang="en-US" altLang="zh-CN" sz="2200" b="1" baseline="30000" dirty="0">
                <a:latin typeface="Times New Roman" panose="02020603050405020304" pitchFamily="18" charset="0"/>
                <a:ea typeface="华文新魏" pitchFamily="2" charset="-122"/>
              </a:rPr>
              <a:t>+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) =</a:t>
            </a:r>
          </a:p>
          <a:p>
            <a:pPr>
              <a:lnSpc>
                <a:spcPct val="110000"/>
              </a:lnSpc>
            </a:pP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 +0.153V; </a:t>
            </a:r>
            <a:r>
              <a:rPr lang="en-US" altLang="zh-CN" sz="22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</a:rPr>
              <a:t>I</a:t>
            </a:r>
            <a:r>
              <a:rPr lang="en-US" altLang="zh-CN" sz="22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</a:rPr>
              <a:t>/I</a:t>
            </a:r>
            <a:r>
              <a:rPr lang="en-US" altLang="zh-CN" sz="2200" b="1" baseline="30000" dirty="0">
                <a:latin typeface="Times New Roman" panose="02020603050405020304" pitchFamily="18" charset="0"/>
                <a:ea typeface="华文新魏" pitchFamily="2" charset="-122"/>
              </a:rPr>
              <a:t>-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) = </a:t>
            </a:r>
          </a:p>
          <a:p>
            <a:pPr>
              <a:lnSpc>
                <a:spcPct val="110000"/>
              </a:lnSpc>
            </a:pP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+0.5355V.</a:t>
            </a:r>
            <a:r>
              <a:rPr lang="zh-CN" altLang="en-US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由此可见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</a:rPr>
              <a:t>Cu</a:t>
            </a:r>
            <a:r>
              <a:rPr lang="en-US" altLang="zh-CN" sz="2200" b="1" baseline="30000" dirty="0">
                <a:latin typeface="Times New Roman" panose="02020603050405020304" pitchFamily="18" charset="0"/>
                <a:ea typeface="华文新魏" pitchFamily="2" charset="-122"/>
              </a:rPr>
              <a:t>2+</a:t>
            </a:r>
          </a:p>
          <a:p>
            <a:pPr>
              <a:lnSpc>
                <a:spcPct val="110000"/>
              </a:lnSpc>
            </a:pPr>
            <a:r>
              <a:rPr lang="zh-CN" altLang="en-US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不可能氧化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</a:rPr>
              <a:t>I</a:t>
            </a:r>
            <a:r>
              <a:rPr lang="en-US" altLang="zh-CN" sz="2200" b="1" baseline="30000" dirty="0">
                <a:latin typeface="Times New Roman" panose="02020603050405020304" pitchFamily="18" charset="0"/>
                <a:ea typeface="华文新魏" pitchFamily="2" charset="-122"/>
              </a:rPr>
              <a:t>-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,</a:t>
            </a:r>
            <a:r>
              <a:rPr lang="zh-CN" altLang="en-US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然而实际在</a:t>
            </a:r>
          </a:p>
          <a:p>
            <a:pPr>
              <a:lnSpc>
                <a:spcPct val="110000"/>
              </a:lnSpc>
            </a:pP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KI</a:t>
            </a:r>
            <a:r>
              <a:rPr lang="zh-CN" altLang="en-US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适当过量的条件下反应</a:t>
            </a:r>
          </a:p>
          <a:p>
            <a:pPr>
              <a:lnSpc>
                <a:spcPct val="110000"/>
              </a:lnSpc>
            </a:pPr>
            <a:r>
              <a:rPr lang="zh-CN" altLang="en-US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能发生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.</a:t>
            </a:r>
            <a:r>
              <a:rPr lang="zh-CN" altLang="en-US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试计算说明</a:t>
            </a:r>
            <a:r>
              <a:rPr lang="en-US" altLang="zh-CN" sz="2200" b="1" dirty="0" smtClean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.</a:t>
            </a:r>
            <a:endParaRPr lang="en-US" altLang="zh-CN" sz="2200" b="1" dirty="0">
              <a:latin typeface="Times New Roman" panose="02020603050405020304" pitchFamily="18" charset="0"/>
              <a:ea typeface="华文新魏" pitchFamily="2" charset="-122"/>
              <a:sym typeface="Symbol" panose="05050102010706020507" pitchFamily="18" charset="2"/>
            </a:endParaRPr>
          </a:p>
        </p:txBody>
      </p:sp>
      <p:sp>
        <p:nvSpPr>
          <p:cNvPr id="138246" name="Rectangle 6"/>
          <p:cNvSpPr/>
          <p:nvPr/>
        </p:nvSpPr>
        <p:spPr>
          <a:xfrm>
            <a:off x="4061460" y="787400"/>
            <a:ext cx="5081588" cy="476250"/>
          </a:xfrm>
          <a:prstGeom prst="rect">
            <a:avLst/>
          </a:prstGeom>
          <a:noFill/>
          <a:ln w="12700">
            <a:noFill/>
          </a:ln>
        </p:spPr>
        <p:txBody>
          <a:bodyPr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2Cu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+ 2I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⇋ 2Cu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+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+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I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(s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138249" name="Rectangle 9"/>
          <p:cNvSpPr/>
          <p:nvPr/>
        </p:nvSpPr>
        <p:spPr>
          <a:xfrm rot="5400000">
            <a:off x="6051767" y="1275155"/>
            <a:ext cx="447558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⇋</a:t>
            </a:r>
          </a:p>
        </p:txBody>
      </p:sp>
      <p:sp>
        <p:nvSpPr>
          <p:cNvPr id="138248" name="Rectangle 8"/>
          <p:cNvSpPr/>
          <p:nvPr/>
        </p:nvSpPr>
        <p:spPr>
          <a:xfrm>
            <a:off x="5751830" y="1632585"/>
            <a:ext cx="1058303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CuI(s)</a:t>
            </a:r>
            <a:endParaRPr lang="en-US" altLang="zh-CN" sz="2500" b="1" baseline="30000" dirty="0">
              <a:latin typeface="Times New Roman" panose="02020603050405020304" pitchFamily="18" charset="0"/>
              <a:ea typeface="华文新魏" pitchFamily="2" charset="-122"/>
            </a:endParaRPr>
          </a:p>
        </p:txBody>
      </p:sp>
      <p:sp>
        <p:nvSpPr>
          <p:cNvPr id="138247" name="Rectangle 7"/>
          <p:cNvSpPr/>
          <p:nvPr/>
        </p:nvSpPr>
        <p:spPr>
          <a:xfrm>
            <a:off x="6324600" y="1263333"/>
            <a:ext cx="562975" cy="477054"/>
          </a:xfrm>
          <a:prstGeom prst="rect">
            <a:avLst/>
          </a:prstGeom>
          <a:noFill/>
          <a:ln w="12700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+I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</a:t>
            </a:r>
          </a:p>
        </p:txBody>
      </p:sp>
      <p:sp>
        <p:nvSpPr>
          <p:cNvPr id="139268" name="Text Box 4"/>
          <p:cNvSpPr txBox="1"/>
          <p:nvPr/>
        </p:nvSpPr>
        <p:spPr>
          <a:xfrm>
            <a:off x="4027805" y="2257108"/>
            <a:ext cx="7421864" cy="475615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Cu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/Cu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)</a:t>
            </a:r>
            <a:r>
              <a:rPr lang="en-US" altLang="zh-CN" sz="25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= 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5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 </a:t>
            </a:r>
            <a:r>
              <a:rPr lang="en-US" altLang="zh-CN" sz="2500" b="1" dirty="0" smtClean="0"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500" b="1" dirty="0">
                <a:ea typeface="华文新魏" pitchFamily="2" charset="-122"/>
              </a:rPr>
              <a:t>Cu</a:t>
            </a:r>
            <a:r>
              <a:rPr lang="en-US" altLang="zh-CN" sz="2500" b="1" baseline="30000" dirty="0">
                <a:ea typeface="华文新魏" pitchFamily="2" charset="-122"/>
              </a:rPr>
              <a:t>2+</a:t>
            </a:r>
            <a:r>
              <a:rPr lang="en-US" altLang="zh-CN" sz="2500" b="1" dirty="0">
                <a:ea typeface="华文新魏" pitchFamily="2" charset="-122"/>
              </a:rPr>
              <a:t>/Cu</a:t>
            </a:r>
            <a:r>
              <a:rPr lang="en-US" altLang="zh-CN" sz="2500" b="1" baseline="30000" dirty="0">
                <a:ea typeface="华文新魏" pitchFamily="2" charset="-122"/>
              </a:rPr>
              <a:t>+</a:t>
            </a:r>
            <a:r>
              <a:rPr lang="en-US" altLang="zh-CN" sz="2500" b="1" dirty="0">
                <a:ea typeface="华文新魏" pitchFamily="2" charset="-122"/>
                <a:sym typeface="Symbol" panose="05050102010706020507" pitchFamily="18" charset="2"/>
              </a:rPr>
              <a:t>)</a:t>
            </a:r>
            <a:r>
              <a:rPr lang="en-US" altLang="zh-CN" sz="2500" b="1" baseline="100000" dirty="0" smtClean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+ 0.0592lg([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Cu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]/[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Cu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])</a:t>
            </a:r>
          </a:p>
        </p:txBody>
      </p:sp>
      <p:sp>
        <p:nvSpPr>
          <p:cNvPr id="139269" name="Rectangle 5"/>
          <p:cNvSpPr/>
          <p:nvPr/>
        </p:nvSpPr>
        <p:spPr>
          <a:xfrm>
            <a:off x="3760788" y="2733040"/>
            <a:ext cx="5240609" cy="1169551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     ∵[Cu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][I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] = 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sp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(CuI)</a:t>
            </a:r>
          </a:p>
          <a:p>
            <a:pPr>
              <a:lnSpc>
                <a:spcPct val="14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</a:t>
            </a:r>
            <a:r>
              <a:rPr lang="en-US" altLang="zh-CN" sz="2500" b="1" dirty="0" smtClean="0">
                <a:latin typeface="Times New Roman" panose="02020603050405020304" pitchFamily="18" charset="0"/>
                <a:ea typeface="华文新魏" pitchFamily="2" charset="-122"/>
              </a:rPr>
              <a:t>         </a:t>
            </a:r>
            <a:r>
              <a:rPr lang="en-US" altLang="zh-CN" sz="2500" b="1" dirty="0" smtClean="0">
                <a:ea typeface="华文新魏" pitchFamily="2" charset="-122"/>
              </a:rPr>
              <a:t>[</a:t>
            </a:r>
            <a:r>
              <a:rPr lang="en-US" altLang="zh-CN" sz="2500" b="1" dirty="0">
                <a:ea typeface="华文新魏" pitchFamily="2" charset="-122"/>
              </a:rPr>
              <a:t>Cu</a:t>
            </a:r>
            <a:r>
              <a:rPr lang="en-US" altLang="zh-CN" sz="2500" b="1" baseline="30000" dirty="0" smtClean="0">
                <a:ea typeface="华文新魏" pitchFamily="2" charset="-122"/>
              </a:rPr>
              <a:t>+</a:t>
            </a:r>
            <a:r>
              <a:rPr lang="en-US" altLang="zh-CN" sz="2500" b="1" dirty="0" smtClean="0">
                <a:ea typeface="华文新魏" pitchFamily="2" charset="-122"/>
              </a:rPr>
              <a:t>]=</a:t>
            </a:r>
            <a:r>
              <a:rPr lang="en-US" altLang="zh-CN" sz="2500" b="1" i="1" dirty="0" err="1">
                <a:ea typeface="华文新魏" pitchFamily="2" charset="-122"/>
              </a:rPr>
              <a:t>K</a:t>
            </a:r>
            <a:r>
              <a:rPr lang="en-US" altLang="zh-CN" sz="1600" b="1" baseline="100000" dirty="0" err="1"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dirty="0" err="1">
                <a:ea typeface="华文新魏" pitchFamily="2" charset="-122"/>
                <a:sym typeface="Webdings" panose="05030102010509060703" pitchFamily="18" charset="2"/>
              </a:rPr>
              <a:t>sp</a:t>
            </a:r>
            <a:r>
              <a:rPr lang="en-US" altLang="zh-CN" sz="2500" b="1" dirty="0">
                <a:ea typeface="华文新魏" pitchFamily="2" charset="-122"/>
                <a:sym typeface="Webdings" panose="05030102010509060703" pitchFamily="18" charset="2"/>
              </a:rPr>
              <a:t>(</a:t>
            </a:r>
            <a:r>
              <a:rPr lang="en-US" altLang="zh-CN" sz="2500" b="1" dirty="0" err="1">
                <a:ea typeface="华文新魏" pitchFamily="2" charset="-122"/>
                <a:sym typeface="Webdings" panose="05030102010509060703" pitchFamily="18" charset="2"/>
              </a:rPr>
              <a:t>CuI</a:t>
            </a:r>
            <a:r>
              <a:rPr lang="en-US" altLang="zh-CN" sz="2500" b="1" dirty="0" smtClean="0">
                <a:ea typeface="华文新魏" pitchFamily="2" charset="-122"/>
                <a:sym typeface="Webdings" panose="05030102010509060703" pitchFamily="18" charset="2"/>
              </a:rPr>
              <a:t>)/</a:t>
            </a:r>
            <a:r>
              <a:rPr lang="en-US" altLang="zh-CN" sz="2500" b="1" baseline="30000" dirty="0">
                <a:ea typeface="华文新魏" pitchFamily="2" charset="-122"/>
              </a:rPr>
              <a:t> </a:t>
            </a:r>
            <a:r>
              <a:rPr lang="en-US" altLang="zh-CN" sz="2500" b="1" dirty="0" smtClean="0">
                <a:ea typeface="华文新魏" pitchFamily="2" charset="-122"/>
              </a:rPr>
              <a:t>[</a:t>
            </a:r>
            <a:r>
              <a:rPr lang="en-US" altLang="zh-CN" sz="2500" b="1" dirty="0">
                <a:ea typeface="华文新魏" pitchFamily="2" charset="-122"/>
              </a:rPr>
              <a:t>I</a:t>
            </a:r>
            <a:r>
              <a:rPr lang="en-US" altLang="zh-CN" sz="2500" b="1" baseline="30000" dirty="0">
                <a:ea typeface="华文新魏" pitchFamily="2" charset="-122"/>
              </a:rPr>
              <a:t>-</a:t>
            </a:r>
            <a:r>
              <a:rPr lang="en-US" altLang="zh-CN" sz="2500" b="1" dirty="0">
                <a:ea typeface="华文新魏" pitchFamily="2" charset="-122"/>
              </a:rPr>
              <a:t>] </a:t>
            </a:r>
            <a:endParaRPr lang="en-US" altLang="zh-CN" sz="2500" b="1" dirty="0">
              <a:ea typeface="华文新魏" pitchFamily="2" charset="-122"/>
              <a:sym typeface="Webdings" panose="05030102010509060703" pitchFamily="18" charset="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760788" y="3986696"/>
            <a:ext cx="7652170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 b="1" dirty="0">
                <a:ea typeface="华文新魏" pitchFamily="2" charset="-122"/>
              </a:rPr>
              <a:t>∴ </a:t>
            </a:r>
            <a:r>
              <a:rPr lang="en-US" altLang="zh-CN" sz="2400" b="1" i="1" dirty="0"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2400" b="1" baseline="-25000" dirty="0">
                <a:ea typeface="华文新魏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baseline="100000" dirty="0">
                <a:ea typeface="华文新魏" pitchFamily="2" charset="-122"/>
                <a:sym typeface="Webdings" panose="05030102010509060703" pitchFamily="18" charset="2"/>
              </a:rPr>
              <a:t>  </a:t>
            </a:r>
            <a:r>
              <a:rPr lang="en-US" altLang="zh-CN" sz="2400" b="1" dirty="0">
                <a:ea typeface="华文新魏" pitchFamily="2" charset="-122"/>
                <a:sym typeface="Webdings" panose="05030102010509060703" pitchFamily="18" charset="2"/>
              </a:rPr>
              <a:t>= </a:t>
            </a:r>
            <a:r>
              <a:rPr lang="en-US" altLang="zh-CN" sz="2400" b="1" i="1" dirty="0"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2400" b="1" baseline="100000" dirty="0">
                <a:ea typeface="华文新魏" pitchFamily="2" charset="-122"/>
                <a:sym typeface="Webdings" panose="05030102010509060703" pitchFamily="18" charset="2"/>
              </a:rPr>
              <a:t>  </a:t>
            </a:r>
            <a:r>
              <a:rPr lang="en-US" altLang="zh-CN" sz="2400" b="1" dirty="0">
                <a:ea typeface="华文新魏" pitchFamily="2" charset="-122"/>
                <a:sym typeface="Webdings" panose="05030102010509060703" pitchFamily="18" charset="2"/>
              </a:rPr>
              <a:t>+ 0.0592lg([</a:t>
            </a:r>
            <a:r>
              <a:rPr lang="en-US" altLang="zh-CN" sz="2400" b="1" dirty="0">
                <a:ea typeface="华文新魏" pitchFamily="2" charset="-122"/>
              </a:rPr>
              <a:t>Cu</a:t>
            </a:r>
            <a:r>
              <a:rPr lang="en-US" altLang="zh-CN" sz="2400" b="1" baseline="30000" dirty="0">
                <a:ea typeface="华文新魏" pitchFamily="2" charset="-122"/>
              </a:rPr>
              <a:t>2+</a:t>
            </a:r>
            <a:r>
              <a:rPr lang="en-US" altLang="zh-CN" sz="2400" b="1" dirty="0">
                <a:ea typeface="华文新魏" pitchFamily="2" charset="-122"/>
                <a:sym typeface="Webdings" panose="05030102010509060703" pitchFamily="18" charset="2"/>
              </a:rPr>
              <a:t>][</a:t>
            </a:r>
            <a:r>
              <a:rPr lang="en-US" altLang="zh-CN" sz="2400" b="1" dirty="0">
                <a:ea typeface="华文新魏" pitchFamily="2" charset="-122"/>
              </a:rPr>
              <a:t>I</a:t>
            </a:r>
            <a:r>
              <a:rPr lang="en-US" altLang="zh-CN" sz="2400" b="1" baseline="30000" dirty="0">
                <a:ea typeface="华文新魏" pitchFamily="2" charset="-122"/>
              </a:rPr>
              <a:t>-</a:t>
            </a:r>
            <a:r>
              <a:rPr lang="en-US" altLang="zh-CN" sz="2400" b="1" dirty="0">
                <a:ea typeface="华文新魏" pitchFamily="2" charset="-122"/>
                <a:sym typeface="Webdings" panose="05030102010509060703" pitchFamily="18" charset="2"/>
              </a:rPr>
              <a:t>]/</a:t>
            </a:r>
            <a:r>
              <a:rPr lang="en-US" altLang="zh-CN" sz="2400" b="1" dirty="0" err="1">
                <a:ea typeface="华文新魏" pitchFamily="2" charset="-122"/>
              </a:rPr>
              <a:t>K</a:t>
            </a:r>
            <a:r>
              <a:rPr lang="en-US" altLang="zh-CN" sz="2400" b="1" baseline="100000" dirty="0" err="1"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400" b="1" baseline="-25000" dirty="0" err="1">
                <a:ea typeface="华文新魏" pitchFamily="2" charset="-122"/>
                <a:sym typeface="Webdings" panose="05030102010509060703" pitchFamily="18" charset="2"/>
              </a:rPr>
              <a:t>sp</a:t>
            </a:r>
            <a:r>
              <a:rPr lang="en-US" altLang="zh-CN" sz="2400" b="1" dirty="0">
                <a:ea typeface="华文新魏" pitchFamily="2" charset="-122"/>
                <a:sym typeface="Webdings" panose="05030102010509060703" pitchFamily="18" charset="2"/>
              </a:rPr>
              <a:t>)</a:t>
            </a:r>
          </a:p>
          <a:p>
            <a:pPr>
              <a:lnSpc>
                <a:spcPct val="140000"/>
              </a:lnSpc>
            </a:pPr>
            <a:r>
              <a:rPr lang="en-US" altLang="zh-CN" sz="2400" b="1" dirty="0">
                <a:ea typeface="华文新魏" pitchFamily="2" charset="-122"/>
                <a:sym typeface="Webdings" panose="05030102010509060703" pitchFamily="18" charset="2"/>
              </a:rPr>
              <a:t>               = </a:t>
            </a:r>
            <a:r>
              <a:rPr lang="en-US" altLang="zh-CN" sz="2400" b="1" i="1" dirty="0">
                <a:ea typeface="华文新魏" pitchFamily="2" charset="-122"/>
                <a:sym typeface="Webdings" panose="05030102010509060703" pitchFamily="18" charset="2"/>
              </a:rPr>
              <a:t>E</a:t>
            </a:r>
            <a:r>
              <a:rPr lang="en-US" altLang="zh-CN" sz="2400" b="1" baseline="80000" dirty="0"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400" b="1" dirty="0">
                <a:ea typeface="华文新魏" pitchFamily="2" charset="-122"/>
                <a:sym typeface="Webdings" panose="05030102010509060703" pitchFamily="18" charset="2"/>
              </a:rPr>
              <a:t> + 0.0592lg1/</a:t>
            </a:r>
            <a:r>
              <a:rPr lang="en-US" altLang="zh-CN" sz="2400" b="1" i="1" dirty="0" err="1">
                <a:ea typeface="华文新魏" pitchFamily="2" charset="-122"/>
                <a:sym typeface="Webdings" panose="05030102010509060703" pitchFamily="18" charset="2"/>
              </a:rPr>
              <a:t>K</a:t>
            </a:r>
            <a:r>
              <a:rPr lang="en-US" altLang="zh-CN" sz="2400" b="1" baseline="80000" dirty="0" err="1"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400" b="1" baseline="-25000" dirty="0" err="1">
                <a:ea typeface="华文新魏" pitchFamily="2" charset="-122"/>
                <a:sym typeface="Webdings" panose="05030102010509060703" pitchFamily="18" charset="2"/>
              </a:rPr>
              <a:t>sp</a:t>
            </a:r>
            <a:r>
              <a:rPr lang="en-US" altLang="zh-CN" sz="2400" b="1" dirty="0">
                <a:ea typeface="华文新魏" pitchFamily="2" charset="-122"/>
                <a:sym typeface="Webdings" panose="05030102010509060703" pitchFamily="18" charset="2"/>
              </a:rPr>
              <a:t> + 0.0592lg[Cu</a:t>
            </a:r>
            <a:r>
              <a:rPr lang="en-US" altLang="zh-CN" sz="2400" b="1" baseline="30000" dirty="0">
                <a:ea typeface="华文新魏" pitchFamily="2" charset="-122"/>
                <a:sym typeface="Webdings" panose="05030102010509060703" pitchFamily="18" charset="2"/>
              </a:rPr>
              <a:t>2+</a:t>
            </a:r>
            <a:r>
              <a:rPr lang="en-US" altLang="zh-CN" sz="2400" b="1" dirty="0">
                <a:ea typeface="华文新魏" pitchFamily="2" charset="-122"/>
                <a:sym typeface="Webdings" panose="05030102010509060703" pitchFamily="18" charset="2"/>
              </a:rPr>
              <a:t>][I</a:t>
            </a:r>
            <a:r>
              <a:rPr lang="en-US" altLang="zh-CN" sz="2400" b="1" baseline="30000" dirty="0">
                <a:ea typeface="华文新魏" pitchFamily="2" charset="-122"/>
                <a:sym typeface="Webdings" panose="05030102010509060703" pitchFamily="18" charset="2"/>
              </a:rPr>
              <a:t>-</a:t>
            </a:r>
            <a:r>
              <a:rPr lang="en-US" altLang="zh-CN" sz="2400" b="1" dirty="0">
                <a:ea typeface="华文新魏" pitchFamily="2" charset="-122"/>
                <a:sym typeface="Webdings" panose="05030102010509060703" pitchFamily="18" charset="2"/>
              </a:rPr>
              <a:t>]         </a:t>
            </a:r>
            <a:endParaRPr lang="zh-CN" altLang="en-US" sz="2400" b="1" dirty="0">
              <a:ea typeface="华文新魏" pitchFamily="2" charset="-122"/>
              <a:sym typeface="Webdings" panose="05030102010509060703" pitchFamily="18" charset="2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3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138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1" dur="500"/>
                                        <p:tgtEl>
                                          <p:spTgt spid="138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500"/>
                                        <p:tgtEl>
                                          <p:spTgt spid="1382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13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139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139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" grpId="0"/>
      <p:bldP spid="138246" grpId="0"/>
      <p:bldP spid="138249" grpId="0"/>
      <p:bldP spid="138248" grpId="0"/>
      <p:bldP spid="138247" grpId="0"/>
      <p:bldP spid="139268" grpId="0"/>
      <p:bldP spid="13926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184973" y="1198197"/>
            <a:ext cx="2808312" cy="5760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269" name="Rectangle 5"/>
          <p:cNvSpPr/>
          <p:nvPr/>
        </p:nvSpPr>
        <p:spPr>
          <a:xfrm>
            <a:off x="3778698" y="2324659"/>
            <a:ext cx="7072347" cy="3553460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      </a:t>
            </a:r>
            <a:r>
              <a:rPr lang="zh-CN" altLang="en-US" sz="2500" b="1" dirty="0" smtClean="0">
                <a:ea typeface="华文新魏" pitchFamily="2" charset="-122"/>
                <a:sym typeface="Webdings" panose="05030102010509060703" pitchFamily="18" charset="2"/>
              </a:rPr>
              <a:t>标准态下</a:t>
            </a:r>
            <a:r>
              <a:rPr lang="en-US" altLang="zh-CN" sz="2500" b="1" dirty="0" smtClean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[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Cu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] = [I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-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] = 1.0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 </a:t>
            </a:r>
            <a:r>
              <a:rPr lang="en-US" altLang="zh-CN" sz="2500" b="1" dirty="0" smtClean="0">
                <a:latin typeface="Times New Roman" panose="02020603050405020304" pitchFamily="18" charset="0"/>
                <a:ea typeface="华文新魏" pitchFamily="2" charset="-122"/>
              </a:rPr>
              <a:t>mol·L</a:t>
            </a:r>
            <a:r>
              <a:rPr lang="en-US" altLang="zh-CN" sz="2500" b="1" baseline="30000" dirty="0" smtClean="0">
                <a:latin typeface="Times New Roman" panose="02020603050405020304" pitchFamily="18" charset="0"/>
                <a:ea typeface="华文新魏" pitchFamily="2" charset="-122"/>
              </a:rPr>
              <a:t>-1</a:t>
            </a:r>
            <a:r>
              <a:rPr lang="en-US" altLang="zh-CN" sz="2500" b="1" dirty="0" smtClean="0">
                <a:latin typeface="Times New Roman" panose="02020603050405020304" pitchFamily="18" charset="0"/>
                <a:ea typeface="华文新魏" pitchFamily="2" charset="-122"/>
              </a:rPr>
              <a:t>:</a:t>
            </a:r>
            <a:endParaRPr lang="en-US" altLang="zh-CN" sz="2500" b="1" dirty="0">
              <a:latin typeface="Times New Roman" panose="02020603050405020304" pitchFamily="18" charset="0"/>
              <a:ea typeface="华文新魏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       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Cu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/Cu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)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= 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’(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Cu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/Cu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                             = 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5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 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+ 0.0592lg(1/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</a:rPr>
              <a:t>K</a:t>
            </a:r>
            <a:r>
              <a:rPr lang="en-US" altLang="zh-CN" sz="16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500" b="1" baseline="-25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sp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                             = 0.153 + 0.0592lg(1/1.1×10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-12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                             = 0.86V = </a:t>
            </a:r>
            <a:r>
              <a:rPr lang="en-US" altLang="zh-CN" sz="25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5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 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Cu</a:t>
            </a:r>
            <a:r>
              <a:rPr lang="en-US" altLang="zh-CN" sz="2500" b="1" baseline="30000" dirty="0">
                <a:latin typeface="Times New Roman" panose="02020603050405020304" pitchFamily="18" charset="0"/>
                <a:ea typeface="华文新魏" pitchFamily="2" charset="-122"/>
              </a:rPr>
              <a:t>2+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</a:rPr>
              <a:t>/CuI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)</a:t>
            </a:r>
            <a:r>
              <a:rPr lang="en-US" altLang="zh-CN" sz="2500" b="1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sz="2500" b="1" dirty="0">
                <a:solidFill>
                  <a:schemeClr val="accent6"/>
                </a:solidFill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       </a:t>
            </a:r>
            <a:r>
              <a:rPr lang="zh-CN" altLang="en-US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故</a:t>
            </a:r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Cu</a:t>
            </a:r>
            <a:r>
              <a:rPr lang="en-US" altLang="zh-CN" sz="2500" b="1" baseline="30000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2+</a:t>
            </a:r>
            <a:r>
              <a:rPr lang="zh-CN" altLang="en-US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氧化</a:t>
            </a:r>
            <a:r>
              <a:rPr lang="en-US" altLang="zh-CN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I</a:t>
            </a:r>
            <a:r>
              <a:rPr lang="en-US" altLang="zh-CN" sz="2500" b="1" baseline="30000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</a:rPr>
              <a:t>-</a:t>
            </a:r>
            <a:r>
              <a:rPr lang="zh-CN" altLang="en-US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的</a:t>
            </a:r>
            <a:r>
              <a:rPr lang="zh-CN" altLang="en-US" sz="25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反应能</a:t>
            </a:r>
            <a:r>
              <a:rPr lang="zh-CN" altLang="en-US" sz="25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发生</a:t>
            </a:r>
            <a:r>
              <a:rPr lang="en-US" altLang="zh-CN" sz="25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.</a:t>
            </a:r>
            <a:endParaRPr lang="zh-CN" altLang="en-US" sz="2500" b="1" dirty="0">
              <a:solidFill>
                <a:srgbClr val="FFFF00"/>
              </a:solidFill>
              <a:latin typeface="Times New Roman" panose="02020603050405020304" pitchFamily="18" charset="0"/>
              <a:ea typeface="华文新魏" pitchFamily="2" charset="-122"/>
              <a:sym typeface="Webdings" panose="05030102010509060703" pitchFamily="18" charset="2"/>
            </a:endParaRPr>
          </a:p>
        </p:txBody>
      </p:sp>
      <p:sp>
        <p:nvSpPr>
          <p:cNvPr id="6" name="矩形 10"/>
          <p:cNvSpPr/>
          <p:nvPr/>
        </p:nvSpPr>
        <p:spPr>
          <a:xfrm>
            <a:off x="174308" y="323850"/>
            <a:ext cx="702436" cy="43088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2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Webdings" panose="05030102010509060703" pitchFamily="18" charset="2"/>
              </a:rPr>
              <a:t>例</a:t>
            </a:r>
            <a:r>
              <a:rPr lang="en-US" altLang="zh-CN" sz="2200" b="1" dirty="0" smtClean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  <a:sym typeface="Webdings" panose="05030102010509060703" pitchFamily="18" charset="2"/>
              </a:rPr>
              <a:t>5:</a:t>
            </a:r>
            <a:endParaRPr lang="en-US" altLang="zh-CN" sz="22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  <a:sym typeface="Webdings" panose="05030102010509060703" pitchFamily="18" charset="2"/>
            </a:endParaRPr>
          </a:p>
        </p:txBody>
      </p:sp>
      <p:sp>
        <p:nvSpPr>
          <p:cNvPr id="7" name="矩形 28"/>
          <p:cNvSpPr/>
          <p:nvPr/>
        </p:nvSpPr>
        <p:spPr>
          <a:xfrm>
            <a:off x="3760788" y="311150"/>
            <a:ext cx="612775" cy="4762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解</a:t>
            </a:r>
            <a:r>
              <a:rPr lang="en-US" altLang="zh-CN" sz="2400" b="1" dirty="0">
                <a:solidFill>
                  <a:srgbClr val="FFFF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:</a:t>
            </a:r>
            <a:endParaRPr lang="zh-CN" altLang="en-US" sz="2400" b="1" dirty="0">
              <a:solidFill>
                <a:srgbClr val="FFFF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sp>
        <p:nvSpPr>
          <p:cNvPr id="8" name="Rectangle 5"/>
          <p:cNvSpPr/>
          <p:nvPr/>
        </p:nvSpPr>
        <p:spPr>
          <a:xfrm>
            <a:off x="174308" y="753428"/>
            <a:ext cx="3657903" cy="2326791"/>
          </a:xfrm>
          <a:prstGeom prst="rect">
            <a:avLst/>
          </a:prstGeom>
          <a:noFill/>
          <a:ln w="12700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已知</a:t>
            </a:r>
            <a:r>
              <a:rPr lang="en-US" altLang="zh-CN" sz="22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</a:rPr>
              <a:t>Cu</a:t>
            </a:r>
            <a:r>
              <a:rPr lang="en-US" altLang="zh-CN" sz="2200" b="1" baseline="30000" dirty="0">
                <a:latin typeface="Times New Roman" panose="02020603050405020304" pitchFamily="18" charset="0"/>
                <a:ea typeface="华文新魏" pitchFamily="2" charset="-122"/>
              </a:rPr>
              <a:t>2+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</a:rPr>
              <a:t>/Cu</a:t>
            </a:r>
            <a:r>
              <a:rPr lang="en-US" altLang="zh-CN" sz="2200" b="1" baseline="30000" dirty="0">
                <a:latin typeface="Times New Roman" panose="02020603050405020304" pitchFamily="18" charset="0"/>
                <a:ea typeface="华文新魏" pitchFamily="2" charset="-122"/>
              </a:rPr>
              <a:t>+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) =</a:t>
            </a:r>
          </a:p>
          <a:p>
            <a:pPr>
              <a:lnSpc>
                <a:spcPct val="110000"/>
              </a:lnSpc>
            </a:pP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 +0.153V; </a:t>
            </a:r>
            <a:r>
              <a:rPr lang="en-US" altLang="zh-CN" sz="2200" b="1" i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1600" b="1" baseline="100000" dirty="0">
                <a:latin typeface="Times New Roman" panose="02020603050405020304" pitchFamily="18" charset="0"/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(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</a:rPr>
              <a:t>I</a:t>
            </a:r>
            <a:r>
              <a:rPr lang="en-US" altLang="zh-CN" sz="2200" b="1" baseline="-25000" dirty="0">
                <a:latin typeface="Times New Roman" panose="02020603050405020304" pitchFamily="18" charset="0"/>
                <a:ea typeface="华文新魏" pitchFamily="2" charset="-122"/>
              </a:rPr>
              <a:t>2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</a:rPr>
              <a:t>/I</a:t>
            </a:r>
            <a:r>
              <a:rPr lang="en-US" altLang="zh-CN" sz="2200" b="1" baseline="30000" dirty="0">
                <a:latin typeface="Times New Roman" panose="02020603050405020304" pitchFamily="18" charset="0"/>
                <a:ea typeface="华文新魏" pitchFamily="2" charset="-122"/>
              </a:rPr>
              <a:t>-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) = </a:t>
            </a:r>
          </a:p>
          <a:p>
            <a:pPr>
              <a:lnSpc>
                <a:spcPct val="110000"/>
              </a:lnSpc>
            </a:pP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+0.5355V.</a:t>
            </a:r>
            <a:r>
              <a:rPr lang="zh-CN" altLang="en-US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由此可见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, 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</a:rPr>
              <a:t>Cu</a:t>
            </a:r>
            <a:r>
              <a:rPr lang="en-US" altLang="zh-CN" sz="2200" b="1" baseline="30000" dirty="0">
                <a:latin typeface="Times New Roman" panose="02020603050405020304" pitchFamily="18" charset="0"/>
                <a:ea typeface="华文新魏" pitchFamily="2" charset="-122"/>
              </a:rPr>
              <a:t>2+</a:t>
            </a:r>
          </a:p>
          <a:p>
            <a:pPr>
              <a:lnSpc>
                <a:spcPct val="110000"/>
              </a:lnSpc>
            </a:pPr>
            <a:r>
              <a:rPr lang="zh-CN" altLang="en-US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不可能氧化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</a:rPr>
              <a:t>I</a:t>
            </a:r>
            <a:r>
              <a:rPr lang="en-US" altLang="zh-CN" sz="2200" b="1" baseline="30000" dirty="0">
                <a:latin typeface="Times New Roman" panose="02020603050405020304" pitchFamily="18" charset="0"/>
                <a:ea typeface="华文新魏" pitchFamily="2" charset="-122"/>
              </a:rPr>
              <a:t>-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,</a:t>
            </a:r>
            <a:r>
              <a:rPr lang="zh-CN" altLang="en-US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然而实际在</a:t>
            </a:r>
          </a:p>
          <a:p>
            <a:pPr>
              <a:lnSpc>
                <a:spcPct val="110000"/>
              </a:lnSpc>
            </a:pP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KI</a:t>
            </a:r>
            <a:r>
              <a:rPr lang="zh-CN" altLang="en-US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适当过量的条件下反应</a:t>
            </a:r>
          </a:p>
          <a:p>
            <a:pPr>
              <a:lnSpc>
                <a:spcPct val="110000"/>
              </a:lnSpc>
            </a:pPr>
            <a:r>
              <a:rPr lang="zh-CN" altLang="en-US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能发生</a:t>
            </a:r>
            <a:r>
              <a:rPr lang="en-US" altLang="zh-CN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.</a:t>
            </a:r>
            <a:r>
              <a:rPr lang="zh-CN" altLang="en-US" sz="2200" b="1" dirty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试计算说明</a:t>
            </a:r>
            <a:r>
              <a:rPr lang="en-US" altLang="zh-CN" sz="2200" b="1" dirty="0" smtClean="0">
                <a:latin typeface="Times New Roman" panose="02020603050405020304" pitchFamily="18" charset="0"/>
                <a:ea typeface="华文新魏" pitchFamily="2" charset="-122"/>
                <a:sym typeface="Symbol" panose="05050102010706020507" pitchFamily="18" charset="2"/>
              </a:rPr>
              <a:t>.</a:t>
            </a:r>
            <a:endParaRPr lang="en-US" altLang="zh-CN" sz="2200" b="1" dirty="0">
              <a:latin typeface="Times New Roman" panose="02020603050405020304" pitchFamily="18" charset="0"/>
              <a:ea typeface="华文新魏" pitchFamily="2" charset="-122"/>
              <a:sym typeface="Symbol" panose="05050102010706020507" pitchFamily="18" charset="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760788" y="647799"/>
            <a:ext cx="7652170" cy="112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 b="1" dirty="0">
                <a:ea typeface="华文新魏" pitchFamily="2" charset="-122"/>
              </a:rPr>
              <a:t>∴ </a:t>
            </a:r>
            <a:r>
              <a:rPr lang="en-US" altLang="zh-CN" sz="2400" b="1" i="1" dirty="0"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2400" b="1" baseline="-25000" dirty="0">
                <a:ea typeface="华文新魏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baseline="100000" dirty="0">
                <a:ea typeface="华文新魏" pitchFamily="2" charset="-122"/>
                <a:sym typeface="Webdings" panose="05030102010509060703" pitchFamily="18" charset="2"/>
              </a:rPr>
              <a:t>  </a:t>
            </a:r>
            <a:r>
              <a:rPr lang="en-US" altLang="zh-CN" sz="2400" b="1" dirty="0">
                <a:ea typeface="华文新魏" pitchFamily="2" charset="-122"/>
                <a:sym typeface="Webdings" panose="05030102010509060703" pitchFamily="18" charset="2"/>
              </a:rPr>
              <a:t>= </a:t>
            </a:r>
            <a:r>
              <a:rPr lang="en-US" altLang="zh-CN" sz="2400" b="1" i="1" dirty="0"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2400" b="1" baseline="100000" dirty="0">
                <a:ea typeface="华文新魏" pitchFamily="2" charset="-122"/>
                <a:sym typeface="Webdings" panose="05030102010509060703" pitchFamily="18" charset="2"/>
              </a:rPr>
              <a:t>  </a:t>
            </a:r>
            <a:r>
              <a:rPr lang="en-US" altLang="zh-CN" sz="2400" b="1" dirty="0">
                <a:ea typeface="华文新魏" pitchFamily="2" charset="-122"/>
                <a:sym typeface="Webdings" panose="05030102010509060703" pitchFamily="18" charset="2"/>
              </a:rPr>
              <a:t>+ 0.0592lg([</a:t>
            </a:r>
            <a:r>
              <a:rPr lang="en-US" altLang="zh-CN" sz="2400" b="1" dirty="0">
                <a:ea typeface="华文新魏" pitchFamily="2" charset="-122"/>
              </a:rPr>
              <a:t>Cu</a:t>
            </a:r>
            <a:r>
              <a:rPr lang="en-US" altLang="zh-CN" sz="2400" b="1" baseline="30000" dirty="0">
                <a:ea typeface="华文新魏" pitchFamily="2" charset="-122"/>
              </a:rPr>
              <a:t>2+</a:t>
            </a:r>
            <a:r>
              <a:rPr lang="en-US" altLang="zh-CN" sz="2400" b="1" dirty="0">
                <a:ea typeface="华文新魏" pitchFamily="2" charset="-122"/>
                <a:sym typeface="Webdings" panose="05030102010509060703" pitchFamily="18" charset="2"/>
              </a:rPr>
              <a:t>][</a:t>
            </a:r>
            <a:r>
              <a:rPr lang="en-US" altLang="zh-CN" sz="2400" b="1" dirty="0">
                <a:ea typeface="华文新魏" pitchFamily="2" charset="-122"/>
              </a:rPr>
              <a:t>I</a:t>
            </a:r>
            <a:r>
              <a:rPr lang="en-US" altLang="zh-CN" sz="2400" b="1" baseline="30000" dirty="0">
                <a:ea typeface="华文新魏" pitchFamily="2" charset="-122"/>
              </a:rPr>
              <a:t>-</a:t>
            </a:r>
            <a:r>
              <a:rPr lang="en-US" altLang="zh-CN" sz="2400" b="1" dirty="0">
                <a:ea typeface="华文新魏" pitchFamily="2" charset="-122"/>
                <a:sym typeface="Webdings" panose="05030102010509060703" pitchFamily="18" charset="2"/>
              </a:rPr>
              <a:t>]/</a:t>
            </a:r>
            <a:r>
              <a:rPr lang="en-US" altLang="zh-CN" sz="2400" b="1" dirty="0" err="1">
                <a:ea typeface="华文新魏" pitchFamily="2" charset="-122"/>
              </a:rPr>
              <a:t>K</a:t>
            </a:r>
            <a:r>
              <a:rPr lang="en-US" altLang="zh-CN" sz="2400" b="1" baseline="100000" dirty="0" err="1"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400" b="1" baseline="-25000" dirty="0" err="1">
                <a:ea typeface="华文新魏" pitchFamily="2" charset="-122"/>
                <a:sym typeface="Webdings" panose="05030102010509060703" pitchFamily="18" charset="2"/>
              </a:rPr>
              <a:t>sp</a:t>
            </a:r>
            <a:r>
              <a:rPr lang="en-US" altLang="zh-CN" sz="2400" b="1" dirty="0">
                <a:ea typeface="华文新魏" pitchFamily="2" charset="-122"/>
                <a:sym typeface="Webdings" panose="05030102010509060703" pitchFamily="18" charset="2"/>
              </a:rPr>
              <a:t>)</a:t>
            </a:r>
          </a:p>
          <a:p>
            <a:pPr>
              <a:lnSpc>
                <a:spcPct val="140000"/>
              </a:lnSpc>
            </a:pPr>
            <a:r>
              <a:rPr lang="en-US" altLang="zh-CN" sz="2400" b="1" dirty="0">
                <a:ea typeface="华文新魏" pitchFamily="2" charset="-122"/>
                <a:sym typeface="Webdings" panose="05030102010509060703" pitchFamily="18" charset="2"/>
              </a:rPr>
              <a:t>               = </a:t>
            </a:r>
            <a:r>
              <a:rPr lang="en-US" altLang="zh-CN" sz="2400" b="1" i="1" dirty="0">
                <a:solidFill>
                  <a:srgbClr val="FF0000"/>
                </a:solidFill>
                <a:ea typeface="华文新魏" pitchFamily="2" charset="-122"/>
                <a:sym typeface="Webdings" panose="05030102010509060703" pitchFamily="18" charset="2"/>
              </a:rPr>
              <a:t>E</a:t>
            </a:r>
            <a:r>
              <a:rPr lang="en-US" altLang="zh-CN" sz="2400" b="1" baseline="80000" dirty="0">
                <a:solidFill>
                  <a:srgbClr val="FF0000"/>
                </a:solidFill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400" b="1" dirty="0">
                <a:solidFill>
                  <a:srgbClr val="FF0000"/>
                </a:solidFill>
                <a:ea typeface="华文新魏" pitchFamily="2" charset="-122"/>
                <a:sym typeface="Webdings" panose="05030102010509060703" pitchFamily="18" charset="2"/>
              </a:rPr>
              <a:t> + 0.0592lg1/</a:t>
            </a:r>
            <a:r>
              <a:rPr lang="en-US" altLang="zh-CN" sz="2400" b="1" i="1" dirty="0" err="1">
                <a:solidFill>
                  <a:srgbClr val="FF0000"/>
                </a:solidFill>
                <a:ea typeface="华文新魏" pitchFamily="2" charset="-122"/>
                <a:sym typeface="Webdings" panose="05030102010509060703" pitchFamily="18" charset="2"/>
              </a:rPr>
              <a:t>K</a:t>
            </a:r>
            <a:r>
              <a:rPr lang="en-US" altLang="zh-CN" sz="2400" b="1" baseline="80000" dirty="0" err="1">
                <a:solidFill>
                  <a:srgbClr val="FF0000"/>
                </a:solidFill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400" b="1" baseline="-25000" dirty="0" err="1">
                <a:solidFill>
                  <a:srgbClr val="FF0000"/>
                </a:solidFill>
                <a:ea typeface="华文新魏" pitchFamily="2" charset="-122"/>
                <a:sym typeface="Webdings" panose="05030102010509060703" pitchFamily="18" charset="2"/>
              </a:rPr>
              <a:t>sp</a:t>
            </a:r>
            <a:r>
              <a:rPr lang="en-US" altLang="zh-CN" sz="2400" b="1" dirty="0">
                <a:solidFill>
                  <a:srgbClr val="FF0000"/>
                </a:solidFill>
                <a:ea typeface="华文新魏" pitchFamily="2" charset="-122"/>
                <a:sym typeface="Webdings" panose="05030102010509060703" pitchFamily="18" charset="2"/>
              </a:rPr>
              <a:t> </a:t>
            </a:r>
            <a:r>
              <a:rPr lang="en-US" altLang="zh-CN" sz="2400" b="1" dirty="0">
                <a:ea typeface="华文新魏" pitchFamily="2" charset="-122"/>
                <a:sym typeface="Webdings" panose="05030102010509060703" pitchFamily="18" charset="2"/>
              </a:rPr>
              <a:t>+ 0.0592lg[Cu</a:t>
            </a:r>
            <a:r>
              <a:rPr lang="en-US" altLang="zh-CN" sz="2400" b="1" baseline="30000" dirty="0">
                <a:ea typeface="华文新魏" pitchFamily="2" charset="-122"/>
                <a:sym typeface="Webdings" panose="05030102010509060703" pitchFamily="18" charset="2"/>
              </a:rPr>
              <a:t>2+</a:t>
            </a:r>
            <a:r>
              <a:rPr lang="en-US" altLang="zh-CN" sz="2400" b="1" dirty="0">
                <a:ea typeface="华文新魏" pitchFamily="2" charset="-122"/>
                <a:sym typeface="Webdings" panose="05030102010509060703" pitchFamily="18" charset="2"/>
              </a:rPr>
              <a:t>][I</a:t>
            </a:r>
            <a:r>
              <a:rPr lang="en-US" altLang="zh-CN" sz="2400" b="1" baseline="30000" dirty="0">
                <a:ea typeface="华文新魏" pitchFamily="2" charset="-122"/>
                <a:sym typeface="Webdings" panose="05030102010509060703" pitchFamily="18" charset="2"/>
              </a:rPr>
              <a:t>-</a:t>
            </a:r>
            <a:r>
              <a:rPr lang="en-US" altLang="zh-CN" sz="2400" b="1" dirty="0">
                <a:ea typeface="华文新魏" pitchFamily="2" charset="-122"/>
                <a:sym typeface="Webdings" panose="05030102010509060703" pitchFamily="18" charset="2"/>
              </a:rPr>
              <a:t>]         </a:t>
            </a:r>
            <a:endParaRPr lang="zh-CN" altLang="en-US" sz="2400" b="1" dirty="0">
              <a:ea typeface="华文新魏" pitchFamily="2" charset="-122"/>
              <a:sym typeface="Webdings" panose="05030102010509060703" pitchFamily="18" charset="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42866" y="1898357"/>
            <a:ext cx="7825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i="1" dirty="0">
                <a:solidFill>
                  <a:srgbClr val="FF0000"/>
                </a:solidFill>
                <a:ea typeface="华文新魏" pitchFamily="2" charset="-122"/>
                <a:sym typeface="Symbol" panose="05050102010706020507" pitchFamily="18" charset="2"/>
              </a:rPr>
              <a:t>E</a:t>
            </a:r>
            <a:r>
              <a:rPr lang="en-US" altLang="zh-CN" sz="2800" b="1" baseline="100000" dirty="0">
                <a:solidFill>
                  <a:srgbClr val="FF0000"/>
                </a:solidFill>
                <a:ea typeface="华文新魏" pitchFamily="2" charset="-122"/>
                <a:sym typeface="Webdings" panose="05030102010509060703" pitchFamily="18" charset="2"/>
              </a:rPr>
              <a:t></a:t>
            </a:r>
            <a:r>
              <a:rPr lang="en-US" altLang="zh-CN" sz="2800" b="1" dirty="0">
                <a:solidFill>
                  <a:srgbClr val="FF0000"/>
                </a:solidFill>
                <a:ea typeface="华文新魏" pitchFamily="2" charset="-122"/>
                <a:sym typeface="Symbol" panose="05050102010706020507" pitchFamily="18" charset="2"/>
              </a:rPr>
              <a:t>’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9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926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9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92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9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926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NOTIFY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医学研究PPT模板">
  <a:themeElements>
    <a:clrScheme name="医学研究PPT模板 1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000000"/>
      </a:accent1>
      <a:accent2>
        <a:srgbClr val="FF00FF"/>
      </a:accent2>
      <a:accent3>
        <a:srgbClr val="FFFFFF"/>
      </a:accent3>
      <a:accent4>
        <a:srgbClr val="DADADA"/>
      </a:accent4>
      <a:accent5>
        <a:srgbClr val="AAAAAA"/>
      </a:accent5>
      <a:accent6>
        <a:srgbClr val="E700E7"/>
      </a:accent6>
      <a:hlink>
        <a:srgbClr val="FFCCFF"/>
      </a:hlink>
      <a:folHlink>
        <a:srgbClr val="66FF33"/>
      </a:folHlink>
    </a:clrScheme>
    <a:fontScheme name="医学研究PPT模板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医学研究PPT模板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2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000000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3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FF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FF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99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医学研究PPT模板 1">
        <a:dk1>
          <a:srgbClr val="FFFFFF"/>
        </a:dk1>
        <a:lt1>
          <a:srgbClr val="FFFFFF"/>
        </a:lt1>
        <a:dk2>
          <a:srgbClr val="000000"/>
        </a:dk2>
        <a:lt2>
          <a:srgbClr val="000000"/>
        </a:lt2>
        <a:accent1>
          <a:srgbClr val="000000"/>
        </a:accent1>
        <a:accent2>
          <a:srgbClr val="FF00FF"/>
        </a:accent2>
        <a:accent3>
          <a:srgbClr val="FFFFFF"/>
        </a:accent3>
        <a:accent4>
          <a:srgbClr val="DADADA"/>
        </a:accent4>
        <a:accent5>
          <a:srgbClr val="AAAAAA"/>
        </a:accent5>
        <a:accent6>
          <a:srgbClr val="E700E7"/>
        </a:accent6>
        <a:hlink>
          <a:srgbClr val="FFCCFF"/>
        </a:hlink>
        <a:folHlink>
          <a:srgbClr val="66FF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770</Words>
  <Application>Microsoft Office PowerPoint</Application>
  <PresentationFormat>自定义</PresentationFormat>
  <Paragraphs>99</Paragraphs>
  <Slides>7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Monotype Sorts</vt:lpstr>
      <vt:lpstr>华文新魏</vt:lpstr>
      <vt:lpstr>宋体</vt:lpstr>
      <vt:lpstr>Calibri</vt:lpstr>
      <vt:lpstr>Symbol</vt:lpstr>
      <vt:lpstr>Times New Roman</vt:lpstr>
      <vt:lpstr>Webdings</vt:lpstr>
      <vt:lpstr>Wingdings</vt:lpstr>
      <vt:lpstr>医学研究PPT模板</vt:lpstr>
      <vt:lpstr>Microsoft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例题教学模板(教室版)</dc:title>
  <dc:creator>江南大学商少明</dc:creator>
  <cp:lastModifiedBy>USER</cp:lastModifiedBy>
  <cp:revision>278</cp:revision>
  <dcterms:created xsi:type="dcterms:W3CDTF">2012-06-20T03:37:00Z</dcterms:created>
  <dcterms:modified xsi:type="dcterms:W3CDTF">2021-11-16T09:51:20Z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2052-10.1.0.6554</vt:lpwstr>
  </property>
</Properties>
</file>