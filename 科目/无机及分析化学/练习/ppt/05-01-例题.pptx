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5" r:id="rId2"/>
    <p:sldId id="285" r:id="rId3"/>
    <p:sldId id="286" r:id="rId4"/>
  </p:sldIdLst>
  <p:sldSz cx="11522075" cy="6480175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66CCFF"/>
    <a:srgbClr val="85D9F7"/>
    <a:srgbClr val="57BBFF"/>
    <a:srgbClr val="0000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/>
    <p:restoredTop sz="94619"/>
  </p:normalViewPr>
  <p:slideViewPr>
    <p:cSldViewPr showGuides="1">
      <p:cViewPr varScale="1">
        <p:scale>
          <a:sx n="69" d="100"/>
          <a:sy n="69" d="100"/>
        </p:scale>
        <p:origin x="-342" y="-102"/>
      </p:cViewPr>
      <p:guideLst>
        <p:guide orient="horz" pos="2031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/>
            <a:fld id="{9A0DB2DC-4C9A-4742-B13C-FB6460FD3503}" type="slidenum">
              <a:rPr lang="zh-CN" altLang="en-US" sz="1200" dirty="0"/>
              <a:pPr lvl="0" algn="r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1" descr="地砖背景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0637" y="-17462"/>
            <a:ext cx="11563350" cy="65166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split orient="vert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66"/>
          <p:cNvSpPr txBox="1"/>
          <p:nvPr/>
        </p:nvSpPr>
        <p:spPr>
          <a:xfrm>
            <a:off x="71438" y="315913"/>
            <a:ext cx="109220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5.1</a:t>
            </a:r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</a:p>
        </p:txBody>
      </p:sp>
      <p:sp>
        <p:nvSpPr>
          <p:cNvPr id="26" name="Rectangle 45"/>
          <p:cNvSpPr/>
          <p:nvPr/>
        </p:nvSpPr>
        <p:spPr>
          <a:xfrm>
            <a:off x="260350" y="811213"/>
            <a:ext cx="3117850" cy="42989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ea typeface="华文新魏" pitchFamily="2" charset="-122"/>
                <a:sym typeface="+mn-ea"/>
              </a:rPr>
              <a:t>求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Fe</a:t>
            </a:r>
            <a:r>
              <a:rPr lang="en-US" altLang="zh-CN" sz="2200" b="1" baseline="-25000" dirty="0">
                <a:ea typeface="华文新魏" pitchFamily="2" charset="-122"/>
                <a:sym typeface="+mn-ea"/>
              </a:rPr>
              <a:t>3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O</a:t>
            </a:r>
            <a:r>
              <a:rPr lang="en-US" altLang="zh-CN" sz="2200" b="1" baseline="-25000" dirty="0">
                <a:ea typeface="华文新魏" pitchFamily="2" charset="-122"/>
                <a:sym typeface="+mn-ea"/>
              </a:rPr>
              <a:t>4</a:t>
            </a:r>
            <a:r>
              <a:rPr lang="zh-CN" altLang="en-US" sz="2200" b="1" dirty="0">
                <a:ea typeface="华文新魏" pitchFamily="2" charset="-122"/>
                <a:sym typeface="+mn-ea"/>
              </a:rPr>
              <a:t>中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Fe</a:t>
            </a:r>
            <a:r>
              <a:rPr lang="zh-CN" altLang="en-US" sz="2200" b="1" dirty="0">
                <a:ea typeface="华文新魏" pitchFamily="2" charset="-122"/>
                <a:sym typeface="+mn-ea"/>
              </a:rPr>
              <a:t>的氧</a:t>
            </a:r>
            <a:r>
              <a:rPr lang="zh-CN" altLang="en-US" sz="2200" b="1">
                <a:ea typeface="华文新魏" pitchFamily="2" charset="-122"/>
                <a:sym typeface="+mn-ea"/>
              </a:rPr>
              <a:t>化</a:t>
            </a:r>
            <a:r>
              <a:rPr lang="zh-CN" altLang="en-US" sz="2200" b="1" smtClean="0">
                <a:ea typeface="华文新魏" pitchFamily="2" charset="-122"/>
                <a:sym typeface="+mn-ea"/>
              </a:rPr>
              <a:t>数</a:t>
            </a:r>
            <a:r>
              <a:rPr lang="en-US" altLang="zh-CN" sz="2200" b="1" smtClean="0">
                <a:ea typeface="华文新魏" pitchFamily="2" charset="-122"/>
                <a:sym typeface="+mn-ea"/>
              </a:rPr>
              <a:t>.</a:t>
            </a:r>
            <a:endParaRPr lang="en-US" altLang="zh-CN" sz="2200" b="1" dirty="0"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29" name="Rectangle 27"/>
          <p:cNvSpPr/>
          <p:nvPr/>
        </p:nvSpPr>
        <p:spPr>
          <a:xfrm>
            <a:off x="3903649" y="382567"/>
            <a:ext cx="248602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5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51213" name="Rectangle 13"/>
          <p:cNvSpPr/>
          <p:nvPr/>
        </p:nvSpPr>
        <p:spPr>
          <a:xfrm>
            <a:off x="4618029" y="739757"/>
            <a:ext cx="2694969" cy="1323439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设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Fe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的氧化数为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x.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  <a:sym typeface="Monotype Sorts" pitchFamily="2" charset="2"/>
            </a:endParaRPr>
          </a:p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Monotype Sorts" pitchFamily="2" charset="2"/>
              </a:rPr>
              <a:t>3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Monotype Sorts" pitchFamily="2" charset="2"/>
              </a:rPr>
              <a:t> + (-2)×4 = 0</a:t>
            </a:r>
          </a:p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x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Monotype Sorts" pitchFamily="2" charset="2"/>
              </a:rPr>
              <a:t> = 8/3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121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4945" y="609600"/>
            <a:ext cx="2896947" cy="364715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将反应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2Fe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2+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(1.0mol·L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+ Cl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(100kPa)  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→  2Fe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3+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(0.10mol·L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+ 2Cl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-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(2.0mol·L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-1</a:t>
            </a:r>
            <a:r>
              <a:rPr lang="en-US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设计成原电池,</a:t>
            </a:r>
          </a:p>
          <a:p>
            <a:pPr>
              <a:lnSpc>
                <a:spcPct val="150000"/>
              </a:lnSpc>
            </a:pPr>
            <a:r>
              <a:rPr lang="zh-CN" altLang="zh-CN" sz="2200" b="1" dirty="0">
                <a:solidFill>
                  <a:schemeClr val="tx1"/>
                </a:solidFill>
                <a:uFillTx/>
                <a:ea typeface="华文新魏" pitchFamily="2" charset="-122"/>
                <a:sym typeface="+mn-ea"/>
              </a:rPr>
              <a:t>并写出电池符号.</a:t>
            </a:r>
          </a:p>
        </p:txBody>
      </p:sp>
      <p:sp>
        <p:nvSpPr>
          <p:cNvPr id="2050" name="Text Box 66"/>
          <p:cNvSpPr txBox="1"/>
          <p:nvPr/>
        </p:nvSpPr>
        <p:spPr>
          <a:xfrm>
            <a:off x="71438" y="315913"/>
            <a:ext cx="812165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5.2</a:t>
            </a:r>
            <a:endParaRPr lang="zh-CN" altLang="en-US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69647" name="Rectangle 15"/>
          <p:cNvSpPr/>
          <p:nvPr/>
        </p:nvSpPr>
        <p:spPr>
          <a:xfrm>
            <a:off x="4733925" y="745808"/>
            <a:ext cx="4251485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2500" b="1" dirty="0">
                <a:latin typeface="Times New Roman" panose="02020603050405020304" pitchFamily="18" charset="0"/>
                <a:ea typeface="华文新魏" pitchFamily="2" charset="-122"/>
              </a:rPr>
              <a:t>正极: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(g) 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→ 2Cl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(aq);</a:t>
            </a:r>
          </a:p>
        </p:txBody>
      </p:sp>
      <p:sp>
        <p:nvSpPr>
          <p:cNvPr id="69648" name="Rectangle 16"/>
          <p:cNvSpPr/>
          <p:nvPr/>
        </p:nvSpPr>
        <p:spPr>
          <a:xfrm>
            <a:off x="8162608" y="2225040"/>
            <a:ext cx="32573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||</a:t>
            </a:r>
          </a:p>
        </p:txBody>
      </p:sp>
      <p:sp>
        <p:nvSpPr>
          <p:cNvPr id="69649" name="Rectangle 17"/>
          <p:cNvSpPr/>
          <p:nvPr/>
        </p:nvSpPr>
        <p:spPr>
          <a:xfrm>
            <a:off x="6505258" y="2891473"/>
            <a:ext cx="2002471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(100 kPa),</a:t>
            </a:r>
          </a:p>
        </p:txBody>
      </p:sp>
      <p:sp>
        <p:nvSpPr>
          <p:cNvPr id="69650" name="Rectangle 18"/>
          <p:cNvSpPr/>
          <p:nvPr/>
        </p:nvSpPr>
        <p:spPr>
          <a:xfrm>
            <a:off x="4280218" y="2891473"/>
            <a:ext cx="227818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(2.0mol·L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)|</a:t>
            </a:r>
          </a:p>
        </p:txBody>
      </p:sp>
      <p:sp>
        <p:nvSpPr>
          <p:cNvPr id="69651" name="Rectangle 19"/>
          <p:cNvSpPr/>
          <p:nvPr/>
        </p:nvSpPr>
        <p:spPr>
          <a:xfrm>
            <a:off x="12488545" y="2258378"/>
            <a:ext cx="96532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Pt(+) </a:t>
            </a:r>
          </a:p>
        </p:txBody>
      </p:sp>
      <p:sp>
        <p:nvSpPr>
          <p:cNvPr id="69652" name="Rectangle 20"/>
          <p:cNvSpPr/>
          <p:nvPr/>
        </p:nvSpPr>
        <p:spPr>
          <a:xfrm>
            <a:off x="5654358" y="2258378"/>
            <a:ext cx="2544286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(0.10mol·L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69653" name="Rectangle 21"/>
          <p:cNvSpPr/>
          <p:nvPr/>
        </p:nvSpPr>
        <p:spPr>
          <a:xfrm>
            <a:off x="4836795" y="2258378"/>
            <a:ext cx="83227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,</a:t>
            </a:r>
          </a:p>
        </p:txBody>
      </p:sp>
      <p:sp>
        <p:nvSpPr>
          <p:cNvPr id="69654" name="Rectangle 22"/>
          <p:cNvSpPr/>
          <p:nvPr/>
        </p:nvSpPr>
        <p:spPr>
          <a:xfrm>
            <a:off x="3887470" y="2228215"/>
            <a:ext cx="96051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zh-CN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(-)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Pt |</a:t>
            </a:r>
          </a:p>
        </p:txBody>
      </p:sp>
      <p:sp>
        <p:nvSpPr>
          <p:cNvPr id="69664" name="Rectangle 32"/>
          <p:cNvSpPr/>
          <p:nvPr/>
        </p:nvSpPr>
        <p:spPr>
          <a:xfrm>
            <a:off x="4754880" y="1260475"/>
            <a:ext cx="4216219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2500" b="1" dirty="0">
                <a:latin typeface="Times New Roman" panose="02020603050405020304" pitchFamily="18" charset="0"/>
                <a:ea typeface="华文新魏" pitchFamily="2" charset="-122"/>
              </a:rPr>
              <a:t>负极: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(aq) - 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→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(aq).</a:t>
            </a:r>
          </a:p>
        </p:txBody>
      </p:sp>
      <p:sp>
        <p:nvSpPr>
          <p:cNvPr id="29" name="Rectangle 27"/>
          <p:cNvSpPr/>
          <p:nvPr/>
        </p:nvSpPr>
        <p:spPr>
          <a:xfrm>
            <a:off x="3903663" y="315913"/>
            <a:ext cx="248602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5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3" name="Rectangle 19"/>
          <p:cNvSpPr/>
          <p:nvPr/>
        </p:nvSpPr>
        <p:spPr>
          <a:xfrm>
            <a:off x="8484870" y="2891473"/>
            <a:ext cx="96532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Pt(+) 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7" grpId="0" build="p"/>
      <p:bldP spid="69648" grpId="0"/>
      <p:bldP spid="69649" grpId="0"/>
      <p:bldP spid="69650" grpId="0"/>
      <p:bldP spid="69651" grpId="0"/>
      <p:bldP spid="69652" grpId="0"/>
      <p:bldP spid="69653" grpId="0"/>
      <p:bldP spid="69654" grpId="0"/>
      <p:bldP spid="69664" grpId="0" build="p"/>
      <p:bldP spid="29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6850" y="739757"/>
            <a:ext cx="2856872" cy="76944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200" b="1" dirty="0">
                <a:solidFill>
                  <a:schemeClr val="bg1"/>
                </a:solidFill>
                <a:uFillTx/>
                <a:ea typeface="华文新魏" pitchFamily="2" charset="-122"/>
                <a:sym typeface="+mn-ea"/>
              </a:rPr>
              <a:t>Zn</a:t>
            </a:r>
            <a:r>
              <a:rPr lang="en-US" altLang="zh-CN" sz="2200" b="1" baseline="30000" dirty="0">
                <a:solidFill>
                  <a:schemeClr val="bg1"/>
                </a:solidFill>
                <a:uFillTx/>
                <a:ea typeface="华文新魏" pitchFamily="2" charset="-122"/>
                <a:sym typeface="+mn-ea"/>
              </a:rPr>
              <a:t>2+</a:t>
            </a:r>
            <a:r>
              <a:rPr lang="en-US" altLang="zh-CN" sz="2200" b="1" dirty="0">
                <a:solidFill>
                  <a:schemeClr val="bg1"/>
                </a:solidFill>
                <a:uFillTx/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200" b="1" dirty="0">
                <a:solidFill>
                  <a:schemeClr val="bg1"/>
                </a:solidFill>
                <a:uFillTx/>
                <a:ea typeface="华文新魏" pitchFamily="2" charset="-122"/>
                <a:sym typeface="+mn-ea"/>
              </a:rPr>
              <a:t>Zn</a:t>
            </a:r>
            <a:r>
              <a:rPr lang="zh-CN" altLang="en-US" sz="2200" b="1" dirty="0">
                <a:solidFill>
                  <a:schemeClr val="bg1"/>
                </a:solidFill>
                <a:uFillTx/>
                <a:ea typeface="华文新魏" pitchFamily="2" charset="-122"/>
                <a:sym typeface="+mn-ea"/>
              </a:rPr>
              <a:t>电极反应标准</a:t>
            </a:r>
          </a:p>
          <a:p>
            <a:r>
              <a:rPr lang="zh-CN" altLang="en-US" sz="2200" b="1" dirty="0">
                <a:solidFill>
                  <a:schemeClr val="bg1"/>
                </a:solidFill>
                <a:uFillTx/>
                <a:ea typeface="华文新魏" pitchFamily="2" charset="-122"/>
                <a:sym typeface="+mn-ea"/>
              </a:rPr>
              <a:t>电势的测定</a:t>
            </a:r>
            <a:r>
              <a:rPr lang="en-US" altLang="zh-CN" sz="2200" b="1" dirty="0">
                <a:solidFill>
                  <a:schemeClr val="bg1"/>
                </a:solidFill>
                <a:uFillTx/>
                <a:ea typeface="华文新魏" pitchFamily="2" charset="-122"/>
                <a:sym typeface="+mn-ea"/>
              </a:rPr>
              <a:t>:</a:t>
            </a:r>
          </a:p>
        </p:txBody>
      </p:sp>
      <p:sp>
        <p:nvSpPr>
          <p:cNvPr id="2050" name="Text Box 66"/>
          <p:cNvSpPr txBox="1"/>
          <p:nvPr/>
        </p:nvSpPr>
        <p:spPr>
          <a:xfrm>
            <a:off x="71438" y="315913"/>
            <a:ext cx="812165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5.3</a:t>
            </a:r>
            <a:endParaRPr lang="zh-CN" altLang="en-US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68638" name="Rectangle 30"/>
          <p:cNvSpPr/>
          <p:nvPr/>
        </p:nvSpPr>
        <p:spPr>
          <a:xfrm>
            <a:off x="3396298" y="1120463"/>
            <a:ext cx="7794027" cy="2976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　　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(-)Zn|Zn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1mol·L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)||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(1mol·L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)|H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100k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Pa),Pt(+) 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298.15K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时测得标准电动势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MF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0.763V.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据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楷体_GB2312" pitchFamily="49" charset="-122"/>
                <a:sym typeface="Webdings" panose="05030102010509060703" pitchFamily="18" charset="2"/>
              </a:rPr>
              <a:t></a:t>
            </a: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MF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(+)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-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(-)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(H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-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Zn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)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   ∵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(H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H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= 0.000V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   ∴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8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Zn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Zn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) = - 0.763V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720465" y="766450"/>
            <a:ext cx="5165197" cy="4770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500" b="1" dirty="0">
                <a:solidFill>
                  <a:srgbClr val="FFFF00"/>
                </a:solidFill>
                <a:uFillTx/>
                <a:ea typeface="华文新魏" pitchFamily="2" charset="-122"/>
                <a:sym typeface="+mn-ea"/>
              </a:rPr>
              <a:t>将</a:t>
            </a:r>
            <a:r>
              <a:rPr lang="en-US" altLang="zh-CN" sz="2500" b="1" dirty="0">
                <a:solidFill>
                  <a:srgbClr val="FFFF00"/>
                </a:solidFill>
                <a:uFillTx/>
                <a:ea typeface="华文新魏" pitchFamily="2" charset="-122"/>
                <a:sym typeface="+mn-ea"/>
              </a:rPr>
              <a:t>Zn</a:t>
            </a:r>
            <a:r>
              <a:rPr lang="zh-CN" altLang="en-US" sz="2500" b="1" dirty="0">
                <a:solidFill>
                  <a:srgbClr val="FFFF00"/>
                </a:solidFill>
                <a:uFillTx/>
                <a:ea typeface="华文新魏" pitchFamily="2" charset="-122"/>
                <a:sym typeface="+mn-ea"/>
              </a:rPr>
              <a:t>电极与标准氢电极构成原电池</a:t>
            </a:r>
            <a:r>
              <a:rPr lang="en-US" altLang="zh-CN" sz="2500" b="1" dirty="0">
                <a:solidFill>
                  <a:srgbClr val="FFFF00"/>
                </a:solidFill>
                <a:uFillTx/>
                <a:ea typeface="华文新魏" pitchFamily="2" charset="-122"/>
                <a:sym typeface="+mn-ea"/>
              </a:rPr>
              <a:t>.</a:t>
            </a:r>
          </a:p>
        </p:txBody>
      </p:sp>
      <p:sp>
        <p:nvSpPr>
          <p:cNvPr id="29" name="Rectangle 27"/>
          <p:cNvSpPr/>
          <p:nvPr/>
        </p:nvSpPr>
        <p:spPr>
          <a:xfrm>
            <a:off x="3903663" y="315913"/>
            <a:ext cx="248602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5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6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86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132</Words>
  <Application>WPS 演示</Application>
  <PresentationFormat>自定义</PresentationFormat>
  <Paragraphs>35</Paragraphs>
  <Slides>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医学研究PPT模板</vt:lpstr>
      <vt:lpstr>幻灯片 1</vt:lpstr>
      <vt:lpstr>幻灯片 2</vt:lpstr>
      <vt:lpstr>幻灯片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例题教学模板(教室版)</dc:title>
  <dc:creator>江南大学商少明</dc:creator>
  <cp:lastModifiedBy>ASUS</cp:lastModifiedBy>
  <cp:revision>270</cp:revision>
  <dcterms:created xsi:type="dcterms:W3CDTF">2012-06-20T03:37:00Z</dcterms:created>
  <dcterms:modified xsi:type="dcterms:W3CDTF">2017-08-20T08:58:09Z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2052-10.1.0.6554</vt:lpwstr>
  </property>
</Properties>
</file>