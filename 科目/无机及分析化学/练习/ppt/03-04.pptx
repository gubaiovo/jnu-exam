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wmf" ContentType="image/x-wmf"/>
  <Default Extension="rels" ContentType="application/vnd.openxmlformats-package.relationships+xml"/>
  <Default Extension="xml" ContentType="application/xml"/>
  <Default Extension="wav" ContentType="audio/wav"/>
  <Default Extension="vml" ContentType="application/vnd.openxmlformats-officedocument.vmlDrawing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49" r:id="rId1"/>
    <p:sldMasterId id="2147483661" r:id="rId2"/>
  </p:sldMasterIdLst>
  <p:notesMasterIdLst>
    <p:notesMasterId r:id="rId23"/>
  </p:notesMasterIdLst>
  <p:sldIdLst>
    <p:sldId id="256" r:id="rId3"/>
    <p:sldId id="277" r:id="rId4"/>
    <p:sldId id="278" r:id="rId5"/>
    <p:sldId id="293" r:id="rId6"/>
    <p:sldId id="294" r:id="rId7"/>
    <p:sldId id="295" r:id="rId8"/>
    <p:sldId id="292" r:id="rId9"/>
    <p:sldId id="296" r:id="rId10"/>
    <p:sldId id="298" r:id="rId11"/>
    <p:sldId id="299" r:id="rId12"/>
    <p:sldId id="297" r:id="rId13"/>
    <p:sldId id="283" r:id="rId14"/>
    <p:sldId id="303" r:id="rId15"/>
    <p:sldId id="284" r:id="rId16"/>
    <p:sldId id="300" r:id="rId17"/>
    <p:sldId id="285" r:id="rId18"/>
    <p:sldId id="289" r:id="rId19"/>
    <p:sldId id="290" r:id="rId20"/>
    <p:sldId id="301" r:id="rId21"/>
    <p:sldId id="302" r:id="rId22"/>
  </p:sldIdLst>
  <p:sldSz cx="11522075" cy="6480175"/>
  <p:notesSz cx="6858000" cy="9144000"/>
  <p:custDataLst>
    <p:tags r:id="rId24"/>
  </p:custDataLst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imes New Roman" pitchFamily="18" charset="0"/>
        <a:ea typeface="宋体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imes New Roman" pitchFamily="18" charset="0"/>
        <a:ea typeface="宋体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imes New Roman" pitchFamily="18" charset="0"/>
        <a:ea typeface="宋体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imes New Roman" pitchFamily="18" charset="0"/>
        <a:ea typeface="宋体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imes New Roman" pitchFamily="18" charset="0"/>
        <a:ea typeface="宋体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Times New Roman" pitchFamily="18" charset="0"/>
        <a:ea typeface="宋体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Times New Roman" pitchFamily="18" charset="0"/>
        <a:ea typeface="宋体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Times New Roman" pitchFamily="18" charset="0"/>
        <a:ea typeface="宋体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Times New Roman" pitchFamily="18" charset="0"/>
        <a:ea typeface="宋体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034">
          <p15:clr>
            <a:srgbClr val="A4A3A4"/>
          </p15:clr>
        </p15:guide>
        <p15:guide id="2" pos="3629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FF"/>
    <a:srgbClr val="FF0000"/>
    <a:srgbClr val="0000FF"/>
    <a:srgbClr val="FFFF00"/>
    <a:srgbClr val="FFFFFF"/>
    <a:srgbClr val="F8F8F8"/>
    <a:srgbClr val="FF3300"/>
    <a:srgbClr val="EAEAE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2" autoAdjust="0"/>
    <p:restoredTop sz="94620" autoAdjust="0"/>
  </p:normalViewPr>
  <p:slideViewPr>
    <p:cSldViewPr>
      <p:cViewPr varScale="1">
        <p:scale>
          <a:sx n="73" d="100"/>
          <a:sy n="73" d="100"/>
        </p:scale>
        <p:origin x="750" y="66"/>
      </p:cViewPr>
      <p:guideLst>
        <p:guide orient="horz" pos="2034"/>
        <p:guide pos="3629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viewProps" Target="viewProps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tags" Target="tags/tag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notesMaster" Target="notesMasters/notesMaster1.xml"/><Relationship Id="rId28" Type="http://schemas.openxmlformats.org/officeDocument/2006/relationships/tableStyles" Target="tableStyle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theme" Target="theme/theme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0.wmf"/></Relationships>
</file>

<file path=ppt/drawings/_rels/vmlDrawing2.vml.rels><?xml version="1.0" encoding="UTF-8" standalone="yes"?>
<Relationships xmlns="http://schemas.openxmlformats.org/package/2006/relationships"><Relationship Id="rId2" Type="http://schemas.openxmlformats.org/officeDocument/2006/relationships/image" Target="../media/image12.wmf"/><Relationship Id="rId1" Type="http://schemas.openxmlformats.org/officeDocument/2006/relationships/image" Target="../media/image11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1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0" hangingPunct="0">
              <a:defRPr sz="1200">
                <a:ea typeface="宋体" pitchFamily="2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2765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0" hangingPunct="0">
              <a:defRPr sz="1200">
                <a:ea typeface="宋体" pitchFamily="2" charset="-122"/>
              </a:defRPr>
            </a:lvl1pPr>
          </a:lstStyle>
          <a:p>
            <a:pPr>
              <a:defRPr/>
            </a:pPr>
            <a:fld id="{939F7624-F532-4A61-A868-B51BF7FC8C82}" type="datetimeFigureOut">
              <a:rPr lang="zh-CN" altLang="en-US"/>
              <a:pPr>
                <a:defRPr/>
              </a:pPr>
              <a:t>2021/9/28</a:t>
            </a:fld>
            <a:endParaRPr lang="en-US" altLang="zh-CN"/>
          </a:p>
        </p:txBody>
      </p:sp>
      <p:sp>
        <p:nvSpPr>
          <p:cNvPr id="1024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765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noProof="0" smtClean="0"/>
              <a:t>单击此处编辑母版文本样式</a:t>
            </a:r>
          </a:p>
          <a:p>
            <a:pPr lvl="1"/>
            <a:r>
              <a:rPr lang="zh-CN" altLang="en-US" noProof="0" smtClean="0"/>
              <a:t>第二级</a:t>
            </a:r>
          </a:p>
          <a:p>
            <a:pPr lvl="2"/>
            <a:r>
              <a:rPr lang="zh-CN" altLang="en-US" noProof="0" smtClean="0"/>
              <a:t>第三级</a:t>
            </a:r>
          </a:p>
          <a:p>
            <a:pPr lvl="3"/>
            <a:r>
              <a:rPr lang="zh-CN" altLang="en-US" noProof="0" smtClean="0"/>
              <a:t>第四级</a:t>
            </a:r>
          </a:p>
          <a:p>
            <a:pPr lvl="4"/>
            <a:r>
              <a:rPr lang="zh-CN" altLang="en-US" noProof="0" smtClean="0"/>
              <a:t>第五级</a:t>
            </a:r>
          </a:p>
        </p:txBody>
      </p:sp>
      <p:sp>
        <p:nvSpPr>
          <p:cNvPr id="2765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0" hangingPunct="0">
              <a:defRPr sz="1200"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765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0" hangingPunct="0">
              <a:defRPr sz="1200">
                <a:ea typeface="宋体" pitchFamily="2" charset="-122"/>
              </a:defRPr>
            </a:lvl1pPr>
          </a:lstStyle>
          <a:p>
            <a:pPr>
              <a:defRPr/>
            </a:pPr>
            <a:fld id="{C792B44F-E35F-447C-A947-C65FE0E2AB3F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26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zh-CN" altLang="en-US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792B44F-E35F-447C-A947-C65FE0E2AB3F}" type="slidenum">
              <a:rPr lang="zh-CN" altLang="en-US" smtClean="0"/>
              <a:pPr>
                <a:defRPr/>
              </a:pPr>
              <a:t>6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9833480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1026"/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/>
          <a:p>
            <a:r>
              <a:rPr lang="en-US" altLang="zh-CN" smtClean="0">
                <a:ea typeface="宋体" charset="-122"/>
              </a:rPr>
              <a:t>商少明</a:t>
            </a:r>
          </a:p>
        </p:txBody>
      </p:sp>
      <p:sp>
        <p:nvSpPr>
          <p:cNvPr id="12291" name="Rectangle 1027"/>
          <p:cNvSpPr>
            <a:spLocks noGrp="1" noChangeArrowheads="1"/>
          </p:cNvSpPr>
          <p:nvPr>
            <p:ph type="dt" sz="quarter" idx="1"/>
          </p:nvPr>
        </p:nvSpPr>
        <p:spPr>
          <a:noFill/>
        </p:spPr>
        <p:txBody>
          <a:bodyPr/>
          <a:lstStyle/>
          <a:p>
            <a:fld id="{204837B4-4BE1-4490-A61B-F1F42FB864AB}" type="datetime1">
              <a:rPr lang="zh-CN" altLang="en-US" smtClean="0">
                <a:ea typeface="宋体" charset="-122"/>
              </a:rPr>
              <a:pPr/>
              <a:t>2021/9/28</a:t>
            </a:fld>
            <a:endParaRPr lang="en-US" altLang="zh-CN" smtClean="0">
              <a:ea typeface="宋体" charset="-122"/>
            </a:endParaRPr>
          </a:p>
        </p:txBody>
      </p:sp>
      <p:sp>
        <p:nvSpPr>
          <p:cNvPr id="12292" name="Rectangle 1031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7CA434F5-2FF6-4EF8-9475-5748A089E805}" type="slidenum">
              <a:rPr lang="en-US" altLang="zh-CN" smtClean="0">
                <a:ea typeface="宋体" charset="-122"/>
              </a:rPr>
              <a:pPr/>
              <a:t>14</a:t>
            </a:fld>
            <a:endParaRPr lang="en-US" altLang="zh-CN" smtClean="0">
              <a:ea typeface="宋体" charset="-122"/>
            </a:endParaRPr>
          </a:p>
        </p:txBody>
      </p:sp>
      <p:sp>
        <p:nvSpPr>
          <p:cNvPr id="1229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29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5988" y="4351338"/>
            <a:ext cx="7138987" cy="260350"/>
          </a:xfrm>
          <a:noFill/>
          <a:ln/>
        </p:spPr>
        <p:txBody>
          <a:bodyPr/>
          <a:lstStyle/>
          <a:p>
            <a:r>
              <a:rPr lang="zh-CN" altLang="en-US" smtClean="0">
                <a:sym typeface="Monotype Sorts" pitchFamily="2" charset="2"/>
              </a:rPr>
              <a:t>将系统中</a:t>
            </a:r>
            <a:r>
              <a:rPr lang="zh-CN" altLang="en-US" u="sng" smtClean="0">
                <a:sym typeface="Monotype Sorts" pitchFamily="2" charset="2"/>
              </a:rPr>
              <a:t>除零水准外</a:t>
            </a:r>
            <a:r>
              <a:rPr lang="zh-CN" altLang="en-US" smtClean="0">
                <a:sym typeface="Monotype Sorts" pitchFamily="2" charset="2"/>
              </a:rPr>
              <a:t>的其它存在形式与零水准相比</a:t>
            </a:r>
            <a:r>
              <a:rPr lang="en-US" altLang="zh-CN" smtClean="0">
                <a:sym typeface="Monotype Sorts" pitchFamily="2" charset="2"/>
              </a:rPr>
              <a:t>,</a:t>
            </a:r>
            <a:r>
              <a:rPr lang="zh-CN" altLang="en-US" smtClean="0">
                <a:sym typeface="Monotype Sorts" pitchFamily="2" charset="2"/>
              </a:rPr>
              <a:t>看哪些组分得质子</a:t>
            </a:r>
            <a:r>
              <a:rPr lang="en-US" altLang="zh-CN" smtClean="0">
                <a:sym typeface="Monotype Sorts" pitchFamily="2" charset="2"/>
              </a:rPr>
              <a:t>?</a:t>
            </a:r>
            <a:r>
              <a:rPr lang="zh-CN" altLang="en-US" smtClean="0">
                <a:sym typeface="Monotype Sorts" pitchFamily="2" charset="2"/>
              </a:rPr>
              <a:t>哪些组分失质子</a:t>
            </a:r>
            <a:r>
              <a:rPr lang="en-US" altLang="zh-CN" smtClean="0">
                <a:sym typeface="Monotype Sorts" pitchFamily="2" charset="2"/>
              </a:rPr>
              <a:t>?</a:t>
            </a:r>
            <a:r>
              <a:rPr lang="zh-CN" altLang="en-US" smtClean="0">
                <a:sym typeface="Monotype Sorts" pitchFamily="2" charset="2"/>
              </a:rPr>
              <a:t>得失质子数多少</a:t>
            </a:r>
            <a:r>
              <a:rPr lang="en-US" altLang="zh-CN" smtClean="0">
                <a:sym typeface="Monotype Sorts" pitchFamily="2" charset="2"/>
              </a:rPr>
              <a:t>?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1026"/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/>
          <a:p>
            <a:r>
              <a:rPr lang="en-US" altLang="zh-CN" smtClean="0">
                <a:ea typeface="宋体" charset="-122"/>
              </a:rPr>
              <a:t>商少明</a:t>
            </a:r>
          </a:p>
        </p:txBody>
      </p:sp>
      <p:sp>
        <p:nvSpPr>
          <p:cNvPr id="13315" name="Rectangle 1027"/>
          <p:cNvSpPr>
            <a:spLocks noGrp="1" noChangeArrowheads="1"/>
          </p:cNvSpPr>
          <p:nvPr>
            <p:ph type="dt" sz="quarter" idx="1"/>
          </p:nvPr>
        </p:nvSpPr>
        <p:spPr>
          <a:noFill/>
        </p:spPr>
        <p:txBody>
          <a:bodyPr/>
          <a:lstStyle/>
          <a:p>
            <a:fld id="{775C3C8D-1731-4109-9B13-AE81518EE728}" type="datetime1">
              <a:rPr lang="zh-CN" altLang="en-US" smtClean="0">
                <a:ea typeface="宋体" charset="-122"/>
              </a:rPr>
              <a:pPr/>
              <a:t>2021/9/28</a:t>
            </a:fld>
            <a:endParaRPr lang="en-US" altLang="zh-CN" smtClean="0">
              <a:ea typeface="宋体" charset="-122"/>
            </a:endParaRPr>
          </a:p>
        </p:txBody>
      </p:sp>
      <p:sp>
        <p:nvSpPr>
          <p:cNvPr id="13316" name="Rectangle 1031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AED3D238-84AD-42FF-BCCC-06D551D9C9D7}" type="slidenum">
              <a:rPr lang="en-US" altLang="zh-CN" smtClean="0">
                <a:ea typeface="宋体" charset="-122"/>
              </a:rPr>
              <a:pPr/>
              <a:t>17</a:t>
            </a:fld>
            <a:endParaRPr lang="en-US" altLang="zh-CN" smtClean="0">
              <a:ea typeface="宋体" charset="-122"/>
            </a:endParaRPr>
          </a:p>
        </p:txBody>
      </p:sp>
      <p:sp>
        <p:nvSpPr>
          <p:cNvPr id="1331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31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5988" y="4351338"/>
            <a:ext cx="2335212" cy="260350"/>
          </a:xfrm>
          <a:noFill/>
          <a:ln/>
        </p:spPr>
        <p:txBody>
          <a:bodyPr/>
          <a:lstStyle/>
          <a:p>
            <a:r>
              <a:rPr lang="en-US" altLang="zh-CN" smtClean="0">
                <a:solidFill>
                  <a:srgbClr val="FF3300"/>
                </a:solidFill>
              </a:rPr>
              <a:t>NaHA</a:t>
            </a:r>
            <a:r>
              <a:rPr lang="en-US" altLang="zh-CN" smtClean="0"/>
              <a:t>,</a:t>
            </a:r>
            <a:r>
              <a:rPr lang="zh-CN" altLang="en-US" smtClean="0"/>
              <a:t>即</a:t>
            </a:r>
            <a:r>
              <a:rPr lang="zh-CN" altLang="en-US" smtClean="0">
                <a:solidFill>
                  <a:schemeClr val="accent2"/>
                </a:solidFill>
              </a:rPr>
              <a:t>多元酸一级解离的产物</a:t>
            </a:r>
            <a:r>
              <a:rPr lang="en-US" altLang="zh-CN" smtClean="0"/>
              <a:t>,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863600" y="2012950"/>
            <a:ext cx="9794875" cy="1389063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728788" y="3671888"/>
            <a:ext cx="80645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</p:spTree>
  </p:cSld>
  <p:clrMapOvr>
    <a:masterClrMapping/>
  </p:clrMapOvr>
  <p:transition spd="slow">
    <p:split orient="vert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76263" y="258763"/>
            <a:ext cx="10369550" cy="432000"/>
          </a:xfrm>
          <a:prstGeom prst="rect">
            <a:avLst/>
          </a:prstGeom>
        </p:spPr>
        <p:txBody>
          <a:bodyPr/>
          <a:lstStyle/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48469" y="863823"/>
            <a:ext cx="10369550" cy="42767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500">
                <a:latin typeface="楷体_GB2312" pitchFamily="49" charset="-122"/>
                <a:ea typeface="楷体_GB2312" pitchFamily="49" charset="-122"/>
              </a:defRPr>
            </a:lvl1pPr>
            <a:lvl2pPr marL="457200" indent="0">
              <a:buNone/>
              <a:defRPr sz="2500">
                <a:latin typeface="楷体_GB2312" pitchFamily="49" charset="-122"/>
                <a:ea typeface="楷体_GB2312" pitchFamily="49" charset="-122"/>
              </a:defRPr>
            </a:lvl2pPr>
            <a:lvl3pPr marL="914400" indent="0">
              <a:buNone/>
              <a:defRPr sz="2500">
                <a:latin typeface="楷体_GB2312" pitchFamily="49" charset="-122"/>
                <a:ea typeface="楷体_GB2312" pitchFamily="49" charset="-122"/>
              </a:defRPr>
            </a:lvl3pPr>
            <a:lvl4pPr marL="1371600" indent="0">
              <a:buNone/>
              <a:defRPr sz="2500">
                <a:latin typeface="楷体_GB2312" pitchFamily="49" charset="-122"/>
                <a:ea typeface="楷体_GB2312" pitchFamily="49" charset="-122"/>
              </a:defRPr>
            </a:lvl4pPr>
            <a:lvl5pPr marL="1828800" indent="0">
              <a:buNone/>
              <a:defRPr sz="2500">
                <a:latin typeface="楷体_GB2312" pitchFamily="49" charset="-122"/>
                <a:ea typeface="楷体_GB2312" pitchFamily="49" charset="-122"/>
              </a:defRPr>
            </a:lvl5pPr>
          </a:lstStyle>
          <a:p>
            <a:pPr lvl="0"/>
            <a:r>
              <a:rPr lang="zh-CN" altLang="en-US" dirty="0" smtClean="0"/>
              <a:t>单击此处编辑母版文本样式</a:t>
            </a:r>
          </a:p>
        </p:txBody>
      </p:sp>
    </p:spTree>
  </p:cSld>
  <p:clrMapOvr>
    <a:masterClrMapping/>
  </p:clrMapOvr>
  <p:transition spd="slow">
    <p:split orient="vert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09638" y="4164013"/>
            <a:ext cx="9794875" cy="1287462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09638" y="2746375"/>
            <a:ext cx="9794875" cy="1417638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</p:spTree>
  </p:cSld>
  <p:clrMapOvr>
    <a:masterClrMapping/>
  </p:clrMapOvr>
  <p:transition spd="slow">
    <p:split orient="vert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76263" y="258763"/>
            <a:ext cx="10369550" cy="1081087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576263" y="1511300"/>
            <a:ext cx="5108575" cy="4276725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837238" y="1511300"/>
            <a:ext cx="5108575" cy="4276725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  <p:transition spd="slow">
    <p:split orient="vert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76263" y="258763"/>
            <a:ext cx="10369550" cy="1081087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576263" y="1450975"/>
            <a:ext cx="5091112" cy="604838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76263" y="2055813"/>
            <a:ext cx="5091112" cy="3732212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5853113" y="1450975"/>
            <a:ext cx="5092700" cy="604838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5853113" y="2055813"/>
            <a:ext cx="5092700" cy="3732212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  <p:transition spd="slow">
    <p:split orient="vert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76263" y="258763"/>
            <a:ext cx="10369550" cy="1081087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  <p:transition spd="slow">
    <p:split orient="vert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slow">
    <p:split orient="vert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76263" y="258763"/>
            <a:ext cx="3790950" cy="1096962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05325" y="258763"/>
            <a:ext cx="6440488" cy="5529262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576263" y="1355725"/>
            <a:ext cx="3790950" cy="44323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</p:spTree>
  </p:cSld>
  <p:clrMapOvr>
    <a:masterClrMapping/>
  </p:clrMapOvr>
  <p:transition spd="slow">
    <p:split orient="vert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259013" y="4535488"/>
            <a:ext cx="6911975" cy="536575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259013" y="579438"/>
            <a:ext cx="6911975" cy="38877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 smtClean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259013" y="5072063"/>
            <a:ext cx="6911975" cy="76041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</p:spTree>
  </p:cSld>
  <p:clrMapOvr>
    <a:masterClrMapping/>
  </p:clrMapOvr>
  <p:transition spd="slow">
    <p:split orient="vert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76263" y="258763"/>
            <a:ext cx="10369550" cy="1081087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576263" y="1511300"/>
            <a:ext cx="10369550" cy="42767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  <p:transition spd="slow">
    <p:split orient="vert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353425" y="258763"/>
            <a:ext cx="2592388" cy="5529262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576263" y="258763"/>
            <a:ext cx="7624762" cy="5529262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  <p:transition spd="slow">
    <p:split orient="vert"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863600" y="2012950"/>
            <a:ext cx="9794875" cy="1389063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728788" y="3671888"/>
            <a:ext cx="80645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</p:spTree>
  </p:cSld>
  <p:clrMapOvr>
    <a:masterClrMapping/>
  </p:clrMapOvr>
  <p:transition spd="slow">
    <p:split orient="vert"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76263" y="258763"/>
            <a:ext cx="10369550" cy="1081087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76263" y="1511300"/>
            <a:ext cx="10369550" cy="427672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  <p:transition spd="slow">
    <p:split orient="vert"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09638" y="4164013"/>
            <a:ext cx="9794875" cy="1287462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09638" y="2746375"/>
            <a:ext cx="9794875" cy="1417638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</p:spTree>
  </p:cSld>
  <p:clrMapOvr>
    <a:masterClrMapping/>
  </p:clrMapOvr>
  <p:transition spd="slow">
    <p:split orient="vert"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76263" y="258763"/>
            <a:ext cx="10369550" cy="1081087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576263" y="1511300"/>
            <a:ext cx="5108575" cy="4276725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837238" y="1511300"/>
            <a:ext cx="5108575" cy="4276725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  <p:transition spd="slow">
    <p:split orient="vert"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76263" y="258763"/>
            <a:ext cx="10369550" cy="1081087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576263" y="1450975"/>
            <a:ext cx="5091112" cy="604838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76263" y="2055813"/>
            <a:ext cx="5091112" cy="3732212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5853113" y="1450975"/>
            <a:ext cx="5092700" cy="604838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5853113" y="2055813"/>
            <a:ext cx="5092700" cy="3732212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  <p:transition spd="slow">
    <p:split orient="vert"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76263" y="258763"/>
            <a:ext cx="10369550" cy="1081087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  <p:transition spd="slow">
    <p:split orient="vert"/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slow">
    <p:split orient="vert"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76263" y="258763"/>
            <a:ext cx="3790950" cy="1096962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05325" y="258763"/>
            <a:ext cx="6440488" cy="5529262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576263" y="1355725"/>
            <a:ext cx="3790950" cy="44323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</p:spTree>
  </p:cSld>
  <p:clrMapOvr>
    <a:masterClrMapping/>
  </p:clrMapOvr>
  <p:transition spd="slow">
    <p:split orient="vert"/>
  </p:transition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259013" y="4535488"/>
            <a:ext cx="6911975" cy="536575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259013" y="579438"/>
            <a:ext cx="6911975" cy="38877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 smtClean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259013" y="5072063"/>
            <a:ext cx="6911975" cy="76041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</p:spTree>
  </p:cSld>
  <p:clrMapOvr>
    <a:masterClrMapping/>
  </p:clrMapOvr>
  <p:transition spd="slow">
    <p:split orient="vert"/>
  </p:transition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76263" y="258763"/>
            <a:ext cx="10369550" cy="1081087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576263" y="1511300"/>
            <a:ext cx="10369550" cy="42767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  <p:transition spd="slow">
    <p:split orient="vert"/>
  </p:transition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353425" y="258763"/>
            <a:ext cx="2592388" cy="5529262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576263" y="258763"/>
            <a:ext cx="7624762" cy="5529262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  <p:transition spd="slow">
    <p:split orient="vert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2.jpe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blipFill dpi="0" rotWithShape="0">
          <a:blip r:embed="rId1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74" name="Group 152"/>
          <p:cNvGrpSpPr>
            <a:grpSpLocks/>
          </p:cNvGrpSpPr>
          <p:nvPr userDrawn="1"/>
        </p:nvGrpSpPr>
        <p:grpSpPr bwMode="auto">
          <a:xfrm>
            <a:off x="-34925" y="107950"/>
            <a:ext cx="11588750" cy="6408738"/>
            <a:chOff x="-22" y="68"/>
            <a:chExt cx="7300" cy="4037"/>
          </a:xfrm>
        </p:grpSpPr>
        <p:sp>
          <p:nvSpPr>
            <p:cNvPr id="1028" name="Freeform 1027"/>
            <p:cNvSpPr>
              <a:spLocks/>
            </p:cNvSpPr>
            <p:nvPr userDrawn="1"/>
          </p:nvSpPr>
          <p:spPr bwMode="auto">
            <a:xfrm>
              <a:off x="80" y="431"/>
              <a:ext cx="7080" cy="3174"/>
            </a:xfrm>
            <a:custGeom>
              <a:avLst/>
              <a:gdLst>
                <a:gd name="T0" fmla="*/ 9512 w 5269"/>
                <a:gd name="T1" fmla="*/ 0 h 2977"/>
                <a:gd name="T2" fmla="*/ 0 w 5269"/>
                <a:gd name="T3" fmla="*/ 0 h 2977"/>
                <a:gd name="T4" fmla="*/ 0 w 5269"/>
                <a:gd name="T5" fmla="*/ 3383 h 297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269" h="2977">
                  <a:moveTo>
                    <a:pt x="5268" y="0"/>
                  </a:moveTo>
                  <a:lnTo>
                    <a:pt x="0" y="0"/>
                  </a:lnTo>
                  <a:lnTo>
                    <a:pt x="0" y="2976"/>
                  </a:lnTo>
                </a:path>
              </a:pathLst>
            </a:custGeom>
            <a:noFill/>
            <a:ln w="12700" cap="rnd" cmpd="sng">
              <a:solidFill>
                <a:srgbClr val="B2B2B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ea typeface="宋体" pitchFamily="2" charset="-122"/>
              </a:endParaRPr>
            </a:p>
          </p:txBody>
        </p:sp>
        <p:grpSp>
          <p:nvGrpSpPr>
            <p:cNvPr id="3077" name="Group 1042"/>
            <p:cNvGrpSpPr>
              <a:grpSpLocks/>
            </p:cNvGrpSpPr>
            <p:nvPr userDrawn="1"/>
          </p:nvGrpSpPr>
          <p:grpSpPr bwMode="auto">
            <a:xfrm rot="5400000">
              <a:off x="3597" y="-3112"/>
              <a:ext cx="68" cy="7141"/>
              <a:chOff x="336" y="1103"/>
              <a:chExt cx="97" cy="2785"/>
            </a:xfrm>
          </p:grpSpPr>
          <p:sp>
            <p:nvSpPr>
              <p:cNvPr id="1039" name="Rectangle 1043"/>
              <p:cNvSpPr>
                <a:spLocks noChangeArrowheads="1"/>
              </p:cNvSpPr>
              <p:nvPr userDrawn="1"/>
            </p:nvSpPr>
            <p:spPr bwMode="auto">
              <a:xfrm>
                <a:off x="338" y="1104"/>
                <a:ext cx="97" cy="2784"/>
              </a:xfrm>
              <a:prstGeom prst="rect">
                <a:avLst/>
              </a:prstGeom>
              <a:solidFill>
                <a:srgbClr val="DDDDDD"/>
              </a:solidFill>
              <a:ln w="15875">
                <a:noFill/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kumimoji="1" lang="zh-CN" altLang="zh-CN" sz="2400">
                  <a:ea typeface="宋体" pitchFamily="2" charset="-122"/>
                </a:endParaRPr>
              </a:p>
            </p:txBody>
          </p:sp>
          <p:sp>
            <p:nvSpPr>
              <p:cNvPr id="1040" name="Freeform 1044"/>
              <p:cNvSpPr>
                <a:spLocks/>
              </p:cNvSpPr>
              <p:nvPr userDrawn="1"/>
            </p:nvSpPr>
            <p:spPr bwMode="auto">
              <a:xfrm>
                <a:off x="338" y="1103"/>
                <a:ext cx="97" cy="2785"/>
              </a:xfrm>
              <a:custGeom>
                <a:avLst/>
                <a:gdLst>
                  <a:gd name="T0" fmla="*/ 0 w 97"/>
                  <a:gd name="T1" fmla="*/ 2784 h 2785"/>
                  <a:gd name="T2" fmla="*/ 96 w 97"/>
                  <a:gd name="T3" fmla="*/ 2784 h 2785"/>
                  <a:gd name="T4" fmla="*/ 96 w 97"/>
                  <a:gd name="T5" fmla="*/ 0 h 2785"/>
                  <a:gd name="T6" fmla="*/ 0 60000 65536"/>
                  <a:gd name="T7" fmla="*/ 0 60000 65536"/>
                  <a:gd name="T8" fmla="*/ 0 60000 65536"/>
                  <a:gd name="T9" fmla="*/ 0 w 97"/>
                  <a:gd name="T10" fmla="*/ 0 h 2785"/>
                  <a:gd name="T11" fmla="*/ 97 w 97"/>
                  <a:gd name="T12" fmla="*/ 2785 h 2785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97" h="2785">
                    <a:moveTo>
                      <a:pt x="0" y="2784"/>
                    </a:moveTo>
                    <a:lnTo>
                      <a:pt x="96" y="2784"/>
                    </a:lnTo>
                    <a:lnTo>
                      <a:pt x="96" y="0"/>
                    </a:lnTo>
                  </a:path>
                </a:pathLst>
              </a:custGeom>
              <a:solidFill>
                <a:srgbClr val="DDDDDD"/>
              </a:solidFill>
              <a:ln w="15875" cap="rnd">
                <a:noFill/>
                <a:round/>
                <a:headEnd type="none" w="sm" len="sm"/>
                <a:tailEnd type="none" w="sm" len="sm"/>
              </a:ln>
            </p:spPr>
            <p:txBody>
              <a:bodyPr rot="10800000" vert="eaVert"/>
              <a:lstStyle/>
              <a:p>
                <a:pPr>
                  <a:defRPr/>
                </a:pPr>
                <a:endParaRPr lang="zh-CN" altLang="en-US">
                  <a:ea typeface="宋体" pitchFamily="2" charset="-122"/>
                </a:endParaRPr>
              </a:p>
            </p:txBody>
          </p:sp>
          <p:sp>
            <p:nvSpPr>
              <p:cNvPr id="1041" name="Freeform 1045"/>
              <p:cNvSpPr>
                <a:spLocks/>
              </p:cNvSpPr>
              <p:nvPr userDrawn="1"/>
            </p:nvSpPr>
            <p:spPr bwMode="auto">
              <a:xfrm>
                <a:off x="338" y="1103"/>
                <a:ext cx="97" cy="2785"/>
              </a:xfrm>
              <a:custGeom>
                <a:avLst/>
                <a:gdLst>
                  <a:gd name="T0" fmla="*/ 0 w 97"/>
                  <a:gd name="T1" fmla="*/ 2784 h 2785"/>
                  <a:gd name="T2" fmla="*/ 0 w 97"/>
                  <a:gd name="T3" fmla="*/ 0 h 2785"/>
                  <a:gd name="T4" fmla="*/ 96 w 97"/>
                  <a:gd name="T5" fmla="*/ 0 h 2785"/>
                  <a:gd name="T6" fmla="*/ 0 60000 65536"/>
                  <a:gd name="T7" fmla="*/ 0 60000 65536"/>
                  <a:gd name="T8" fmla="*/ 0 60000 65536"/>
                  <a:gd name="T9" fmla="*/ 0 w 97"/>
                  <a:gd name="T10" fmla="*/ 0 h 2785"/>
                  <a:gd name="T11" fmla="*/ 97 w 97"/>
                  <a:gd name="T12" fmla="*/ 2785 h 2785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97" h="2785">
                    <a:moveTo>
                      <a:pt x="0" y="2784"/>
                    </a:moveTo>
                    <a:lnTo>
                      <a:pt x="0" y="0"/>
                    </a:lnTo>
                    <a:lnTo>
                      <a:pt x="96" y="0"/>
                    </a:lnTo>
                  </a:path>
                </a:pathLst>
              </a:custGeom>
              <a:solidFill>
                <a:srgbClr val="DDDDDD"/>
              </a:solidFill>
              <a:ln w="15875" cap="rnd">
                <a:noFill/>
                <a:round/>
                <a:headEnd type="none" w="sm" len="sm"/>
                <a:tailEnd type="none" w="sm" len="sm"/>
              </a:ln>
            </p:spPr>
            <p:txBody>
              <a:bodyPr rot="10800000" vert="eaVert"/>
              <a:lstStyle/>
              <a:p>
                <a:pPr>
                  <a:defRPr/>
                </a:pPr>
                <a:endParaRPr lang="zh-CN" altLang="en-US">
                  <a:ea typeface="宋体" pitchFamily="2" charset="-122"/>
                </a:endParaRPr>
              </a:p>
            </p:txBody>
          </p:sp>
        </p:grpSp>
        <p:sp>
          <p:nvSpPr>
            <p:cNvPr id="1030" name="Freeform 1028"/>
            <p:cNvSpPr>
              <a:spLocks/>
            </p:cNvSpPr>
            <p:nvPr userDrawn="1"/>
          </p:nvSpPr>
          <p:spPr bwMode="auto">
            <a:xfrm>
              <a:off x="96" y="431"/>
              <a:ext cx="7080" cy="3174"/>
            </a:xfrm>
            <a:custGeom>
              <a:avLst/>
              <a:gdLst>
                <a:gd name="T0" fmla="*/ 9512 w 5269"/>
                <a:gd name="T1" fmla="*/ 0 h 2977"/>
                <a:gd name="T2" fmla="*/ 9512 w 5269"/>
                <a:gd name="T3" fmla="*/ 3383 h 2977"/>
                <a:gd name="T4" fmla="*/ 0 w 5269"/>
                <a:gd name="T5" fmla="*/ 3383 h 297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269" h="2977">
                  <a:moveTo>
                    <a:pt x="5268" y="0"/>
                  </a:moveTo>
                  <a:lnTo>
                    <a:pt x="5268" y="2976"/>
                  </a:lnTo>
                  <a:lnTo>
                    <a:pt x="0" y="2976"/>
                  </a:lnTo>
                </a:path>
              </a:pathLst>
            </a:custGeom>
            <a:noFill/>
            <a:ln w="12700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ea typeface="宋体" pitchFamily="2" charset="-122"/>
              </a:endParaRPr>
            </a:p>
          </p:txBody>
        </p:sp>
        <p:sp>
          <p:nvSpPr>
            <p:cNvPr id="1031" name="Rectangle 1036"/>
            <p:cNvSpPr>
              <a:spLocks noChangeArrowheads="1"/>
            </p:cNvSpPr>
            <p:nvPr userDrawn="1"/>
          </p:nvSpPr>
          <p:spPr bwMode="auto">
            <a:xfrm>
              <a:off x="61" y="68"/>
              <a:ext cx="7141" cy="3584"/>
            </a:xfrm>
            <a:prstGeom prst="rect">
              <a:avLst/>
            </a:prstGeom>
            <a:noFill/>
            <a:ln w="254000">
              <a:pattFill prst="dkHorz">
                <a:fgClr>
                  <a:srgbClr val="C8C8C8"/>
                </a:fgClr>
                <a:bgClr>
                  <a:schemeClr val="bg1"/>
                </a:bgClr>
              </a:patt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pPr algn="ctr">
                <a:defRPr/>
              </a:pPr>
              <a:endParaRPr kumimoji="1" lang="zh-CN" altLang="en-US" sz="1600">
                <a:ea typeface="楷体_GB2312" pitchFamily="49" charset="-122"/>
              </a:endParaRPr>
            </a:p>
          </p:txBody>
        </p:sp>
        <p:grpSp>
          <p:nvGrpSpPr>
            <p:cNvPr id="3080" name="Group 1038"/>
            <p:cNvGrpSpPr>
              <a:grpSpLocks/>
            </p:cNvGrpSpPr>
            <p:nvPr userDrawn="1"/>
          </p:nvGrpSpPr>
          <p:grpSpPr bwMode="auto">
            <a:xfrm>
              <a:off x="306" y="584"/>
              <a:ext cx="68" cy="2879"/>
              <a:chOff x="336" y="1103"/>
              <a:chExt cx="97" cy="2785"/>
            </a:xfrm>
          </p:grpSpPr>
          <p:sp>
            <p:nvSpPr>
              <p:cNvPr id="1036" name="Rectangle 1039"/>
              <p:cNvSpPr>
                <a:spLocks noChangeArrowheads="1"/>
              </p:cNvSpPr>
              <p:nvPr userDrawn="1"/>
            </p:nvSpPr>
            <p:spPr bwMode="auto">
              <a:xfrm>
                <a:off x="336" y="1104"/>
                <a:ext cx="96" cy="2784"/>
              </a:xfrm>
              <a:prstGeom prst="rect">
                <a:avLst/>
              </a:prstGeom>
              <a:solidFill>
                <a:srgbClr val="DDDDDD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kumimoji="1" lang="zh-CN" altLang="zh-CN" sz="2400">
                  <a:ea typeface="宋体" pitchFamily="2" charset="-122"/>
                </a:endParaRPr>
              </a:p>
            </p:txBody>
          </p:sp>
          <p:sp>
            <p:nvSpPr>
              <p:cNvPr id="1037" name="Freeform 1040"/>
              <p:cNvSpPr>
                <a:spLocks/>
              </p:cNvSpPr>
              <p:nvPr userDrawn="1"/>
            </p:nvSpPr>
            <p:spPr bwMode="auto">
              <a:xfrm>
                <a:off x="336" y="1103"/>
                <a:ext cx="97" cy="2785"/>
              </a:xfrm>
              <a:custGeom>
                <a:avLst/>
                <a:gdLst>
                  <a:gd name="T0" fmla="*/ 0 w 97"/>
                  <a:gd name="T1" fmla="*/ 2784 h 2785"/>
                  <a:gd name="T2" fmla="*/ 96 w 97"/>
                  <a:gd name="T3" fmla="*/ 2784 h 2785"/>
                  <a:gd name="T4" fmla="*/ 96 w 97"/>
                  <a:gd name="T5" fmla="*/ 0 h 2785"/>
                  <a:gd name="T6" fmla="*/ 0 60000 65536"/>
                  <a:gd name="T7" fmla="*/ 0 60000 65536"/>
                  <a:gd name="T8" fmla="*/ 0 60000 65536"/>
                  <a:gd name="T9" fmla="*/ 0 w 97"/>
                  <a:gd name="T10" fmla="*/ 0 h 2785"/>
                  <a:gd name="T11" fmla="*/ 97 w 97"/>
                  <a:gd name="T12" fmla="*/ 2785 h 2785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97" h="2785">
                    <a:moveTo>
                      <a:pt x="0" y="2784"/>
                    </a:moveTo>
                    <a:lnTo>
                      <a:pt x="96" y="2784"/>
                    </a:lnTo>
                    <a:lnTo>
                      <a:pt x="96" y="0"/>
                    </a:lnTo>
                  </a:path>
                </a:pathLst>
              </a:custGeom>
              <a:solidFill>
                <a:srgbClr val="DDDDDD"/>
              </a:solidFill>
              <a:ln w="12700" cap="rnd">
                <a:solidFill>
                  <a:srgbClr val="B2B2B2"/>
                </a:solidFill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>
                  <a:defRPr/>
                </a:pPr>
                <a:endParaRPr lang="zh-CN" altLang="en-US">
                  <a:ea typeface="宋体" pitchFamily="2" charset="-122"/>
                </a:endParaRPr>
              </a:p>
            </p:txBody>
          </p:sp>
          <p:sp>
            <p:nvSpPr>
              <p:cNvPr id="1038" name="Freeform 1041"/>
              <p:cNvSpPr>
                <a:spLocks/>
              </p:cNvSpPr>
              <p:nvPr userDrawn="1"/>
            </p:nvSpPr>
            <p:spPr bwMode="auto">
              <a:xfrm>
                <a:off x="336" y="1103"/>
                <a:ext cx="97" cy="2785"/>
              </a:xfrm>
              <a:custGeom>
                <a:avLst/>
                <a:gdLst>
                  <a:gd name="T0" fmla="*/ 0 w 97"/>
                  <a:gd name="T1" fmla="*/ 2784 h 2785"/>
                  <a:gd name="T2" fmla="*/ 0 w 97"/>
                  <a:gd name="T3" fmla="*/ 0 h 2785"/>
                  <a:gd name="T4" fmla="*/ 96 w 97"/>
                  <a:gd name="T5" fmla="*/ 0 h 2785"/>
                  <a:gd name="T6" fmla="*/ 0 60000 65536"/>
                  <a:gd name="T7" fmla="*/ 0 60000 65536"/>
                  <a:gd name="T8" fmla="*/ 0 60000 65536"/>
                  <a:gd name="T9" fmla="*/ 0 w 97"/>
                  <a:gd name="T10" fmla="*/ 0 h 2785"/>
                  <a:gd name="T11" fmla="*/ 97 w 97"/>
                  <a:gd name="T12" fmla="*/ 2785 h 2785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97" h="2785">
                    <a:moveTo>
                      <a:pt x="0" y="2784"/>
                    </a:moveTo>
                    <a:lnTo>
                      <a:pt x="0" y="0"/>
                    </a:lnTo>
                    <a:lnTo>
                      <a:pt x="96" y="0"/>
                    </a:lnTo>
                  </a:path>
                </a:pathLst>
              </a:custGeom>
              <a:solidFill>
                <a:srgbClr val="DDDDDD"/>
              </a:solidFill>
              <a:ln w="12700" cap="rnd">
                <a:solidFill>
                  <a:srgbClr val="FFFFFF"/>
                </a:solidFill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>
                  <a:defRPr/>
                </a:pPr>
                <a:endParaRPr lang="zh-CN" altLang="en-US">
                  <a:ea typeface="宋体" pitchFamily="2" charset="-122"/>
                </a:endParaRPr>
              </a:p>
            </p:txBody>
          </p:sp>
        </p:grpSp>
        <p:sp>
          <p:nvSpPr>
            <p:cNvPr id="1033" name="Rectangle 139" descr="深色横线"/>
            <p:cNvSpPr>
              <a:spLocks noChangeArrowheads="1"/>
            </p:cNvSpPr>
            <p:nvPr userDrawn="1"/>
          </p:nvSpPr>
          <p:spPr bwMode="auto">
            <a:xfrm>
              <a:off x="-22" y="3652"/>
              <a:ext cx="7300" cy="453"/>
            </a:xfrm>
            <a:prstGeom prst="rect">
              <a:avLst/>
            </a:prstGeom>
            <a:pattFill prst="dkHorz">
              <a:fgClr>
                <a:srgbClr val="C8C8C8"/>
              </a:fgClr>
              <a:bgClr>
                <a:schemeClr val="bg1"/>
              </a:bgClr>
            </a:pattFill>
            <a:ln w="12700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zh-CN" altLang="en-US">
                <a:ea typeface="宋体" pitchFamily="2" charset="-122"/>
              </a:endParaRPr>
            </a:p>
          </p:txBody>
        </p:sp>
        <p:sp>
          <p:nvSpPr>
            <p:cNvPr id="1034" name="AutoShape 143"/>
            <p:cNvSpPr>
              <a:spLocks noChangeArrowheads="1"/>
            </p:cNvSpPr>
            <p:nvPr userDrawn="1"/>
          </p:nvSpPr>
          <p:spPr bwMode="auto">
            <a:xfrm>
              <a:off x="136" y="136"/>
              <a:ext cx="6994" cy="295"/>
            </a:xfrm>
            <a:prstGeom prst="flowChartAlternateProcess">
              <a:avLst/>
            </a:prstGeom>
            <a:solidFill>
              <a:srgbClr val="EAEAEA"/>
            </a:solidFill>
            <a:ln w="317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zh-CN" altLang="en-US">
                <a:ea typeface="宋体" pitchFamily="2" charset="-122"/>
              </a:endParaRPr>
            </a:p>
          </p:txBody>
        </p:sp>
        <p:sp>
          <p:nvSpPr>
            <p:cNvPr id="1035" name="Rectangle 146"/>
            <p:cNvSpPr>
              <a:spLocks noChangeArrowheads="1"/>
            </p:cNvSpPr>
            <p:nvPr userDrawn="1"/>
          </p:nvSpPr>
          <p:spPr bwMode="auto">
            <a:xfrm>
              <a:off x="136" y="499"/>
              <a:ext cx="6982" cy="3083"/>
            </a:xfrm>
            <a:prstGeom prst="rect">
              <a:avLst/>
            </a:prstGeom>
            <a:solidFill>
              <a:srgbClr val="EAEAEA">
                <a:alpha val="85097"/>
              </a:srgbClr>
            </a:solidFill>
            <a:ln w="19050">
              <a:solidFill>
                <a:srgbClr val="F8F8F8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zh-CN" altLang="en-US">
                <a:ea typeface="宋体" pitchFamily="2" charset="-122"/>
              </a:endParaRPr>
            </a:p>
          </p:txBody>
        </p:sp>
      </p:grpSp>
      <p:sp>
        <p:nvSpPr>
          <p:cNvPr id="3075" name="Rectangle 149"/>
          <p:cNvSpPr>
            <a:spLocks noGrp="1" noChangeArrowheads="1"/>
          </p:cNvSpPr>
          <p:nvPr>
            <p:ph type="title"/>
          </p:nvPr>
        </p:nvSpPr>
        <p:spPr bwMode="auto">
          <a:xfrm>
            <a:off x="323850" y="215900"/>
            <a:ext cx="10369550" cy="4270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zh-CN" altLang="en-US" smtClean="0"/>
              <a:t>单击此处编辑母版标题样式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</p:sldLayoutIdLst>
  <p:transition spd="slow">
    <p:split orient="vert"/>
  </p:transition>
  <p:timing>
    <p:tnLst>
      <p:par>
        <p:cTn id="1" dur="indefinite" restart="never" nodeType="tmRoot"/>
      </p:par>
    </p:tnLst>
  </p:timing>
  <p:hf sldNum="0"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2200" b="1">
          <a:solidFill>
            <a:srgbClr val="FF0000"/>
          </a:solidFill>
          <a:latin typeface="+mj-lt"/>
          <a:ea typeface="黑体" pitchFamily="2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200" b="1">
          <a:solidFill>
            <a:srgbClr val="FF0000"/>
          </a:solidFill>
          <a:latin typeface="Times New Roman" pitchFamily="18" charset="0"/>
          <a:ea typeface="黑体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200" b="1">
          <a:solidFill>
            <a:srgbClr val="FF0000"/>
          </a:solidFill>
          <a:latin typeface="Times New Roman" pitchFamily="18" charset="0"/>
          <a:ea typeface="黑体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200" b="1">
          <a:solidFill>
            <a:srgbClr val="FF0000"/>
          </a:solidFill>
          <a:latin typeface="Times New Roman" pitchFamily="18" charset="0"/>
          <a:ea typeface="黑体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200" b="1">
          <a:solidFill>
            <a:srgbClr val="FF0000"/>
          </a:solidFill>
          <a:latin typeface="Times New Roman" pitchFamily="18" charset="0"/>
          <a:ea typeface="黑体" pitchFamily="2" charset="-122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6600CC"/>
          </a:solidFill>
          <a:latin typeface="Times New Roman" pitchFamily="18" charset="0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6600CC"/>
          </a:solidFill>
          <a:latin typeface="Times New Roman" pitchFamily="18" charset="0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6600CC"/>
          </a:solidFill>
          <a:latin typeface="Times New Roman" pitchFamily="18" charset="0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6600CC"/>
          </a:solidFill>
          <a:latin typeface="Times New Roman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rgbClr val="FFFFCC"/>
        </a:buClr>
        <a:buSzPct val="90000"/>
        <a:buFont typeface="Wingdings" pitchFamily="2" charset="2"/>
        <a:buChar char="§"/>
        <a:defRPr sz="3200" b="1">
          <a:solidFill>
            <a:srgbClr val="FFFFCC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rgbClr val="FFFFCC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rgbClr val="FFFFCC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rgbClr val="FFFFCC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rgbClr val="FFFFCC"/>
          </a:solidFill>
          <a:latin typeface="+mn-lt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rgbClr val="FFFFCC"/>
          </a:solidFill>
          <a:latin typeface="+mn-lt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rgbClr val="FFFFCC"/>
          </a:solidFill>
          <a:latin typeface="+mn-lt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rgbClr val="FFFFCC"/>
          </a:solidFill>
          <a:latin typeface="+mn-lt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rgbClr val="FFFFCC"/>
          </a:solidFill>
          <a:latin typeface="+mn-lt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blipFill dpi="0" rotWithShape="0">
          <a:blip r:embed="rId1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dk2" tx1="lt1" bg2="dk1" tx2="lt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ransition spd="slow">
    <p:split orient="vert"/>
  </p:transition>
  <p:timing>
    <p:tnLst>
      <p:par>
        <p:cTn id="1" dur="indefinite" restart="never" nodeType="tmRoot"/>
      </p:par>
    </p:tnLst>
  </p:timing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6600CC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6600CC"/>
          </a:solidFill>
          <a:latin typeface="Times New Roman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6600CC"/>
          </a:solidFill>
          <a:latin typeface="Times New Roman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6600CC"/>
          </a:solidFill>
          <a:latin typeface="Times New Roman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6600CC"/>
          </a:solidFill>
          <a:latin typeface="Times New Roman" pitchFamily="18" charset="0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6600CC"/>
          </a:solidFill>
          <a:latin typeface="Times New Roman" pitchFamily="18" charset="0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6600CC"/>
          </a:solidFill>
          <a:latin typeface="Times New Roman" pitchFamily="18" charset="0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6600CC"/>
          </a:solidFill>
          <a:latin typeface="Times New Roman" pitchFamily="18" charset="0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6600CC"/>
          </a:solidFill>
          <a:latin typeface="Times New Roman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rgbClr val="FFFFCC"/>
        </a:buClr>
        <a:buSzPct val="90000"/>
        <a:buFont typeface="Wingdings" pitchFamily="2" charset="2"/>
        <a:buChar char="§"/>
        <a:defRPr sz="3200" b="1">
          <a:solidFill>
            <a:srgbClr val="FFFFCC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rgbClr val="FFFFCC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rgbClr val="FFFFCC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rgbClr val="FFFFCC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rgbClr val="FFFFCC"/>
          </a:solidFill>
          <a:latin typeface="+mn-lt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rgbClr val="FFFFCC"/>
          </a:solidFill>
          <a:latin typeface="+mn-lt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rgbClr val="FFFFCC"/>
          </a:solidFill>
          <a:latin typeface="+mn-lt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rgbClr val="FFFFCC"/>
          </a:solidFill>
          <a:latin typeface="+mn-lt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rgbClr val="FFFFCC"/>
          </a:solidFill>
          <a:latin typeface="+mn-lt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03-01.pptx" TargetMode="External"/><Relationship Id="rId7" Type="http://schemas.openxmlformats.org/officeDocument/2006/relationships/hyperlink" Target="03-06.pptx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Relationship Id="rId6" Type="http://schemas.openxmlformats.org/officeDocument/2006/relationships/hyperlink" Target="03-05.pptx" TargetMode="External"/><Relationship Id="rId5" Type="http://schemas.openxmlformats.org/officeDocument/2006/relationships/hyperlink" Target="03-03.pptx" TargetMode="External"/><Relationship Id="rId4" Type="http://schemas.openxmlformats.org/officeDocument/2006/relationships/hyperlink" Target="03-02.pptx" TargetMode="Externa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" Target="slide12.xml"/><Relationship Id="rId2" Type="http://schemas.openxmlformats.org/officeDocument/2006/relationships/slide" Target="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jpeg"/><Relationship Id="rId4" Type="http://schemas.openxmlformats.org/officeDocument/2006/relationships/image" Target="../media/image3.jpe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4.jpeg"/><Relationship Id="rId7" Type="http://schemas.openxmlformats.org/officeDocument/2006/relationships/image" Target="../media/image7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hyperlink" Target="../../03EXAMPLE/ch03/03-04-&#20363;&#39064;.pptx#-1,1,&#24187;&#28783;&#29255; 1" TargetMode="Externa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Relationship Id="rId4" Type="http://schemas.openxmlformats.org/officeDocument/2006/relationships/hyperlink" Target="../../03EXAMPLE/ch03/03-04-&#20363;&#39064;.pptx#-1,2,&#24187;&#28783;&#29255; 2" TargetMode="Externa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jpeg"/><Relationship Id="rId4" Type="http://schemas.openxmlformats.org/officeDocument/2006/relationships/image" Target="../media/image4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../../03EXAMPLE/ch03/03-04-&#20363;&#39064;.pptx#-1,3,&#24187;&#28783;&#29255; 3" TargetMode="External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wmf"/><Relationship Id="rId5" Type="http://schemas.openxmlformats.org/officeDocument/2006/relationships/image" Target="../media/image4.jpeg"/><Relationship Id="rId4" Type="http://schemas.openxmlformats.org/officeDocument/2006/relationships/image" Target="../media/image3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audio" Target="../media/audio2.wav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jpeg"/><Relationship Id="rId4" Type="http://schemas.openxmlformats.org/officeDocument/2006/relationships/image" Target="../media/image3.jpe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hyperlink" Target="../../03EXAMPLE/ch03/03-04-&#20363;&#39064;.pptx#-1,4,&#24187;&#28783;&#29255; 4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pe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jpeg"/><Relationship Id="rId3" Type="http://schemas.openxmlformats.org/officeDocument/2006/relationships/notesSlide" Target="../notesSlides/notesSlide4.xml"/><Relationship Id="rId7" Type="http://schemas.openxmlformats.org/officeDocument/2006/relationships/image" Target="../media/image3.jpe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10.wmf"/><Relationship Id="rId5" Type="http://schemas.openxmlformats.org/officeDocument/2006/relationships/oleObject" Target="../embeddings/oleObject1.bin"/><Relationship Id="rId4" Type="http://schemas.openxmlformats.org/officeDocument/2006/relationships/audio" Target="../media/audio2.wav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.bin"/><Relationship Id="rId13" Type="http://schemas.openxmlformats.org/officeDocument/2006/relationships/image" Target="../media/image13.jpeg"/><Relationship Id="rId3" Type="http://schemas.openxmlformats.org/officeDocument/2006/relationships/audio" Target="../media/audio2.wav"/><Relationship Id="rId7" Type="http://schemas.openxmlformats.org/officeDocument/2006/relationships/hyperlink" Target="../../03EXAMPLE/ch03/03-04-&#20363;&#39064;.pptx#-1,7,&#24187;&#28783;&#29255; 7" TargetMode="External"/><Relationship Id="rId12" Type="http://schemas.openxmlformats.org/officeDocument/2006/relationships/hyperlink" Target="03-05.pptx" TargetMode="Externa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11.wmf"/><Relationship Id="rId11" Type="http://schemas.openxmlformats.org/officeDocument/2006/relationships/image" Target="../media/image3.jpeg"/><Relationship Id="rId5" Type="http://schemas.openxmlformats.org/officeDocument/2006/relationships/oleObject" Target="../embeddings/oleObject2.bin"/><Relationship Id="rId10" Type="http://schemas.openxmlformats.org/officeDocument/2006/relationships/hyperlink" Target="../../03EXAMPLE/ch03/03-04-&#20363;&#39064;.pptx#-1,8,&#24187;&#28783;&#29255; 8" TargetMode="External"/><Relationship Id="rId4" Type="http://schemas.openxmlformats.org/officeDocument/2006/relationships/audio" Target="../media/audio3.wav"/><Relationship Id="rId9" Type="http://schemas.openxmlformats.org/officeDocument/2006/relationships/image" Target="../media/image12.wmf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7" Type="http://schemas.openxmlformats.org/officeDocument/2006/relationships/image" Target="../media/image11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6" Type="http://schemas.openxmlformats.org/officeDocument/2006/relationships/oleObject" Target="../embeddings/oleObject2.bin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2"/>
          <p:cNvSpPr txBox="1">
            <a:spLocks noChangeArrowheads="1"/>
          </p:cNvSpPr>
          <p:nvPr/>
        </p:nvSpPr>
        <p:spPr>
          <a:xfrm>
            <a:off x="3117831" y="954071"/>
            <a:ext cx="5643602" cy="31947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0" hangingPunct="0">
              <a:lnSpc>
                <a:spcPct val="120000"/>
              </a:lnSpc>
              <a:defRPr/>
            </a:pPr>
            <a:r>
              <a:rPr lang="en-US" sz="2800" b="1" kern="0" dirty="0" smtClean="0">
                <a:solidFill>
                  <a:srgbClr val="FFFF00"/>
                </a:solidFill>
                <a:ea typeface="黑体" pitchFamily="49" charset="-122"/>
                <a:cs typeface="+mj-cs"/>
                <a:hlinkClick r:id="rId3" action="ppaction://hlinkpres?slideindex=1&amp;slidetitle="/>
              </a:rPr>
              <a:t>3.1</a:t>
            </a:r>
            <a:r>
              <a:rPr lang="en-US" sz="2800" b="1" kern="0" dirty="0" smtClean="0">
                <a:solidFill>
                  <a:srgbClr val="FFFF00"/>
                </a:solidFill>
                <a:ea typeface="黑体" pitchFamily="49" charset="-122"/>
                <a:cs typeface="+mj-cs"/>
              </a:rPr>
              <a:t> </a:t>
            </a:r>
            <a:r>
              <a:rPr lang="zh-CN" altLang="en-US" sz="2800" b="1" kern="0" dirty="0" smtClean="0">
                <a:solidFill>
                  <a:srgbClr val="FFFF00"/>
                </a:solidFill>
                <a:ea typeface="黑体" pitchFamily="49" charset="-122"/>
                <a:cs typeface="+mj-cs"/>
              </a:rPr>
              <a:t>酸</a:t>
            </a:r>
            <a:r>
              <a:rPr lang="zh-CN" altLang="en-US" sz="2800" b="1" kern="0" dirty="0">
                <a:solidFill>
                  <a:srgbClr val="FFFF00"/>
                </a:solidFill>
                <a:ea typeface="黑体" pitchFamily="49" charset="-122"/>
                <a:cs typeface="+mj-cs"/>
              </a:rPr>
              <a:t>碱质子理论与</a:t>
            </a:r>
            <a:r>
              <a:rPr lang="zh-CN" altLang="en-US" sz="2800" b="1" kern="0" dirty="0" smtClean="0">
                <a:solidFill>
                  <a:srgbClr val="FFFF00"/>
                </a:solidFill>
                <a:ea typeface="黑体" pitchFamily="49" charset="-122"/>
                <a:cs typeface="+mj-cs"/>
              </a:rPr>
              <a:t>酸碱平衡</a:t>
            </a:r>
            <a:endParaRPr lang="en-US" altLang="zh-CN" sz="2800" b="1" kern="0" dirty="0" smtClean="0">
              <a:solidFill>
                <a:srgbClr val="FFFF00"/>
              </a:solidFill>
              <a:ea typeface="黑体" pitchFamily="49" charset="-122"/>
              <a:cs typeface="+mj-cs"/>
            </a:endParaRPr>
          </a:p>
          <a:p>
            <a:pPr eaLnBrk="0" hangingPunct="0">
              <a:lnSpc>
                <a:spcPct val="120000"/>
              </a:lnSpc>
              <a:defRPr/>
            </a:pPr>
            <a:r>
              <a:rPr lang="en-US" altLang="zh-CN" sz="2800" b="1" dirty="0" smtClean="0">
                <a:solidFill>
                  <a:srgbClr val="FFFF00"/>
                </a:solidFill>
                <a:ea typeface="黑体" pitchFamily="49" charset="-122"/>
                <a:hlinkClick r:id="rId4" action="ppaction://hlinkpres?slideindex=1&amp;slidetitle="/>
              </a:rPr>
              <a:t>3.2</a:t>
            </a:r>
            <a:r>
              <a:rPr lang="en-US" altLang="zh-CN" sz="2800" b="1" dirty="0" smtClean="0">
                <a:solidFill>
                  <a:srgbClr val="FFFF00"/>
                </a:solidFill>
                <a:ea typeface="黑体" pitchFamily="49" charset="-122"/>
              </a:rPr>
              <a:t> </a:t>
            </a:r>
            <a:r>
              <a:rPr lang="zh-CN" altLang="en-US" sz="2800" b="1" dirty="0" smtClean="0">
                <a:solidFill>
                  <a:srgbClr val="FFFF00"/>
                </a:solidFill>
                <a:ea typeface="黑体" pitchFamily="49" charset="-122"/>
              </a:rPr>
              <a:t>酸碱平衡的移动</a:t>
            </a:r>
            <a:endParaRPr lang="en-US" altLang="zh-CN" sz="2800" b="1" dirty="0" smtClean="0">
              <a:solidFill>
                <a:srgbClr val="FFFF00"/>
              </a:solidFill>
              <a:ea typeface="黑体" pitchFamily="49" charset="-122"/>
            </a:endParaRPr>
          </a:p>
          <a:p>
            <a:pPr eaLnBrk="0" hangingPunct="0">
              <a:lnSpc>
                <a:spcPct val="120000"/>
              </a:lnSpc>
              <a:defRPr/>
            </a:pPr>
            <a:r>
              <a:rPr lang="en-US" altLang="zh-CN" sz="2800" b="1" dirty="0" smtClean="0">
                <a:solidFill>
                  <a:srgbClr val="FFFF00"/>
                </a:solidFill>
                <a:ea typeface="黑体" pitchFamily="49" charset="-122"/>
                <a:hlinkClick r:id="rId5" action="ppaction://hlinkpres?slideindex=1&amp;slidetitle="/>
              </a:rPr>
              <a:t>3.3</a:t>
            </a:r>
            <a:r>
              <a:rPr lang="en-US" altLang="zh-CN" sz="2800" b="1" dirty="0" smtClean="0">
                <a:solidFill>
                  <a:srgbClr val="FFFF00"/>
                </a:solidFill>
                <a:ea typeface="黑体" pitchFamily="49" charset="-122"/>
              </a:rPr>
              <a:t> </a:t>
            </a:r>
            <a:r>
              <a:rPr lang="zh-CN" altLang="en-US" sz="2800" b="1" dirty="0" smtClean="0">
                <a:solidFill>
                  <a:srgbClr val="FFFF00"/>
                </a:solidFill>
                <a:ea typeface="黑体" pitchFamily="49" charset="-122"/>
              </a:rPr>
              <a:t>组分的分布与浓度的计算</a:t>
            </a:r>
            <a:endParaRPr lang="en-US" altLang="zh-CN" sz="2800" b="1" dirty="0" smtClean="0">
              <a:solidFill>
                <a:srgbClr val="FFFF00"/>
              </a:solidFill>
              <a:ea typeface="黑体" pitchFamily="49" charset="-122"/>
            </a:endParaRPr>
          </a:p>
          <a:p>
            <a:pPr eaLnBrk="0" hangingPunct="0">
              <a:lnSpc>
                <a:spcPct val="120000"/>
              </a:lnSpc>
              <a:defRPr/>
            </a:pPr>
            <a:r>
              <a:rPr lang="en-US" altLang="zh-CN" sz="2800" b="1" dirty="0" smtClean="0">
                <a:solidFill>
                  <a:srgbClr val="FFFFFF"/>
                </a:solidFill>
                <a:ea typeface="黑体" pitchFamily="49" charset="-122"/>
              </a:rPr>
              <a:t>3.4 </a:t>
            </a:r>
            <a:r>
              <a:rPr lang="zh-CN" altLang="en-US" sz="2800" b="1" dirty="0" smtClean="0">
                <a:solidFill>
                  <a:srgbClr val="FFFFFF"/>
                </a:solidFill>
                <a:ea typeface="黑体" pitchFamily="49" charset="-122"/>
              </a:rPr>
              <a:t>溶液酸度的计算</a:t>
            </a:r>
            <a:endParaRPr lang="en-US" altLang="zh-CN" sz="2800" b="1" dirty="0" smtClean="0">
              <a:solidFill>
                <a:srgbClr val="FFFFFF"/>
              </a:solidFill>
              <a:ea typeface="黑体" pitchFamily="49" charset="-122"/>
            </a:endParaRPr>
          </a:p>
          <a:p>
            <a:pPr eaLnBrk="0" hangingPunct="0">
              <a:lnSpc>
                <a:spcPct val="120000"/>
              </a:lnSpc>
              <a:defRPr/>
            </a:pPr>
            <a:r>
              <a:rPr lang="en-US" altLang="zh-CN" sz="2800" b="1" dirty="0" smtClean="0">
                <a:solidFill>
                  <a:srgbClr val="FFFFFF"/>
                </a:solidFill>
                <a:ea typeface="黑体" pitchFamily="49" charset="-122"/>
                <a:hlinkClick r:id="rId6" action="ppaction://hlinkpres?slideindex=1&amp;slidetitle="/>
              </a:rPr>
              <a:t>3.5</a:t>
            </a:r>
            <a:r>
              <a:rPr lang="en-US" altLang="zh-CN" sz="2800" b="1" dirty="0" smtClean="0">
                <a:solidFill>
                  <a:srgbClr val="FFFFFF"/>
                </a:solidFill>
                <a:ea typeface="黑体" pitchFamily="49" charset="-122"/>
              </a:rPr>
              <a:t> </a:t>
            </a:r>
            <a:r>
              <a:rPr lang="zh-CN" altLang="en-US" sz="2800" b="1" dirty="0" smtClean="0">
                <a:solidFill>
                  <a:srgbClr val="FFFFFF"/>
                </a:solidFill>
                <a:ea typeface="黑体" pitchFamily="49" charset="-122"/>
              </a:rPr>
              <a:t>溶液酸度的控制与酸碱指示剂</a:t>
            </a:r>
            <a:endParaRPr lang="en-US" altLang="zh-CN" sz="2800" b="1" dirty="0" smtClean="0">
              <a:solidFill>
                <a:srgbClr val="FFFFFF"/>
              </a:solidFill>
              <a:ea typeface="黑体" pitchFamily="49" charset="-122"/>
            </a:endParaRPr>
          </a:p>
          <a:p>
            <a:pPr eaLnBrk="0" hangingPunct="0">
              <a:lnSpc>
                <a:spcPct val="120000"/>
              </a:lnSpc>
              <a:defRPr/>
            </a:pPr>
            <a:r>
              <a:rPr lang="en-US" altLang="zh-CN" sz="2800" b="1" dirty="0" smtClean="0">
                <a:solidFill>
                  <a:srgbClr val="FFFFFF"/>
                </a:solidFill>
                <a:ea typeface="黑体" pitchFamily="49" charset="-122"/>
                <a:hlinkClick r:id="rId7" action="ppaction://hlinkpres?slideindex=1&amp;slidetitle="/>
              </a:rPr>
              <a:t>3.6</a:t>
            </a:r>
            <a:r>
              <a:rPr lang="en-US" altLang="zh-CN" sz="2800" b="1" dirty="0" smtClean="0">
                <a:solidFill>
                  <a:srgbClr val="FFFFFF"/>
                </a:solidFill>
                <a:ea typeface="黑体" pitchFamily="49" charset="-122"/>
              </a:rPr>
              <a:t> </a:t>
            </a:r>
            <a:r>
              <a:rPr lang="zh-CN" altLang="en-US" sz="2800" b="1" dirty="0" smtClean="0">
                <a:solidFill>
                  <a:srgbClr val="FFFFFF"/>
                </a:solidFill>
                <a:ea typeface="黑体" pitchFamily="49" charset="-122"/>
              </a:rPr>
              <a:t>酸碱滴定法</a:t>
            </a:r>
            <a:endParaRPr lang="en-US" altLang="zh-CN" sz="2800" b="1" kern="0" dirty="0">
              <a:solidFill>
                <a:srgbClr val="FFFFFF"/>
              </a:solidFill>
              <a:effectLst>
                <a:outerShdw blurRad="38100" dist="38100" dir="2700000" algn="tl">
                  <a:srgbClr val="000000"/>
                </a:outerShdw>
              </a:effectLst>
              <a:ea typeface="黑体" pitchFamily="49" charset="-122"/>
              <a:cs typeface="+mj-cs"/>
            </a:endParaRPr>
          </a:p>
        </p:txBody>
      </p:sp>
    </p:spTree>
  </p:cSld>
  <p:clrMapOvr>
    <a:masterClrMapping/>
  </p:clrMapOvr>
  <p:transition spd="slow">
    <p:split orient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6" dur="500" fill="hold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FF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7" dur="500" fill="hold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FF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8" dur="500" fill="hold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AutoShape 1030">
            <a:hlinkClick r:id="rId2" action="ppaction://hlinksldjump" highlightClick="1"/>
          </p:cNvPr>
          <p:cNvSpPr>
            <a:spLocks noChangeAspect="1" noChangeArrowheads="1"/>
          </p:cNvSpPr>
          <p:nvPr/>
        </p:nvSpPr>
        <p:spPr bwMode="auto">
          <a:xfrm>
            <a:off x="2401888" y="2301875"/>
            <a:ext cx="544512" cy="407988"/>
          </a:xfrm>
          <a:prstGeom prst="actionButtonForwardNext">
            <a:avLst/>
          </a:prstGeom>
          <a:solidFill>
            <a:srgbClr val="C0C0C0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123" name="AutoShape 1031">
            <a:hlinkClick r:id="rId3" action="ppaction://hlinksldjump" highlightClick="1"/>
          </p:cNvPr>
          <p:cNvSpPr>
            <a:spLocks noChangeAspect="1" noChangeArrowheads="1"/>
          </p:cNvSpPr>
          <p:nvPr/>
        </p:nvSpPr>
        <p:spPr bwMode="auto">
          <a:xfrm>
            <a:off x="2401888" y="3263900"/>
            <a:ext cx="544512" cy="407988"/>
          </a:xfrm>
          <a:prstGeom prst="actionButtonForwardNext">
            <a:avLst/>
          </a:prstGeom>
          <a:solidFill>
            <a:srgbClr val="C0C0C0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4520" name="Text Box 1032"/>
          <p:cNvSpPr txBox="1">
            <a:spLocks noChangeArrowheads="1"/>
          </p:cNvSpPr>
          <p:nvPr/>
        </p:nvSpPr>
        <p:spPr bwMode="auto">
          <a:xfrm>
            <a:off x="2900363" y="1962150"/>
            <a:ext cx="6399212" cy="1944688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pPr>
              <a:lnSpc>
                <a:spcPct val="180000"/>
              </a:lnSpc>
            </a:pPr>
            <a:r>
              <a:rPr lang="en-US" altLang="zh-CN" sz="2800" b="1" dirty="0">
                <a:ea typeface="黑体" pitchFamily="49" charset="-122"/>
              </a:rPr>
              <a:t>3.4.1</a:t>
            </a:r>
            <a:r>
              <a:rPr lang="zh-CN" altLang="en-US" sz="2800" b="1" dirty="0">
                <a:ea typeface="黑体" pitchFamily="49" charset="-122"/>
              </a:rPr>
              <a:t>溶液酸度计算的一般</a:t>
            </a:r>
            <a:r>
              <a:rPr lang="zh-CN" altLang="en-US" sz="2800" b="1" dirty="0" smtClean="0">
                <a:ea typeface="黑体" pitchFamily="49" charset="-122"/>
              </a:rPr>
              <a:t>方法（平衡法）</a:t>
            </a:r>
            <a:endParaRPr lang="zh-CN" altLang="en-US" sz="2800" b="1" dirty="0">
              <a:ea typeface="黑体" pitchFamily="49" charset="-122"/>
            </a:endParaRPr>
          </a:p>
          <a:p>
            <a:pPr>
              <a:lnSpc>
                <a:spcPct val="250000"/>
              </a:lnSpc>
            </a:pPr>
            <a:r>
              <a:rPr lang="en-US" altLang="zh-CN" sz="2800" b="1" dirty="0">
                <a:ea typeface="黑体" pitchFamily="49" charset="-122"/>
              </a:rPr>
              <a:t>3.4.2</a:t>
            </a:r>
            <a:r>
              <a:rPr lang="zh-CN" altLang="en-US" sz="2800" b="1" dirty="0">
                <a:ea typeface="黑体" pitchFamily="49" charset="-122"/>
              </a:rPr>
              <a:t>酸碱质子理论中的代数法</a:t>
            </a:r>
          </a:p>
        </p:txBody>
      </p:sp>
      <p:sp>
        <p:nvSpPr>
          <p:cNvPr id="5125" name="Rectangle 1037"/>
          <p:cNvSpPr>
            <a:spLocks noGrp="1" noChangeArrowheads="1"/>
          </p:cNvSpPr>
          <p:nvPr>
            <p:ph type="title"/>
          </p:nvPr>
        </p:nvSpPr>
        <p:spPr>
          <a:xfrm>
            <a:off x="576263" y="258763"/>
            <a:ext cx="10369550" cy="431800"/>
          </a:xfrm>
        </p:spPr>
        <p:txBody>
          <a:bodyPr/>
          <a:lstStyle/>
          <a:p>
            <a:r>
              <a:rPr lang="en-US" altLang="zh-CN" smtClean="0">
                <a:solidFill>
                  <a:srgbClr val="FF3300"/>
                </a:solidFill>
                <a:ea typeface="黑体" pitchFamily="49" charset="-122"/>
              </a:rPr>
              <a:t>3.4</a:t>
            </a:r>
            <a:r>
              <a:rPr lang="zh-CN" altLang="en-US" smtClean="0">
                <a:solidFill>
                  <a:srgbClr val="FF3300"/>
                </a:solidFill>
                <a:ea typeface="黑体" pitchFamily="49" charset="-122"/>
              </a:rPr>
              <a:t>溶液酸度的计算</a:t>
            </a:r>
            <a:endParaRPr lang="zh-CN" altLang="en-US" sz="1800" smtClean="0">
              <a:solidFill>
                <a:srgbClr val="FF3300"/>
              </a:solidFill>
              <a:ea typeface="黑体" pitchFamily="49" charset="-122"/>
            </a:endParaRPr>
          </a:p>
        </p:txBody>
      </p:sp>
      <p:sp>
        <p:nvSpPr>
          <p:cNvPr id="5126" name="Oval 26" descr="图片8">
            <a:hlinkClick r:id="" action="ppaction://hlinkshowjump?jump=previousslide"/>
          </p:cNvPr>
          <p:cNvSpPr>
            <a:spLocks noChangeAspect="1" noChangeArrowheads="1"/>
          </p:cNvSpPr>
          <p:nvPr/>
        </p:nvSpPr>
        <p:spPr bwMode="gray">
          <a:xfrm>
            <a:off x="0" y="5597525"/>
            <a:ext cx="360363" cy="360363"/>
          </a:xfrm>
          <a:prstGeom prst="ellipse">
            <a:avLst/>
          </a:prstGeom>
          <a:blipFill dpi="0" rotWithShape="1">
            <a:blip r:embed="rId4"/>
            <a:srcRect/>
            <a:stretch>
              <a:fillRect/>
            </a:stretch>
          </a:blipFill>
          <a:ln w="9525">
            <a:solidFill>
              <a:srgbClr val="808080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127" name="Oval 27" descr="图片9">
            <a:hlinkClick r:id="" action="ppaction://hlinkshowjump?jump=nextslide"/>
          </p:cNvPr>
          <p:cNvSpPr>
            <a:spLocks noChangeAspect="1" noChangeArrowheads="1"/>
          </p:cNvSpPr>
          <p:nvPr/>
        </p:nvSpPr>
        <p:spPr bwMode="gray">
          <a:xfrm>
            <a:off x="11155363" y="5688013"/>
            <a:ext cx="360362" cy="360362"/>
          </a:xfrm>
          <a:prstGeom prst="ellipse">
            <a:avLst/>
          </a:prstGeom>
          <a:blipFill dpi="0" rotWithShape="1">
            <a:blip r:embed="rId5"/>
            <a:srcRect/>
            <a:stretch>
              <a:fillRect/>
            </a:stretch>
          </a:blipFill>
          <a:ln w="9525">
            <a:solidFill>
              <a:srgbClr val="808080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</p:spTree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7" dur="500"/>
                                        <p:tgtEl>
                                          <p:spTgt spid="645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12" dur="500"/>
                                        <p:tgtEl>
                                          <p:spTgt spid="645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4520" grpId="0" build="p" autoUpdateAnimBg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906" name="Text Box 2"/>
          <p:cNvSpPr txBox="1">
            <a:spLocks noChangeArrowheads="1"/>
          </p:cNvSpPr>
          <p:nvPr/>
        </p:nvSpPr>
        <p:spPr bwMode="auto">
          <a:xfrm>
            <a:off x="688975" y="1311261"/>
            <a:ext cx="4929186" cy="47625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square">
            <a:spAutoFit/>
          </a:bodyPr>
          <a:lstStyle/>
          <a:p>
            <a:r>
              <a:rPr lang="en-US" altLang="zh-CN" sz="2500" b="1" dirty="0">
                <a:solidFill>
                  <a:srgbClr val="FF3300"/>
                </a:solidFill>
                <a:ea typeface="楷体_GB2312" pitchFamily="49" charset="-122"/>
              </a:rPr>
              <a:t>(1)</a:t>
            </a:r>
            <a:r>
              <a:rPr lang="zh-CN" altLang="en-US" sz="2500" b="1" dirty="0">
                <a:solidFill>
                  <a:srgbClr val="FF3300"/>
                </a:solidFill>
                <a:ea typeface="楷体_GB2312" pitchFamily="49" charset="-122"/>
              </a:rPr>
              <a:t>一元弱酸</a:t>
            </a:r>
            <a:r>
              <a:rPr lang="en-US" altLang="zh-CN" sz="2500" b="1" dirty="0">
                <a:solidFill>
                  <a:srgbClr val="FF3300"/>
                </a:solidFill>
                <a:ea typeface="楷体_GB2312" pitchFamily="49" charset="-122"/>
              </a:rPr>
              <a:t>(</a:t>
            </a:r>
            <a:r>
              <a:rPr lang="zh-CN" altLang="en-US" sz="2500" b="1" dirty="0">
                <a:solidFill>
                  <a:srgbClr val="FF3300"/>
                </a:solidFill>
                <a:ea typeface="楷体_GB2312" pitchFamily="49" charset="-122"/>
              </a:rPr>
              <a:t>或一元弱碱</a:t>
            </a:r>
            <a:r>
              <a:rPr lang="en-US" altLang="zh-CN" sz="2500" b="1" dirty="0">
                <a:solidFill>
                  <a:srgbClr val="FF3300"/>
                </a:solidFill>
                <a:ea typeface="楷体_GB2312" pitchFamily="49" charset="-122"/>
              </a:rPr>
              <a:t>)</a:t>
            </a:r>
            <a:r>
              <a:rPr lang="zh-CN" altLang="en-US" sz="2500" b="1" dirty="0">
                <a:solidFill>
                  <a:srgbClr val="FF3300"/>
                </a:solidFill>
                <a:ea typeface="楷体_GB2312" pitchFamily="49" charset="-122"/>
              </a:rPr>
              <a:t>水溶液</a:t>
            </a:r>
            <a:r>
              <a:rPr lang="en-US" altLang="zh-CN" sz="2500" b="1" dirty="0">
                <a:solidFill>
                  <a:srgbClr val="FF3300"/>
                </a:solidFill>
                <a:ea typeface="楷体_GB2312" pitchFamily="49" charset="-122"/>
              </a:rPr>
              <a:t>:                                       </a:t>
            </a:r>
            <a:endParaRPr lang="en-US" altLang="zh-CN" sz="2500" b="1" dirty="0">
              <a:ea typeface="楷体_GB2312" pitchFamily="49" charset="-122"/>
            </a:endParaRPr>
          </a:p>
        </p:txBody>
      </p:sp>
      <p:sp>
        <p:nvSpPr>
          <p:cNvPr id="123907" name="Rectangle 3"/>
          <p:cNvSpPr>
            <a:spLocks noChangeArrowheads="1"/>
          </p:cNvSpPr>
          <p:nvPr/>
        </p:nvSpPr>
        <p:spPr bwMode="auto">
          <a:xfrm>
            <a:off x="546100" y="811213"/>
            <a:ext cx="2116138" cy="47625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r>
              <a:rPr lang="en-US" altLang="zh-CN" sz="2500" b="1" dirty="0">
                <a:solidFill>
                  <a:srgbClr val="FF0000"/>
                </a:solidFill>
                <a:ea typeface="楷体_GB2312" pitchFamily="49" charset="-122"/>
              </a:rPr>
              <a:t>  </a:t>
            </a:r>
            <a:r>
              <a:rPr lang="zh-CN" altLang="en-US" sz="2500" b="1" dirty="0">
                <a:solidFill>
                  <a:srgbClr val="FF0000"/>
                </a:solidFill>
                <a:ea typeface="楷体_GB2312" pitchFamily="49" charset="-122"/>
              </a:rPr>
              <a:t>平衡分析法</a:t>
            </a:r>
            <a:r>
              <a:rPr lang="en-US" altLang="zh-CN" sz="2500" b="1" dirty="0">
                <a:solidFill>
                  <a:srgbClr val="FF0000"/>
                </a:solidFill>
                <a:ea typeface="楷体_GB2312" pitchFamily="49" charset="-122"/>
              </a:rPr>
              <a:t>.</a:t>
            </a:r>
          </a:p>
        </p:txBody>
      </p:sp>
      <p:sp>
        <p:nvSpPr>
          <p:cNvPr id="6148" name="Rectangle 5"/>
          <p:cNvSpPr>
            <a:spLocks noGrp="1" noChangeArrowheads="1"/>
          </p:cNvSpPr>
          <p:nvPr>
            <p:ph type="title"/>
          </p:nvPr>
        </p:nvSpPr>
        <p:spPr>
          <a:xfrm>
            <a:off x="117475" y="311150"/>
            <a:ext cx="10369550" cy="431800"/>
          </a:xfrm>
        </p:spPr>
        <p:txBody>
          <a:bodyPr/>
          <a:lstStyle/>
          <a:p>
            <a:r>
              <a:rPr lang="en-US" altLang="zh-CN" smtClean="0">
                <a:ea typeface="黑体" pitchFamily="49" charset="-122"/>
              </a:rPr>
              <a:t>3.4.1</a:t>
            </a:r>
            <a:r>
              <a:rPr lang="zh-CN" altLang="en-US" smtClean="0">
                <a:ea typeface="黑体" pitchFamily="49" charset="-122"/>
              </a:rPr>
              <a:t>溶液酸度计算的一般方法</a:t>
            </a:r>
            <a:endParaRPr lang="zh-CN" altLang="en-US" sz="1800" smtClean="0">
              <a:ea typeface="黑体" pitchFamily="49" charset="-122"/>
            </a:endParaRPr>
          </a:p>
        </p:txBody>
      </p:sp>
      <p:sp>
        <p:nvSpPr>
          <p:cNvPr id="6162" name="Oval 26" descr="图片8">
            <a:hlinkClick r:id="" action="ppaction://hlinkshowjump?jump=previousslide"/>
          </p:cNvPr>
          <p:cNvSpPr>
            <a:spLocks noChangeAspect="1" noChangeArrowheads="1"/>
          </p:cNvSpPr>
          <p:nvPr/>
        </p:nvSpPr>
        <p:spPr bwMode="gray">
          <a:xfrm>
            <a:off x="0" y="5597525"/>
            <a:ext cx="360363" cy="360363"/>
          </a:xfrm>
          <a:prstGeom prst="ellipse">
            <a:avLst/>
          </a:prstGeom>
          <a:blipFill dpi="0" rotWithShape="1">
            <a:blip r:embed="rId2"/>
            <a:srcRect/>
            <a:stretch>
              <a:fillRect/>
            </a:stretch>
          </a:blipFill>
          <a:ln w="9525">
            <a:solidFill>
              <a:srgbClr val="808080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163" name="Oval 27" descr="图片9">
            <a:hlinkClick r:id="" action="ppaction://hlinkshowjump?jump=nextslide"/>
          </p:cNvPr>
          <p:cNvSpPr>
            <a:spLocks noChangeAspect="1" noChangeArrowheads="1"/>
          </p:cNvSpPr>
          <p:nvPr/>
        </p:nvSpPr>
        <p:spPr bwMode="gray">
          <a:xfrm>
            <a:off x="11155363" y="5688013"/>
            <a:ext cx="360362" cy="360362"/>
          </a:xfrm>
          <a:prstGeom prst="ellipse">
            <a:avLst/>
          </a:prstGeom>
          <a:blipFill dpi="0" rotWithShape="1">
            <a:blip r:embed="rId3"/>
            <a:srcRect/>
            <a:stretch>
              <a:fillRect/>
            </a:stretch>
          </a:blipFill>
          <a:ln w="9525">
            <a:solidFill>
              <a:srgbClr val="808080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0" name="矩形 19"/>
          <p:cNvSpPr/>
          <p:nvPr/>
        </p:nvSpPr>
        <p:spPr>
          <a:xfrm>
            <a:off x="688939" y="2620157"/>
            <a:ext cx="614271" cy="4770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500" b="1" dirty="0" smtClean="0">
                <a:latin typeface="+mn-lt"/>
                <a:ea typeface="楷体_GB2312" pitchFamily="49" charset="-122"/>
                <a:hlinkClick r:id="rId4" action="ppaction://hlinkpres?slideindex=1&amp;slidetitle=幻灯片 1"/>
              </a:rPr>
              <a:t>解</a:t>
            </a:r>
            <a:r>
              <a:rPr lang="en-US" altLang="zh-CN" sz="2500" b="1" dirty="0" smtClean="0">
                <a:latin typeface="+mn-lt"/>
                <a:ea typeface="楷体_GB2312" pitchFamily="49" charset="-122"/>
              </a:rPr>
              <a:t>:</a:t>
            </a:r>
            <a:endParaRPr lang="zh-CN" altLang="en-US" sz="2500" b="1" dirty="0">
              <a:latin typeface="+mn-lt"/>
              <a:ea typeface="楷体_GB2312" pitchFamily="49" charset="-122"/>
            </a:endParaRPr>
          </a:p>
        </p:txBody>
      </p:sp>
      <p:sp>
        <p:nvSpPr>
          <p:cNvPr id="21" name="Rectangle 3"/>
          <p:cNvSpPr>
            <a:spLocks noChangeArrowheads="1"/>
          </p:cNvSpPr>
          <p:nvPr/>
        </p:nvSpPr>
        <p:spPr bwMode="auto">
          <a:xfrm>
            <a:off x="571121" y="1746410"/>
            <a:ext cx="5621964" cy="861774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square">
            <a:spAutoFit/>
          </a:bodyPr>
          <a:lstStyle/>
          <a:p>
            <a:r>
              <a:rPr lang="zh-CN" altLang="en-US" sz="2500" b="1" dirty="0" smtClean="0">
                <a:latin typeface="+mn-lt"/>
                <a:ea typeface="楷体_GB2312" pitchFamily="49" charset="-122"/>
                <a:sym typeface="Monotype Sorts" pitchFamily="2" charset="2"/>
              </a:rPr>
              <a:t>例</a:t>
            </a:r>
            <a:r>
              <a:rPr lang="en-US" altLang="zh-CN" sz="2500" b="1" dirty="0" smtClean="0">
                <a:latin typeface="+mn-lt"/>
                <a:ea typeface="楷体_GB2312" pitchFamily="49" charset="-122"/>
                <a:sym typeface="Monotype Sorts" pitchFamily="2" charset="2"/>
              </a:rPr>
              <a:t>1.</a:t>
            </a:r>
            <a:r>
              <a:rPr lang="zh-CN" altLang="en-US" sz="2500" b="1" dirty="0" smtClean="0">
                <a:latin typeface="+mn-lt"/>
                <a:ea typeface="楷体_GB2312" pitchFamily="49" charset="-122"/>
                <a:sym typeface="Monotype Sorts" pitchFamily="2" charset="2"/>
              </a:rPr>
              <a:t>计算</a:t>
            </a:r>
            <a:r>
              <a:rPr lang="en-US" altLang="zh-CN" sz="2500" b="1" dirty="0">
                <a:latin typeface="+mn-lt"/>
                <a:ea typeface="楷体_GB2312" pitchFamily="49" charset="-122"/>
                <a:sym typeface="Monotype Sorts" pitchFamily="2" charset="2"/>
              </a:rPr>
              <a:t>0.10</a:t>
            </a:r>
            <a:r>
              <a:rPr lang="en-US" altLang="zh-CN" sz="2500" b="1" dirty="0">
                <a:latin typeface="+mn-lt"/>
                <a:ea typeface="楷体_GB2312" pitchFamily="49" charset="-122"/>
              </a:rPr>
              <a:t>mol/L </a:t>
            </a:r>
            <a:r>
              <a:rPr lang="en-US" altLang="zh-CN" sz="2500" b="1" dirty="0">
                <a:latin typeface="+mn-lt"/>
                <a:ea typeface="楷体_GB2312" pitchFamily="49" charset="-122"/>
                <a:sym typeface="Monotype Sorts" pitchFamily="2" charset="2"/>
              </a:rPr>
              <a:t>NH</a:t>
            </a:r>
            <a:r>
              <a:rPr lang="en-US" altLang="zh-CN" sz="2500" b="1" baseline="-25000" dirty="0">
                <a:latin typeface="+mn-lt"/>
                <a:ea typeface="楷体_GB2312" pitchFamily="49" charset="-122"/>
                <a:sym typeface="Monotype Sorts" pitchFamily="2" charset="2"/>
              </a:rPr>
              <a:t>4</a:t>
            </a:r>
            <a:r>
              <a:rPr lang="en-US" altLang="zh-CN" sz="2500" b="1" dirty="0">
                <a:latin typeface="+mn-lt"/>
                <a:ea typeface="楷体_GB2312" pitchFamily="49" charset="-122"/>
                <a:sym typeface="Monotype Sorts" pitchFamily="2" charset="2"/>
              </a:rPr>
              <a:t>Cl</a:t>
            </a:r>
            <a:r>
              <a:rPr lang="zh-CN" altLang="en-US" sz="2500" b="1" dirty="0">
                <a:latin typeface="+mn-lt"/>
                <a:ea typeface="楷体_GB2312" pitchFamily="49" charset="-122"/>
                <a:sym typeface="Monotype Sorts" pitchFamily="2" charset="2"/>
              </a:rPr>
              <a:t>水溶液的</a:t>
            </a:r>
            <a:r>
              <a:rPr lang="en-US" altLang="zh-CN" sz="2500" b="1" dirty="0" err="1">
                <a:latin typeface="+mn-lt"/>
                <a:ea typeface="楷体_GB2312" pitchFamily="49" charset="-122"/>
                <a:sym typeface="Monotype Sorts" pitchFamily="2" charset="2"/>
              </a:rPr>
              <a:t>pH.</a:t>
            </a:r>
            <a:endParaRPr lang="en-US" altLang="zh-CN" sz="2500" b="1" dirty="0">
              <a:latin typeface="+mn-lt"/>
              <a:ea typeface="楷体_GB2312" pitchFamily="49" charset="-122"/>
              <a:sym typeface="Monotype Sorts" pitchFamily="2" charset="2"/>
            </a:endParaRPr>
          </a:p>
          <a:p>
            <a:r>
              <a:rPr lang="zh-CN" altLang="en-US" sz="2500" b="1" dirty="0">
                <a:latin typeface="+mn-lt"/>
                <a:ea typeface="楷体_GB2312" pitchFamily="49" charset="-122"/>
                <a:sym typeface="Monotype Sorts" pitchFamily="2" charset="2"/>
              </a:rPr>
              <a:t>已知</a:t>
            </a:r>
            <a:r>
              <a:rPr lang="en-US" altLang="zh-CN" sz="2500" b="1" i="1" dirty="0" err="1">
                <a:latin typeface="+mn-lt"/>
                <a:ea typeface="楷体_GB2312" pitchFamily="49" charset="-122"/>
              </a:rPr>
              <a:t>K</a:t>
            </a:r>
            <a:r>
              <a:rPr lang="en-US" altLang="zh-CN" sz="1600" b="1" baseline="100000" dirty="0" err="1">
                <a:latin typeface="+mn-lt"/>
                <a:ea typeface="楷体_GB2312" pitchFamily="49" charset="-122"/>
                <a:sym typeface="Webdings" pitchFamily="18" charset="2"/>
              </a:rPr>
              <a:t></a:t>
            </a:r>
            <a:r>
              <a:rPr lang="en-US" altLang="zh-CN" sz="2500" b="1" baseline="-25000" dirty="0" err="1">
                <a:latin typeface="+mn-lt"/>
                <a:ea typeface="楷体_GB2312" pitchFamily="49" charset="-122"/>
                <a:sym typeface="Webdings" pitchFamily="18" charset="2"/>
              </a:rPr>
              <a:t>b</a:t>
            </a:r>
            <a:r>
              <a:rPr lang="en-US" altLang="zh-CN" sz="2500" b="1" dirty="0">
                <a:latin typeface="+mn-lt"/>
                <a:ea typeface="楷体_GB2312" pitchFamily="49" charset="-122"/>
              </a:rPr>
              <a:t>= 1.79×10</a:t>
            </a:r>
            <a:r>
              <a:rPr lang="en-US" altLang="zh-CN" sz="2500" b="1" baseline="30000" dirty="0">
                <a:latin typeface="+mn-lt"/>
                <a:ea typeface="楷体_GB2312" pitchFamily="49" charset="-122"/>
              </a:rPr>
              <a:t>-5</a:t>
            </a:r>
            <a:r>
              <a:rPr lang="en-US" altLang="zh-CN" sz="2500" b="1" dirty="0">
                <a:latin typeface="+mn-lt"/>
                <a:ea typeface="楷体_GB2312" pitchFamily="49" charset="-122"/>
              </a:rPr>
              <a:t> </a:t>
            </a:r>
            <a:r>
              <a:rPr lang="en-US" altLang="zh-CN" sz="2500" b="1" dirty="0">
                <a:latin typeface="+mn-lt"/>
                <a:ea typeface="楷体_GB2312" pitchFamily="49" charset="-122"/>
                <a:sym typeface="Monotype Sorts" pitchFamily="2" charset="2"/>
              </a:rPr>
              <a:t>(</a:t>
            </a:r>
            <a:r>
              <a:rPr lang="en-US" altLang="zh-CN" sz="2500" b="1" dirty="0" err="1">
                <a:latin typeface="+mn-lt"/>
                <a:ea typeface="楷体_GB2312" pitchFamily="49" charset="-122"/>
              </a:rPr>
              <a:t>p</a:t>
            </a:r>
            <a:r>
              <a:rPr lang="en-US" altLang="zh-CN" sz="2500" b="1" i="1" dirty="0" err="1">
                <a:latin typeface="+mn-lt"/>
                <a:ea typeface="楷体_GB2312" pitchFamily="49" charset="-122"/>
              </a:rPr>
              <a:t>K</a:t>
            </a:r>
            <a:r>
              <a:rPr lang="en-US" altLang="zh-CN" sz="1600" b="1" baseline="100000" dirty="0" err="1">
                <a:latin typeface="+mn-lt"/>
                <a:ea typeface="楷体_GB2312" pitchFamily="49" charset="-122"/>
                <a:sym typeface="Webdings" pitchFamily="18" charset="2"/>
              </a:rPr>
              <a:t></a:t>
            </a:r>
            <a:r>
              <a:rPr lang="en-US" altLang="zh-CN" sz="2500" b="1" baseline="-25000" dirty="0" err="1">
                <a:latin typeface="+mn-lt"/>
                <a:ea typeface="楷体_GB2312" pitchFamily="49" charset="-122"/>
                <a:sym typeface="Webdings" pitchFamily="18" charset="2"/>
              </a:rPr>
              <a:t>b</a:t>
            </a:r>
            <a:r>
              <a:rPr lang="en-US" altLang="zh-CN" sz="2500" b="1" baseline="-25000" dirty="0">
                <a:latin typeface="+mn-lt"/>
                <a:ea typeface="楷体_GB2312" pitchFamily="49" charset="-122"/>
                <a:sym typeface="Webdings" pitchFamily="18" charset="2"/>
              </a:rPr>
              <a:t> </a:t>
            </a:r>
            <a:r>
              <a:rPr lang="en-US" altLang="zh-CN" sz="2500" b="1" dirty="0">
                <a:latin typeface="+mn-lt"/>
                <a:ea typeface="楷体_GB2312" pitchFamily="49" charset="-122"/>
                <a:sym typeface="Webdings" pitchFamily="18" charset="2"/>
              </a:rPr>
              <a:t>= 4.75).</a:t>
            </a:r>
          </a:p>
        </p:txBody>
      </p:sp>
      <p:sp>
        <p:nvSpPr>
          <p:cNvPr id="12" name="矩形 11"/>
          <p:cNvSpPr/>
          <p:nvPr/>
        </p:nvSpPr>
        <p:spPr>
          <a:xfrm>
            <a:off x="4968949" y="3861027"/>
            <a:ext cx="2329236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800" b="1" dirty="0" smtClean="0">
                <a:ea typeface="华文新魏" pitchFamily="2" charset="-122"/>
              </a:rPr>
              <a:t>H</a:t>
            </a:r>
            <a:r>
              <a:rPr lang="en-US" altLang="zh-CN" sz="2800" b="1" baseline="30000" dirty="0" smtClean="0">
                <a:ea typeface="华文新魏" pitchFamily="2" charset="-122"/>
              </a:rPr>
              <a:t>+</a:t>
            </a:r>
            <a:r>
              <a:rPr lang="en-US" altLang="zh-CN" sz="2800" b="1" dirty="0" smtClean="0">
                <a:ea typeface="华文新魏" pitchFamily="2" charset="-122"/>
                <a:sym typeface="Webdings" pitchFamily="18" charset="2"/>
              </a:rPr>
              <a:t>=</a:t>
            </a:r>
            <a:endParaRPr lang="en-US" altLang="zh-CN" sz="2800" b="1" dirty="0">
              <a:ea typeface="华文新魏" pitchFamily="2" charset="-122"/>
              <a:sym typeface="Webdings" pitchFamily="18" charset="2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5682360" y="3775988"/>
            <a:ext cx="410690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3200" dirty="0"/>
              <a:t>√</a:t>
            </a:r>
          </a:p>
        </p:txBody>
      </p:sp>
      <p:sp>
        <p:nvSpPr>
          <p:cNvPr id="14" name="Line 19"/>
          <p:cNvSpPr>
            <a:spLocks noChangeShapeType="1"/>
          </p:cNvSpPr>
          <p:nvPr/>
        </p:nvSpPr>
        <p:spPr bwMode="auto">
          <a:xfrm flipV="1">
            <a:off x="5965177" y="3826382"/>
            <a:ext cx="1080000" cy="5673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矩形 14"/>
              <p:cNvSpPr/>
              <p:nvPr/>
            </p:nvSpPr>
            <p:spPr>
              <a:xfrm>
                <a:off x="7687203" y="3818464"/>
                <a:ext cx="2136588" cy="76944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altLang="zh-CN" sz="2400" b="1" dirty="0" smtClean="0">
                    <a:ea typeface="华文新魏" pitchFamily="2" charset="-122"/>
                    <a:sym typeface="Webdings" pitchFamily="18" charset="2"/>
                  </a:rPr>
                  <a:t>pH</a:t>
                </a:r>
                <a14:m>
                  <m:oMath xmlns:m="http://schemas.openxmlformats.org/officeDocument/2006/math">
                    <m:r>
                      <a:rPr lang="en-US" altLang="zh-CN" sz="2400" b="1" i="1" smtClean="0">
                        <a:latin typeface="Cambria Math" panose="02040503050406030204" pitchFamily="18" charset="0"/>
                        <a:ea typeface="华文新魏" pitchFamily="2" charset="-122"/>
                        <a:sym typeface="Webdings" pitchFamily="18" charset="2"/>
                      </a:rPr>
                      <m:t>=</m:t>
                    </m:r>
                  </m:oMath>
                </a14:m>
                <a:endParaRPr lang="en-US" altLang="zh-CN" sz="2400" b="1" dirty="0" smtClean="0">
                  <a:ea typeface="华文新魏" pitchFamily="2" charset="-122"/>
                  <a:sym typeface="Webdings" pitchFamily="18" charset="2"/>
                </a:endParaRPr>
              </a:p>
              <a:p>
                <a:r>
                  <a:rPr lang="en-US" altLang="zh-CN" sz="2000" b="1" dirty="0" smtClean="0">
                    <a:ea typeface="华文新魏" pitchFamily="2" charset="-122"/>
                    <a:sym typeface="Webdings" pitchFamily="18" charset="2"/>
                  </a:rPr>
                  <a:t>      </a:t>
                </a:r>
                <a:endParaRPr lang="en-US" altLang="zh-CN" sz="2000" b="1" dirty="0">
                  <a:ea typeface="华文新魏" pitchFamily="2" charset="-122"/>
                  <a:sym typeface="Webdings" pitchFamily="18" charset="2"/>
                </a:endParaRPr>
              </a:p>
            </p:txBody>
          </p:sp>
        </mc:Choice>
        <mc:Fallback xmlns="">
          <p:sp>
            <p:nvSpPr>
              <p:cNvPr id="15" name="矩形 1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87203" y="3818464"/>
                <a:ext cx="2136588" cy="769441"/>
              </a:xfrm>
              <a:prstGeom prst="rect">
                <a:avLst/>
              </a:prstGeom>
              <a:blipFill>
                <a:blip r:embed="rId5"/>
                <a:stretch>
                  <a:fillRect l="-4274" t="-629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Line 19"/>
          <p:cNvSpPr>
            <a:spLocks noChangeShapeType="1"/>
          </p:cNvSpPr>
          <p:nvPr/>
        </p:nvSpPr>
        <p:spPr bwMode="auto">
          <a:xfrm>
            <a:off x="8398943" y="4036761"/>
            <a:ext cx="498083" cy="1360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" name="矩形 16"/>
          <p:cNvSpPr/>
          <p:nvPr/>
        </p:nvSpPr>
        <p:spPr>
          <a:xfrm>
            <a:off x="8427217" y="3652687"/>
            <a:ext cx="792745" cy="4770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500" b="1" dirty="0" smtClean="0">
                <a:ea typeface="华文新魏" pitchFamily="2" charset="-122"/>
              </a:rPr>
              <a:t>1</a:t>
            </a:r>
            <a:endParaRPr lang="zh-CN" altLang="en-US" sz="2500" b="1" dirty="0">
              <a:ea typeface="华文新魏" pitchFamily="2" charset="-122"/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8398943" y="3980575"/>
            <a:ext cx="792745" cy="4770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500" b="1" dirty="0">
                <a:ea typeface="华文新魏" pitchFamily="2" charset="-122"/>
              </a:rPr>
              <a:t>2</a:t>
            </a:r>
            <a:endParaRPr lang="zh-CN" altLang="en-US" sz="2500" b="1" dirty="0">
              <a:ea typeface="华文新魏" pitchFamily="2" charset="-122"/>
            </a:endParaRPr>
          </a:p>
        </p:txBody>
      </p:sp>
      <p:sp>
        <p:nvSpPr>
          <p:cNvPr id="19" name="矩形 18"/>
          <p:cNvSpPr/>
          <p:nvPr/>
        </p:nvSpPr>
        <p:spPr>
          <a:xfrm>
            <a:off x="8826673" y="3806176"/>
            <a:ext cx="1398860" cy="8617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500" b="1" dirty="0" smtClean="0">
                <a:ea typeface="华文新魏" pitchFamily="2" charset="-122"/>
              </a:rPr>
              <a:t>(</a:t>
            </a:r>
            <a:r>
              <a:rPr lang="en-US" altLang="zh-CN" sz="2500" b="1" dirty="0" err="1" smtClean="0">
                <a:ea typeface="华文新魏" pitchFamily="2" charset="-122"/>
              </a:rPr>
              <a:t>pKa+pc</a:t>
            </a:r>
            <a:r>
              <a:rPr lang="en-US" altLang="zh-CN" sz="2500" b="1" dirty="0" smtClean="0">
                <a:ea typeface="华文新魏" pitchFamily="2" charset="-122"/>
              </a:rPr>
              <a:t>)</a:t>
            </a:r>
          </a:p>
          <a:p>
            <a:endParaRPr lang="zh-CN" altLang="en-US" sz="2500" b="1" dirty="0">
              <a:ea typeface="华文新魏" pitchFamily="2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矩形 25"/>
              <p:cNvSpPr/>
              <p:nvPr/>
            </p:nvSpPr>
            <p:spPr>
              <a:xfrm>
                <a:off x="5763935" y="5214802"/>
                <a:ext cx="4461598" cy="118756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3600" b="1" i="1" smtClean="0">
                          <a:latin typeface="Cambria Math" panose="02040503050406030204" pitchFamily="18" charset="0"/>
                          <a:ea typeface="华文新魏" pitchFamily="2" charset="-122"/>
                          <a:sym typeface="Webdings" pitchFamily="18" charset="2"/>
                        </a:rPr>
                        <m:t>𝑪</m:t>
                      </m:r>
                      <m:r>
                        <a:rPr lang="zh-CN" altLang="en-US" sz="3600" b="1" i="1" smtClean="0">
                          <a:latin typeface="Cambria Math" panose="02040503050406030204" pitchFamily="18" charset="0"/>
                          <a:ea typeface="华文新魏" pitchFamily="2" charset="-122"/>
                          <a:sym typeface="Webdings" pitchFamily="18" charset="2"/>
                        </a:rPr>
                        <m:t>为</m:t>
                      </m:r>
                      <m:r>
                        <a:rPr lang="zh-CN" altLang="en-US" sz="3600" b="1" i="1">
                          <a:latin typeface="Cambria Math" panose="02040503050406030204" pitchFamily="18" charset="0"/>
                          <a:ea typeface="华文新魏" pitchFamily="2" charset="-122"/>
                          <a:sym typeface="Webdings" pitchFamily="18" charset="2"/>
                        </a:rPr>
                        <m:t>初始</m:t>
                      </m:r>
                      <m:r>
                        <a:rPr lang="zh-CN" altLang="en-US" sz="3600" b="1" i="1" smtClean="0">
                          <a:latin typeface="Cambria Math" panose="02040503050406030204" pitchFamily="18" charset="0"/>
                          <a:ea typeface="华文新魏" pitchFamily="2" charset="-122"/>
                          <a:sym typeface="Webdings" pitchFamily="18" charset="2"/>
                        </a:rPr>
                        <m:t>浓度，</m:t>
                      </m:r>
                      <m:r>
                        <m:rPr>
                          <m:sty m:val="p"/>
                        </m:rPr>
                        <a:rPr lang="en-US" altLang="zh-CN" sz="3600" b="1">
                          <a:latin typeface="Cambria Math" panose="02040503050406030204" pitchFamily="18" charset="0"/>
                          <a:ea typeface="华文新魏" pitchFamily="2" charset="-122"/>
                          <a:sym typeface="Webdings" pitchFamily="18" charset="2"/>
                        </a:rPr>
                        <m:t>pC</m:t>
                      </m:r>
                      <m:r>
                        <a:rPr lang="en-US" altLang="zh-CN" sz="3600" b="1">
                          <a:latin typeface="Cambria Math" panose="02040503050406030204" pitchFamily="18" charset="0"/>
                          <a:ea typeface="华文新魏" pitchFamily="2" charset="-122"/>
                          <a:sym typeface="Webdings" pitchFamily="18" charset="2"/>
                        </a:rPr>
                        <m:t>=−</m:t>
                      </m:r>
                      <m:r>
                        <a:rPr lang="en-US" altLang="zh-CN" sz="3600" b="1">
                          <a:latin typeface="Cambria Math" panose="02040503050406030204" pitchFamily="18" charset="0"/>
                          <a:ea typeface="华文新魏" pitchFamily="2" charset="-122"/>
                          <a:sym typeface="Webdings" pitchFamily="18" charset="2"/>
                        </a:rPr>
                        <m:t>𝐥𝐠𝐜</m:t>
                      </m:r>
                    </m:oMath>
                  </m:oMathPara>
                </a14:m>
                <a:endParaRPr lang="zh-CN" altLang="en-US" sz="3600" b="1" dirty="0">
                  <a:latin typeface="Cambria Math" panose="02040503050406030204" pitchFamily="18" charset="0"/>
                  <a:ea typeface="华文新魏" pitchFamily="2" charset="-122"/>
                </a:endParaRPr>
              </a:p>
            </p:txBody>
          </p:sp>
        </mc:Choice>
        <mc:Fallback xmlns="">
          <p:sp>
            <p:nvSpPr>
              <p:cNvPr id="26" name="矩形 2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63935" y="5214802"/>
                <a:ext cx="4461598" cy="1187569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矩形 1"/>
          <p:cNvSpPr/>
          <p:nvPr/>
        </p:nvSpPr>
        <p:spPr>
          <a:xfrm>
            <a:off x="6028643" y="3818464"/>
            <a:ext cx="902811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b="1" i="1" dirty="0" err="1">
                <a:ea typeface="楷体_GB2312" pitchFamily="49" charset="-122"/>
              </a:rPr>
              <a:t>K</a:t>
            </a:r>
            <a:r>
              <a:rPr lang="en-US" altLang="zh-CN" sz="2400" b="1" baseline="100000" dirty="0" err="1" smtClean="0">
                <a:ea typeface="楷体_GB2312" pitchFamily="49" charset="-122"/>
                <a:sym typeface="Webdings" pitchFamily="18" charset="2"/>
              </a:rPr>
              <a:t></a:t>
            </a:r>
            <a:r>
              <a:rPr lang="en-US" altLang="zh-CN" sz="2400" b="1" baseline="-25000" dirty="0" err="1" smtClean="0">
                <a:ea typeface="楷体_GB2312" pitchFamily="49" charset="-122"/>
                <a:sym typeface="Webdings" pitchFamily="18" charset="2"/>
              </a:rPr>
              <a:t>a</a:t>
            </a:r>
            <a:r>
              <a:rPr lang="en-US" altLang="zh-CN" sz="3600" b="1" dirty="0" err="1" smtClean="0">
                <a:ea typeface="楷体_GB2312" pitchFamily="49" charset="-122"/>
                <a:sym typeface="Webdings" pitchFamily="18" charset="2"/>
              </a:rPr>
              <a:t>c</a:t>
            </a:r>
            <a:endParaRPr lang="zh-CN" altLang="en-US" sz="3600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4772" y="3373929"/>
            <a:ext cx="2088307" cy="1409034"/>
          </a:xfrm>
          <a:prstGeom prst="rect">
            <a:avLst/>
          </a:prstGeom>
        </p:spPr>
      </p:pic>
      <p:sp>
        <p:nvSpPr>
          <p:cNvPr id="4" name="矩形 3"/>
          <p:cNvSpPr/>
          <p:nvPr/>
        </p:nvSpPr>
        <p:spPr>
          <a:xfrm>
            <a:off x="2016621" y="2690104"/>
            <a:ext cx="2468946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800" b="1" dirty="0">
                <a:solidFill>
                  <a:srgbClr val="FF0000"/>
                </a:solidFill>
                <a:ea typeface="楷体_GB2312" pitchFamily="49" charset="-122"/>
              </a:rPr>
              <a:t>平衡分析</a:t>
            </a:r>
            <a:r>
              <a:rPr lang="zh-CN" altLang="en-US" sz="2800" b="1" dirty="0" smtClean="0">
                <a:solidFill>
                  <a:srgbClr val="FF0000"/>
                </a:solidFill>
                <a:ea typeface="楷体_GB2312" pitchFamily="49" charset="-122"/>
              </a:rPr>
              <a:t>法中</a:t>
            </a:r>
            <a:r>
              <a:rPr lang="en-US" altLang="zh-CN" sz="2800" b="1" dirty="0" smtClean="0">
                <a:solidFill>
                  <a:srgbClr val="FF0000"/>
                </a:solidFill>
                <a:ea typeface="楷体_GB2312" pitchFamily="49" charset="-122"/>
              </a:rPr>
              <a:t>:</a:t>
            </a:r>
            <a:endParaRPr lang="zh-CN" altLang="en-US" sz="2800" dirty="0"/>
          </a:p>
        </p:txBody>
      </p:sp>
      <p:sp>
        <p:nvSpPr>
          <p:cNvPr id="5" name="矩形 4"/>
          <p:cNvSpPr/>
          <p:nvPr/>
        </p:nvSpPr>
        <p:spPr>
          <a:xfrm>
            <a:off x="2838473" y="3751175"/>
            <a:ext cx="1832553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3200" b="1" dirty="0">
                <a:solidFill>
                  <a:srgbClr val="FF3300"/>
                </a:solidFill>
                <a:ea typeface="楷体_GB2312" pitchFamily="49" charset="-122"/>
              </a:rPr>
              <a:t>一元弱酸</a:t>
            </a:r>
            <a:endParaRPr lang="zh-CN" altLang="en-US" sz="3200" dirty="0"/>
          </a:p>
        </p:txBody>
      </p:sp>
      <p:sp>
        <p:nvSpPr>
          <p:cNvPr id="6" name="矩形 5"/>
          <p:cNvSpPr/>
          <p:nvPr/>
        </p:nvSpPr>
        <p:spPr>
          <a:xfrm>
            <a:off x="2820852" y="4536461"/>
            <a:ext cx="1832553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3200" b="1" dirty="0">
                <a:solidFill>
                  <a:srgbClr val="FF3300"/>
                </a:solidFill>
                <a:ea typeface="楷体_GB2312" pitchFamily="49" charset="-122"/>
              </a:rPr>
              <a:t>一元</a:t>
            </a:r>
            <a:r>
              <a:rPr lang="zh-CN" altLang="en-US" sz="3200" b="1" dirty="0" smtClean="0">
                <a:solidFill>
                  <a:srgbClr val="FF3300"/>
                </a:solidFill>
                <a:ea typeface="楷体_GB2312" pitchFamily="49" charset="-122"/>
              </a:rPr>
              <a:t>弱碱</a:t>
            </a:r>
            <a:endParaRPr lang="zh-CN" altLang="en-US" sz="3200" dirty="0"/>
          </a:p>
        </p:txBody>
      </p:sp>
      <p:sp>
        <p:nvSpPr>
          <p:cNvPr id="27" name="矩形 26"/>
          <p:cNvSpPr/>
          <p:nvPr/>
        </p:nvSpPr>
        <p:spPr>
          <a:xfrm>
            <a:off x="4785759" y="4653115"/>
            <a:ext cx="2512426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800" b="1" dirty="0" smtClean="0">
                <a:ea typeface="华文新魏" pitchFamily="2" charset="-122"/>
              </a:rPr>
              <a:t>OH</a:t>
            </a:r>
            <a:r>
              <a:rPr lang="en-US" altLang="zh-CN" sz="3200" b="1" baseline="30000" dirty="0">
                <a:ea typeface="华文新魏" pitchFamily="2" charset="-122"/>
              </a:rPr>
              <a:t>-</a:t>
            </a:r>
            <a:r>
              <a:rPr lang="en-US" altLang="zh-CN" sz="2800" b="1" dirty="0" smtClean="0">
                <a:ea typeface="华文新魏" pitchFamily="2" charset="-122"/>
                <a:sym typeface="Webdings" pitchFamily="18" charset="2"/>
              </a:rPr>
              <a:t>=</a:t>
            </a:r>
            <a:endParaRPr lang="en-US" altLang="zh-CN" sz="2800" b="1" dirty="0">
              <a:ea typeface="华文新魏" pitchFamily="2" charset="-122"/>
              <a:sym typeface="Webdings" pitchFamily="18" charset="2"/>
            </a:endParaRPr>
          </a:p>
        </p:txBody>
      </p:sp>
      <p:sp>
        <p:nvSpPr>
          <p:cNvPr id="28" name="矩形 27"/>
          <p:cNvSpPr/>
          <p:nvPr/>
        </p:nvSpPr>
        <p:spPr>
          <a:xfrm>
            <a:off x="5682360" y="4568076"/>
            <a:ext cx="410690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3200" dirty="0"/>
              <a:t>√</a:t>
            </a:r>
          </a:p>
        </p:txBody>
      </p:sp>
      <p:sp>
        <p:nvSpPr>
          <p:cNvPr id="29" name="Line 19"/>
          <p:cNvSpPr>
            <a:spLocks noChangeShapeType="1"/>
          </p:cNvSpPr>
          <p:nvPr/>
        </p:nvSpPr>
        <p:spPr bwMode="auto">
          <a:xfrm flipV="1">
            <a:off x="5965177" y="4618470"/>
            <a:ext cx="1080000" cy="5673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矩形 29"/>
              <p:cNvSpPr/>
              <p:nvPr/>
            </p:nvSpPr>
            <p:spPr>
              <a:xfrm>
                <a:off x="7472775" y="4624091"/>
                <a:ext cx="2136588" cy="76944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altLang="zh-CN" sz="2400" b="1" dirty="0" smtClean="0">
                    <a:ea typeface="华文新魏" pitchFamily="2" charset="-122"/>
                    <a:sym typeface="Webdings" pitchFamily="18" charset="2"/>
                  </a:rPr>
                  <a:t>pOH</a:t>
                </a:r>
                <a14:m>
                  <m:oMath xmlns:m="http://schemas.openxmlformats.org/officeDocument/2006/math">
                    <m:r>
                      <a:rPr lang="en-US" altLang="zh-CN" sz="2400" b="1" i="1" smtClean="0">
                        <a:latin typeface="Cambria Math" panose="02040503050406030204" pitchFamily="18" charset="0"/>
                        <a:ea typeface="华文新魏" pitchFamily="2" charset="-122"/>
                        <a:sym typeface="Webdings" pitchFamily="18" charset="2"/>
                      </a:rPr>
                      <m:t>=</m:t>
                    </m:r>
                  </m:oMath>
                </a14:m>
                <a:endParaRPr lang="en-US" altLang="zh-CN" sz="2400" b="1" dirty="0" smtClean="0">
                  <a:ea typeface="华文新魏" pitchFamily="2" charset="-122"/>
                  <a:sym typeface="Webdings" pitchFamily="18" charset="2"/>
                </a:endParaRPr>
              </a:p>
              <a:p>
                <a:r>
                  <a:rPr lang="en-US" altLang="zh-CN" sz="2000" b="1" dirty="0" smtClean="0">
                    <a:ea typeface="华文新魏" pitchFamily="2" charset="-122"/>
                    <a:sym typeface="Webdings" pitchFamily="18" charset="2"/>
                  </a:rPr>
                  <a:t>      </a:t>
                </a:r>
                <a:endParaRPr lang="en-US" altLang="zh-CN" sz="2000" b="1" dirty="0">
                  <a:ea typeface="华文新魏" pitchFamily="2" charset="-122"/>
                  <a:sym typeface="Webdings" pitchFamily="18" charset="2"/>
                </a:endParaRPr>
              </a:p>
            </p:txBody>
          </p:sp>
        </mc:Choice>
        <mc:Fallback xmlns="">
          <p:sp>
            <p:nvSpPr>
              <p:cNvPr id="30" name="矩形 2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72775" y="4624091"/>
                <a:ext cx="2136588" cy="769441"/>
              </a:xfrm>
              <a:prstGeom prst="rect">
                <a:avLst/>
              </a:prstGeom>
              <a:blipFill>
                <a:blip r:embed="rId8"/>
                <a:stretch>
                  <a:fillRect l="-4571" t="-634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1" name="Line 19"/>
          <p:cNvSpPr>
            <a:spLocks noChangeShapeType="1"/>
          </p:cNvSpPr>
          <p:nvPr/>
        </p:nvSpPr>
        <p:spPr bwMode="auto">
          <a:xfrm>
            <a:off x="8398943" y="4828849"/>
            <a:ext cx="498083" cy="1360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2" name="矩形 31"/>
          <p:cNvSpPr/>
          <p:nvPr/>
        </p:nvSpPr>
        <p:spPr>
          <a:xfrm>
            <a:off x="8427217" y="4444775"/>
            <a:ext cx="792745" cy="4770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500" b="1" dirty="0" smtClean="0">
                <a:ea typeface="华文新魏" pitchFamily="2" charset="-122"/>
              </a:rPr>
              <a:t>1</a:t>
            </a:r>
            <a:endParaRPr lang="zh-CN" altLang="en-US" sz="2500" b="1" dirty="0">
              <a:ea typeface="华文新魏" pitchFamily="2" charset="-122"/>
            </a:endParaRPr>
          </a:p>
        </p:txBody>
      </p:sp>
      <p:sp>
        <p:nvSpPr>
          <p:cNvPr id="33" name="矩形 32"/>
          <p:cNvSpPr/>
          <p:nvPr/>
        </p:nvSpPr>
        <p:spPr>
          <a:xfrm>
            <a:off x="8398943" y="4772663"/>
            <a:ext cx="792745" cy="4770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500" b="1" dirty="0">
                <a:ea typeface="华文新魏" pitchFamily="2" charset="-122"/>
              </a:rPr>
              <a:t>2</a:t>
            </a:r>
            <a:endParaRPr lang="zh-CN" altLang="en-US" sz="2500" b="1" dirty="0">
              <a:ea typeface="华文新魏" pitchFamily="2" charset="-122"/>
            </a:endParaRPr>
          </a:p>
        </p:txBody>
      </p:sp>
      <p:sp>
        <p:nvSpPr>
          <p:cNvPr id="34" name="矩形 33"/>
          <p:cNvSpPr/>
          <p:nvPr/>
        </p:nvSpPr>
        <p:spPr>
          <a:xfrm>
            <a:off x="8826673" y="4598264"/>
            <a:ext cx="1398860" cy="8617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500" b="1" dirty="0" smtClean="0">
                <a:ea typeface="华文新魏" pitchFamily="2" charset="-122"/>
              </a:rPr>
              <a:t>(</a:t>
            </a:r>
            <a:r>
              <a:rPr lang="en-US" altLang="zh-CN" sz="2500" b="1" dirty="0" err="1" smtClean="0">
                <a:ea typeface="华文新魏" pitchFamily="2" charset="-122"/>
              </a:rPr>
              <a:t>pKb+pc</a:t>
            </a:r>
            <a:r>
              <a:rPr lang="en-US" altLang="zh-CN" sz="2500" b="1" dirty="0" smtClean="0">
                <a:ea typeface="华文新魏" pitchFamily="2" charset="-122"/>
              </a:rPr>
              <a:t>)</a:t>
            </a:r>
          </a:p>
          <a:p>
            <a:endParaRPr lang="zh-CN" altLang="en-US" sz="2500" b="1" dirty="0">
              <a:ea typeface="华文新魏" pitchFamily="2" charset="-122"/>
            </a:endParaRPr>
          </a:p>
        </p:txBody>
      </p:sp>
      <p:sp>
        <p:nvSpPr>
          <p:cNvPr id="35" name="矩形 34"/>
          <p:cNvSpPr/>
          <p:nvPr/>
        </p:nvSpPr>
        <p:spPr>
          <a:xfrm>
            <a:off x="6028643" y="4610552"/>
            <a:ext cx="914033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b="1" i="1" dirty="0" err="1">
                <a:ea typeface="楷体_GB2312" pitchFamily="49" charset="-122"/>
              </a:rPr>
              <a:t>K</a:t>
            </a:r>
            <a:r>
              <a:rPr lang="en-US" altLang="zh-CN" sz="2400" b="1" baseline="100000" dirty="0" err="1" smtClean="0">
                <a:ea typeface="楷体_GB2312" pitchFamily="49" charset="-122"/>
                <a:sym typeface="Webdings" pitchFamily="18" charset="2"/>
              </a:rPr>
              <a:t></a:t>
            </a:r>
            <a:r>
              <a:rPr lang="en-US" altLang="zh-CN" sz="2400" b="1" baseline="-25000" dirty="0" err="1">
                <a:ea typeface="楷体_GB2312" pitchFamily="49" charset="-122"/>
                <a:sym typeface="Webdings" pitchFamily="18" charset="2"/>
              </a:rPr>
              <a:t>b</a:t>
            </a:r>
            <a:r>
              <a:rPr lang="en-US" altLang="zh-CN" sz="3600" b="1" dirty="0" err="1" smtClean="0">
                <a:ea typeface="楷体_GB2312" pitchFamily="49" charset="-122"/>
                <a:sym typeface="Webdings" pitchFamily="18" charset="2"/>
              </a:rPr>
              <a:t>c</a:t>
            </a:r>
            <a:endParaRPr lang="zh-CN" altLang="en-US" sz="3600" dirty="0"/>
          </a:p>
        </p:txBody>
      </p:sp>
    </p:spTree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9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7" dur="500"/>
                                        <p:tgtEl>
                                          <p:spTgt spid="1239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90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down)">
                                      <p:cBhvr>
                                        <p:cTn id="12" dur="500"/>
                                        <p:tgtEl>
                                          <p:spTgt spid="12390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down)">
                                      <p:cBhvr>
                                        <p:cTn id="1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3906" grpId="0" build="p" autoUpdateAnimBg="0"/>
      <p:bldP spid="123907" grpId="0" autoUpdateAnimBg="0"/>
      <p:bldP spid="20" grpId="0"/>
      <p:bldP spid="21" grpId="0"/>
      <p:bldP spid="12" grpId="0"/>
      <p:bldP spid="13" grpId="0"/>
      <p:bldP spid="14" grpId="0" animBg="1"/>
      <p:bldP spid="15" grpId="0"/>
      <p:bldP spid="16" grpId="0" animBg="1"/>
      <p:bldP spid="17" grpId="0"/>
      <p:bldP spid="18" grpId="0"/>
      <p:bldP spid="19" grpId="0"/>
      <p:bldP spid="26" grpId="0"/>
      <p:bldP spid="2" grpId="0"/>
      <p:bldP spid="4" grpId="0"/>
      <p:bldP spid="5" grpId="0"/>
      <p:bldP spid="6" grpId="0"/>
      <p:bldP spid="27" grpId="0"/>
      <p:bldP spid="28" grpId="0"/>
      <p:bldP spid="29" grpId="0" animBg="1"/>
      <p:bldP spid="30" grpId="0"/>
      <p:bldP spid="31" grpId="0" animBg="1"/>
      <p:bldP spid="32" grpId="0"/>
      <p:bldP spid="33" grpId="0"/>
      <p:bldP spid="34" grpId="0"/>
      <p:bldP spid="35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907" name="Rectangle 3"/>
          <p:cNvSpPr>
            <a:spLocks noChangeArrowheads="1"/>
          </p:cNvSpPr>
          <p:nvPr/>
        </p:nvSpPr>
        <p:spPr bwMode="auto">
          <a:xfrm>
            <a:off x="546100" y="696188"/>
            <a:ext cx="2116138" cy="47625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5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itchFamily="18" charset="0"/>
                <a:ea typeface="楷体_GB2312" pitchFamily="49" charset="-122"/>
                <a:cs typeface="+mn-cs"/>
              </a:rPr>
              <a:t>  </a:t>
            </a:r>
            <a:r>
              <a:rPr kumimoji="0" lang="zh-CN" altLang="en-US" sz="25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itchFamily="18" charset="0"/>
                <a:ea typeface="楷体_GB2312" pitchFamily="49" charset="-122"/>
                <a:cs typeface="+mn-cs"/>
              </a:rPr>
              <a:t>平衡分析法</a:t>
            </a:r>
            <a:r>
              <a:rPr kumimoji="0" lang="en-US" altLang="zh-CN" sz="25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itchFamily="18" charset="0"/>
                <a:ea typeface="楷体_GB2312" pitchFamily="49" charset="-122"/>
                <a:cs typeface="+mn-cs"/>
              </a:rPr>
              <a:t>.</a:t>
            </a:r>
          </a:p>
        </p:txBody>
      </p:sp>
      <p:sp>
        <p:nvSpPr>
          <p:cNvPr id="6148" name="Rectangle 5"/>
          <p:cNvSpPr>
            <a:spLocks noGrp="1" noChangeArrowheads="1"/>
          </p:cNvSpPr>
          <p:nvPr>
            <p:ph type="title"/>
          </p:nvPr>
        </p:nvSpPr>
        <p:spPr>
          <a:xfrm>
            <a:off x="117475" y="311150"/>
            <a:ext cx="10369550" cy="431800"/>
          </a:xfrm>
        </p:spPr>
        <p:txBody>
          <a:bodyPr/>
          <a:lstStyle/>
          <a:p>
            <a:r>
              <a:rPr lang="en-US" altLang="zh-CN" smtClean="0">
                <a:ea typeface="黑体" pitchFamily="49" charset="-122"/>
              </a:rPr>
              <a:t>3.4.1</a:t>
            </a:r>
            <a:r>
              <a:rPr lang="zh-CN" altLang="en-US" smtClean="0">
                <a:ea typeface="黑体" pitchFamily="49" charset="-122"/>
              </a:rPr>
              <a:t>溶液酸度计算的一般方法</a:t>
            </a:r>
            <a:endParaRPr lang="zh-CN" altLang="en-US" sz="1800" smtClean="0">
              <a:ea typeface="黑体" pitchFamily="49" charset="-122"/>
            </a:endParaRPr>
          </a:p>
        </p:txBody>
      </p:sp>
      <p:sp>
        <p:nvSpPr>
          <p:cNvPr id="6162" name="Oval 26" descr="图片8">
            <a:hlinkClick r:id="" action="ppaction://hlinkshowjump?jump=previousslide"/>
          </p:cNvPr>
          <p:cNvSpPr>
            <a:spLocks noChangeAspect="1" noChangeArrowheads="1"/>
          </p:cNvSpPr>
          <p:nvPr/>
        </p:nvSpPr>
        <p:spPr bwMode="gray">
          <a:xfrm>
            <a:off x="0" y="5597525"/>
            <a:ext cx="360363" cy="360363"/>
          </a:xfrm>
          <a:prstGeom prst="ellipse">
            <a:avLst/>
          </a:prstGeom>
          <a:blipFill dpi="0" rotWithShape="1">
            <a:blip r:embed="rId2"/>
            <a:srcRect/>
            <a:stretch>
              <a:fillRect/>
            </a:stretch>
          </a:blipFill>
          <a:ln w="9525">
            <a:solidFill>
              <a:srgbClr val="808080"/>
            </a:solidFill>
            <a:round/>
            <a:headEnd/>
            <a:tailEnd/>
          </a:ln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宋体" charset="-122"/>
              <a:cs typeface="+mn-cs"/>
            </a:endParaRPr>
          </a:p>
        </p:txBody>
      </p:sp>
      <p:sp>
        <p:nvSpPr>
          <p:cNvPr id="6163" name="Oval 27" descr="图片9">
            <a:hlinkClick r:id="" action="ppaction://hlinkshowjump?jump=nextslide"/>
          </p:cNvPr>
          <p:cNvSpPr>
            <a:spLocks noChangeAspect="1" noChangeArrowheads="1"/>
          </p:cNvSpPr>
          <p:nvPr/>
        </p:nvSpPr>
        <p:spPr bwMode="gray">
          <a:xfrm>
            <a:off x="11155363" y="5688013"/>
            <a:ext cx="360362" cy="360362"/>
          </a:xfrm>
          <a:prstGeom prst="ellipse">
            <a:avLst/>
          </a:prstGeom>
          <a:blipFill dpi="0" rotWithShape="1">
            <a:blip r:embed="rId3"/>
            <a:srcRect/>
            <a:stretch>
              <a:fillRect/>
            </a:stretch>
          </a:blipFill>
          <a:ln w="9525">
            <a:solidFill>
              <a:srgbClr val="808080"/>
            </a:solidFill>
            <a:round/>
            <a:headEnd/>
            <a:tailEnd/>
          </a:ln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宋体" charset="-122"/>
              <a:cs typeface="+mn-cs"/>
            </a:endParaRPr>
          </a:p>
        </p:txBody>
      </p:sp>
      <p:sp>
        <p:nvSpPr>
          <p:cNvPr id="22" name="Text Box 2"/>
          <p:cNvSpPr txBox="1">
            <a:spLocks noChangeArrowheads="1"/>
          </p:cNvSpPr>
          <p:nvPr/>
        </p:nvSpPr>
        <p:spPr bwMode="auto">
          <a:xfrm>
            <a:off x="494421" y="1299046"/>
            <a:ext cx="10136188" cy="1246495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500" b="1" i="0" u="none" strike="noStrike" kern="120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 pitchFamily="18" charset="0"/>
                <a:ea typeface="楷体_GB2312" pitchFamily="49" charset="-122"/>
                <a:cs typeface="+mn-cs"/>
              </a:rPr>
              <a:t>(2)</a:t>
            </a:r>
            <a:r>
              <a:rPr kumimoji="0" lang="zh-CN" altLang="en-US" sz="2500" b="1" i="0" u="none" strike="noStrike" kern="120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 pitchFamily="18" charset="0"/>
                <a:ea typeface="楷体_GB2312" pitchFamily="49" charset="-122"/>
                <a:cs typeface="+mn-cs"/>
              </a:rPr>
              <a:t>多元酸</a:t>
            </a:r>
            <a:r>
              <a:rPr kumimoji="0" lang="en-US" altLang="zh-CN" sz="2500" b="1" i="0" u="none" strike="noStrike" kern="120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 pitchFamily="18" charset="0"/>
                <a:ea typeface="楷体_GB2312" pitchFamily="49" charset="-122"/>
                <a:cs typeface="+mn-cs"/>
              </a:rPr>
              <a:t>(</a:t>
            </a:r>
            <a:r>
              <a:rPr kumimoji="0" lang="zh-CN" altLang="en-US" sz="2500" b="1" i="0" u="none" strike="noStrike" kern="120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 pitchFamily="18" charset="0"/>
                <a:ea typeface="楷体_GB2312" pitchFamily="49" charset="-122"/>
                <a:cs typeface="+mn-cs"/>
              </a:rPr>
              <a:t>或多元碱</a:t>
            </a:r>
            <a:r>
              <a:rPr kumimoji="0" lang="en-US" altLang="zh-CN" sz="2500" b="1" i="0" u="none" strike="noStrike" kern="120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 pitchFamily="18" charset="0"/>
                <a:ea typeface="楷体_GB2312" pitchFamily="49" charset="-122"/>
                <a:cs typeface="+mn-cs"/>
              </a:rPr>
              <a:t>)</a:t>
            </a:r>
            <a:r>
              <a:rPr kumimoji="0" lang="zh-CN" altLang="en-US" sz="2500" b="1" i="0" u="none" strike="noStrike" kern="120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 pitchFamily="18" charset="0"/>
                <a:ea typeface="楷体_GB2312" pitchFamily="49" charset="-122"/>
                <a:cs typeface="+mn-cs"/>
              </a:rPr>
              <a:t>水溶液</a:t>
            </a:r>
            <a:r>
              <a:rPr kumimoji="0" lang="en-US" altLang="zh-CN" sz="2500" b="1" i="0" u="none" strike="noStrike" kern="1200" cap="none" spc="0" normalizeH="0" baseline="0" noProof="0" dirty="0" smtClean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 pitchFamily="18" charset="0"/>
                <a:ea typeface="楷体_GB2312" pitchFamily="49" charset="-122"/>
                <a:cs typeface="+mn-cs"/>
              </a:rPr>
              <a:t>:</a:t>
            </a:r>
          </a:p>
          <a:p>
            <a:pPr lvl="0"/>
            <a:r>
              <a:rPr lang="en-US" altLang="zh-CN" sz="2500" b="1" i="1" dirty="0" smtClean="0">
                <a:solidFill>
                  <a:srgbClr val="FF0000"/>
                </a:solidFill>
                <a:ea typeface="华文新魏" pitchFamily="2" charset="-122"/>
              </a:rPr>
              <a:t>            K</a:t>
            </a:r>
            <a:r>
              <a:rPr lang="en-US" altLang="zh-CN" sz="1600" b="1" baseline="100000" dirty="0">
                <a:solidFill>
                  <a:srgbClr val="FF0000"/>
                </a:solidFill>
                <a:ea typeface="华文新魏" pitchFamily="2" charset="-122"/>
                <a:sym typeface="Webdings" pitchFamily="18" charset="2"/>
              </a:rPr>
              <a:t></a:t>
            </a:r>
            <a:r>
              <a:rPr lang="en-US" altLang="zh-CN" sz="2500" b="1" baseline="-25000" dirty="0">
                <a:solidFill>
                  <a:srgbClr val="FF0000"/>
                </a:solidFill>
                <a:ea typeface="华文新魏" pitchFamily="2" charset="-122"/>
                <a:sym typeface="Webdings" pitchFamily="18" charset="2"/>
              </a:rPr>
              <a:t>a1 </a:t>
            </a:r>
            <a:r>
              <a:rPr lang="en-US" altLang="zh-CN" sz="2500" b="1" dirty="0">
                <a:solidFill>
                  <a:srgbClr val="FF0000"/>
                </a:solidFill>
                <a:ea typeface="华文新魏" pitchFamily="2" charset="-122"/>
              </a:rPr>
              <a:t>» </a:t>
            </a:r>
            <a:r>
              <a:rPr lang="en-US" altLang="zh-CN" sz="2500" b="1" i="1" dirty="0">
                <a:solidFill>
                  <a:srgbClr val="FF0000"/>
                </a:solidFill>
                <a:ea typeface="华文新魏" pitchFamily="2" charset="-122"/>
              </a:rPr>
              <a:t>K</a:t>
            </a:r>
            <a:r>
              <a:rPr lang="en-US" altLang="zh-CN" sz="1600" b="1" baseline="100000" dirty="0">
                <a:solidFill>
                  <a:srgbClr val="FF0000"/>
                </a:solidFill>
                <a:ea typeface="华文新魏" pitchFamily="2" charset="-122"/>
                <a:sym typeface="Webdings" pitchFamily="18" charset="2"/>
              </a:rPr>
              <a:t></a:t>
            </a:r>
            <a:r>
              <a:rPr lang="en-US" altLang="zh-CN" sz="2500" b="1" baseline="-25000" dirty="0">
                <a:solidFill>
                  <a:srgbClr val="FF0000"/>
                </a:solidFill>
                <a:ea typeface="华文新魏" pitchFamily="2" charset="-122"/>
                <a:sym typeface="Webdings" pitchFamily="18" charset="2"/>
              </a:rPr>
              <a:t>a2 </a:t>
            </a:r>
            <a:r>
              <a:rPr lang="en-US" altLang="zh-CN" sz="2500" b="1" dirty="0">
                <a:solidFill>
                  <a:srgbClr val="FF0000"/>
                </a:solidFill>
                <a:ea typeface="华文新魏" pitchFamily="2" charset="-122"/>
              </a:rPr>
              <a:t>,</a:t>
            </a:r>
            <a:endParaRPr kumimoji="0" lang="en-US" altLang="zh-CN" sz="25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ea typeface="楷体_GB2312" pitchFamily="49" charset="-122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5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楷体_GB2312" pitchFamily="49" charset="-122"/>
                <a:cs typeface="+mn-cs"/>
                <a:sym typeface="Monotype Sorts" pitchFamily="2" charset="2"/>
              </a:rPr>
              <a:t>        </a:t>
            </a:r>
            <a:r>
              <a:rPr kumimoji="0" lang="zh-CN" altLang="en-US" sz="25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楷体_GB2312" pitchFamily="49" charset="-122"/>
                <a:cs typeface="+mn-cs"/>
                <a:sym typeface="Monotype Sorts" pitchFamily="2" charset="2"/>
              </a:rPr>
              <a:t>多数情况下可作为一元弱酸</a:t>
            </a:r>
            <a:r>
              <a:rPr kumimoji="0" lang="en-US" altLang="zh-CN" sz="25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楷体_GB2312" pitchFamily="49" charset="-122"/>
                <a:cs typeface="+mn-cs"/>
                <a:sym typeface="Monotype Sorts" pitchFamily="2" charset="2"/>
              </a:rPr>
              <a:t>(</a:t>
            </a:r>
            <a:r>
              <a:rPr kumimoji="0" lang="zh-CN" altLang="en-US" sz="25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楷体_GB2312" pitchFamily="49" charset="-122"/>
                <a:cs typeface="+mn-cs"/>
                <a:sym typeface="Monotype Sorts" pitchFamily="2" charset="2"/>
              </a:rPr>
              <a:t>或一元弱碱</a:t>
            </a:r>
            <a:r>
              <a:rPr kumimoji="0" lang="en-US" altLang="zh-CN" sz="25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楷体_GB2312" pitchFamily="49" charset="-122"/>
                <a:cs typeface="+mn-cs"/>
                <a:sym typeface="Monotype Sorts" pitchFamily="2" charset="2"/>
              </a:rPr>
              <a:t>)</a:t>
            </a:r>
            <a:r>
              <a:rPr kumimoji="0" lang="zh-CN" altLang="en-US" sz="25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楷体_GB2312" pitchFamily="49" charset="-122"/>
                <a:cs typeface="+mn-cs"/>
                <a:sym typeface="Monotype Sorts" pitchFamily="2" charset="2"/>
              </a:rPr>
              <a:t>处理</a:t>
            </a:r>
            <a:r>
              <a:rPr kumimoji="0" lang="en-US" altLang="zh-CN" sz="25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楷体_GB2312" pitchFamily="49" charset="-122"/>
                <a:cs typeface="+mn-cs"/>
                <a:sym typeface="Monotype Sorts" pitchFamily="2" charset="2"/>
              </a:rPr>
              <a:t>.</a:t>
            </a:r>
            <a:endParaRPr kumimoji="0" lang="en-US" altLang="zh-CN" sz="25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楷体_GB2312" pitchFamily="49" charset="-122"/>
              <a:cs typeface="+mn-cs"/>
            </a:endParaRPr>
          </a:p>
        </p:txBody>
      </p:sp>
      <p:sp>
        <p:nvSpPr>
          <p:cNvPr id="23" name="矩形 22"/>
          <p:cNvSpPr/>
          <p:nvPr/>
        </p:nvSpPr>
        <p:spPr>
          <a:xfrm>
            <a:off x="864493" y="3672135"/>
            <a:ext cx="614271" cy="4770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5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楷体_GB2312" pitchFamily="49" charset="-122"/>
                <a:cs typeface="+mn-cs"/>
                <a:hlinkClick r:id="rId4" action="ppaction://hlinkpres?slideindex=2&amp;slidetitle=幻灯片 2"/>
              </a:rPr>
              <a:t>解</a:t>
            </a:r>
            <a:r>
              <a:rPr kumimoji="0" lang="en-US" altLang="zh-CN" sz="25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楷体_GB2312" pitchFamily="49" charset="-122"/>
                <a:cs typeface="+mn-cs"/>
              </a:rPr>
              <a:t>:</a:t>
            </a:r>
            <a:endParaRPr kumimoji="0" lang="en-US" altLang="zh-CN" sz="25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楷体_GB2312" pitchFamily="49" charset="-122"/>
              <a:cs typeface="+mn-cs"/>
            </a:endParaRPr>
          </a:p>
        </p:txBody>
      </p:sp>
      <p:sp>
        <p:nvSpPr>
          <p:cNvPr id="24" name="Rectangle 4"/>
          <p:cNvSpPr>
            <a:spLocks noChangeArrowheads="1"/>
          </p:cNvSpPr>
          <p:nvPr/>
        </p:nvSpPr>
        <p:spPr bwMode="auto">
          <a:xfrm>
            <a:off x="521326" y="2931710"/>
            <a:ext cx="10513168" cy="477054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squar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5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楷体_GB2312" pitchFamily="49" charset="-122"/>
                <a:cs typeface="+mn-cs"/>
                <a:sym typeface="Monotype Sorts" pitchFamily="2" charset="2"/>
              </a:rPr>
              <a:t>例</a:t>
            </a:r>
            <a:r>
              <a:rPr kumimoji="0" lang="en-US" altLang="zh-CN" sz="25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楷体_GB2312" pitchFamily="49" charset="-122"/>
                <a:cs typeface="+mn-cs"/>
                <a:sym typeface="Monotype Sorts" pitchFamily="2" charset="2"/>
              </a:rPr>
              <a:t>2.</a:t>
            </a:r>
            <a:r>
              <a:rPr kumimoji="0" lang="zh-CN" altLang="en-US" sz="25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楷体_GB2312" pitchFamily="49" charset="-122"/>
                <a:cs typeface="+mn-cs"/>
                <a:sym typeface="Monotype Sorts" pitchFamily="2" charset="2"/>
              </a:rPr>
              <a:t>求</a:t>
            </a:r>
            <a:r>
              <a:rPr kumimoji="0" lang="zh-CN" altLang="en-US" sz="25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楷体_GB2312" pitchFamily="49" charset="-122"/>
                <a:cs typeface="+mn-cs"/>
                <a:sym typeface="Monotype Sorts" pitchFamily="2" charset="2"/>
              </a:rPr>
              <a:t>饱和</a:t>
            </a:r>
            <a:r>
              <a:rPr kumimoji="0" lang="en-US" altLang="zh-CN" sz="25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楷体_GB2312" pitchFamily="49" charset="-122"/>
                <a:cs typeface="+mn-cs"/>
                <a:sym typeface="Monotype Sorts" pitchFamily="2" charset="2"/>
              </a:rPr>
              <a:t>CO</a:t>
            </a:r>
            <a:r>
              <a:rPr kumimoji="0" lang="en-US" altLang="zh-CN" sz="2500" b="1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楷体_GB2312" pitchFamily="49" charset="-122"/>
                <a:cs typeface="+mn-cs"/>
                <a:sym typeface="Monotype Sorts" pitchFamily="2" charset="2"/>
              </a:rPr>
              <a:t>2</a:t>
            </a:r>
            <a:r>
              <a:rPr kumimoji="0" lang="zh-CN" altLang="en-US" sz="25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楷体_GB2312" pitchFamily="49" charset="-122"/>
                <a:cs typeface="+mn-cs"/>
                <a:sym typeface="Monotype Sorts" pitchFamily="2" charset="2"/>
              </a:rPr>
              <a:t>水溶液（</a:t>
            </a:r>
            <a:r>
              <a:rPr kumimoji="0" lang="en-US" altLang="zh-CN" sz="25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楷体_GB2312" pitchFamily="49" charset="-122"/>
                <a:cs typeface="+mn-cs"/>
                <a:sym typeface="Monotype Sorts" pitchFamily="2" charset="2"/>
              </a:rPr>
              <a:t>0.04mol/L</a:t>
            </a:r>
            <a:r>
              <a:rPr kumimoji="0" lang="zh-CN" altLang="en-US" sz="25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楷体_GB2312" pitchFamily="49" charset="-122"/>
                <a:cs typeface="+mn-cs"/>
                <a:sym typeface="Monotype Sorts" pitchFamily="2" charset="2"/>
              </a:rPr>
              <a:t>）的</a:t>
            </a:r>
            <a:r>
              <a:rPr kumimoji="0" lang="en-US" altLang="zh-CN" sz="25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楷体_GB2312" pitchFamily="49" charset="-122"/>
                <a:cs typeface="+mn-cs"/>
                <a:sym typeface="Monotype Sorts" pitchFamily="2" charset="2"/>
              </a:rPr>
              <a:t>pH.</a:t>
            </a:r>
            <a:r>
              <a:rPr kumimoji="0" lang="zh-CN" altLang="en-US" sz="25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楷体_GB2312" pitchFamily="49" charset="-122"/>
                <a:cs typeface="+mn-cs"/>
                <a:sym typeface="Monotype Sorts" pitchFamily="2" charset="2"/>
              </a:rPr>
              <a:t>已知</a:t>
            </a:r>
            <a:r>
              <a:rPr kumimoji="0" lang="en-US" altLang="zh-CN" sz="25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楷体_GB2312" pitchFamily="49" charset="-122"/>
                <a:cs typeface="+mn-cs"/>
              </a:rPr>
              <a:t>p</a:t>
            </a:r>
            <a:r>
              <a:rPr kumimoji="0" lang="en-US" altLang="zh-CN" sz="25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楷体_GB2312" pitchFamily="49" charset="-122"/>
                <a:cs typeface="+mn-cs"/>
              </a:rPr>
              <a:t>K</a:t>
            </a:r>
            <a:r>
              <a:rPr kumimoji="0" lang="en-US" altLang="zh-CN" sz="1600" b="1" i="0" u="none" strike="noStrike" kern="1200" cap="none" spc="0" normalizeH="0" baseline="100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楷体_GB2312" pitchFamily="49" charset="-122"/>
                <a:cs typeface="+mn-cs"/>
                <a:sym typeface="Webdings" pitchFamily="18" charset="2"/>
              </a:rPr>
              <a:t></a:t>
            </a:r>
            <a:r>
              <a:rPr kumimoji="0" lang="en-US" altLang="zh-CN" sz="2500" b="1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楷体_GB2312" pitchFamily="49" charset="-122"/>
                <a:cs typeface="+mn-cs"/>
                <a:sym typeface="Webdings" pitchFamily="18" charset="2"/>
              </a:rPr>
              <a:t>a1</a:t>
            </a:r>
            <a:r>
              <a:rPr kumimoji="0" lang="en-US" altLang="zh-CN" sz="25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楷体_GB2312" pitchFamily="49" charset="-122"/>
                <a:cs typeface="+mn-cs"/>
              </a:rPr>
              <a:t>= 6.38; p</a:t>
            </a:r>
            <a:r>
              <a:rPr kumimoji="0" lang="en-US" altLang="zh-CN" sz="25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楷体_GB2312" pitchFamily="49" charset="-122"/>
                <a:cs typeface="+mn-cs"/>
              </a:rPr>
              <a:t>K</a:t>
            </a:r>
            <a:r>
              <a:rPr kumimoji="0" lang="en-US" altLang="zh-CN" sz="1600" b="1" i="0" u="none" strike="noStrike" kern="1200" cap="none" spc="0" normalizeH="0" baseline="100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楷体_GB2312" pitchFamily="49" charset="-122"/>
                <a:cs typeface="+mn-cs"/>
                <a:sym typeface="Webdings" pitchFamily="18" charset="2"/>
              </a:rPr>
              <a:t></a:t>
            </a:r>
            <a:r>
              <a:rPr kumimoji="0" lang="en-US" altLang="zh-CN" sz="2500" b="1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楷体_GB2312" pitchFamily="49" charset="-122"/>
                <a:cs typeface="+mn-cs"/>
                <a:sym typeface="Webdings" pitchFamily="18" charset="2"/>
              </a:rPr>
              <a:t>a2 </a:t>
            </a:r>
            <a:r>
              <a:rPr kumimoji="0" lang="en-US" altLang="zh-CN" sz="25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楷体_GB2312" pitchFamily="49" charset="-122"/>
                <a:cs typeface="+mn-cs"/>
              </a:rPr>
              <a:t>= 10.25).</a:t>
            </a:r>
          </a:p>
        </p:txBody>
      </p:sp>
    </p:spTree>
    <p:extLst>
      <p:ext uri="{BB962C8B-B14F-4D97-AF65-F5344CB8AC3E}">
        <p14:creationId xmlns:p14="http://schemas.microsoft.com/office/powerpoint/2010/main" val="2545911972"/>
      </p:ext>
    </p:extLst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9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7" dur="500"/>
                                        <p:tgtEl>
                                          <p:spTgt spid="1239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down)">
                                      <p:cBhvr>
                                        <p:cTn id="12" dur="500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down)">
                                      <p:cBhvr>
                                        <p:cTn id="17" dur="500"/>
                                        <p:tgtEl>
                                          <p:spTgt spid="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down)">
                                      <p:cBhvr>
                                        <p:cTn id="22" dur="500"/>
                                        <p:tgtEl>
                                          <p:spTgt spid="2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down)">
                                      <p:cBhvr>
                                        <p:cTn id="2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3907" grpId="0" autoUpdateAnimBg="0"/>
      <p:bldP spid="22" grpId="0" build="p" autoUpdateAnimBg="0"/>
      <p:bldP spid="23" grpId="0"/>
      <p:bldP spid="2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8" name="Rectangle 5"/>
          <p:cNvSpPr>
            <a:spLocks noGrp="1" noChangeArrowheads="1"/>
          </p:cNvSpPr>
          <p:nvPr>
            <p:ph type="title"/>
          </p:nvPr>
        </p:nvSpPr>
        <p:spPr>
          <a:xfrm>
            <a:off x="117475" y="311150"/>
            <a:ext cx="10369550" cy="431800"/>
          </a:xfrm>
        </p:spPr>
        <p:txBody>
          <a:bodyPr/>
          <a:lstStyle/>
          <a:p>
            <a:r>
              <a:rPr lang="en-US" altLang="zh-CN" dirty="0" smtClean="0">
                <a:ea typeface="黑体" pitchFamily="49" charset="-122"/>
              </a:rPr>
              <a:t>3.4.1</a:t>
            </a:r>
            <a:r>
              <a:rPr lang="zh-CN" altLang="en-US" dirty="0" smtClean="0">
                <a:ea typeface="黑体" pitchFamily="49" charset="-122"/>
              </a:rPr>
              <a:t>溶液酸度计算的一般方法</a:t>
            </a:r>
            <a:endParaRPr lang="zh-CN" altLang="en-US" sz="1800" dirty="0" smtClean="0">
              <a:ea typeface="黑体" pitchFamily="49" charset="-122"/>
            </a:endParaRPr>
          </a:p>
        </p:txBody>
      </p:sp>
      <p:sp>
        <p:nvSpPr>
          <p:cNvPr id="6162" name="Oval 26" descr="图片8">
            <a:hlinkClick r:id="" action="ppaction://hlinkshowjump?jump=previousslide"/>
          </p:cNvPr>
          <p:cNvSpPr>
            <a:spLocks noChangeAspect="1" noChangeArrowheads="1"/>
          </p:cNvSpPr>
          <p:nvPr/>
        </p:nvSpPr>
        <p:spPr bwMode="gray">
          <a:xfrm>
            <a:off x="0" y="5597525"/>
            <a:ext cx="360363" cy="360363"/>
          </a:xfrm>
          <a:prstGeom prst="ellipse">
            <a:avLst/>
          </a:prstGeom>
          <a:blipFill dpi="0" rotWithShape="1">
            <a:blip r:embed="rId2"/>
            <a:srcRect/>
            <a:stretch>
              <a:fillRect/>
            </a:stretch>
          </a:blipFill>
          <a:ln w="9525">
            <a:solidFill>
              <a:srgbClr val="808080"/>
            </a:solidFill>
            <a:round/>
            <a:headEnd/>
            <a:tailEnd/>
          </a:ln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宋体" charset="-122"/>
              <a:cs typeface="+mn-cs"/>
            </a:endParaRPr>
          </a:p>
        </p:txBody>
      </p:sp>
      <p:sp>
        <p:nvSpPr>
          <p:cNvPr id="6163" name="Oval 27" descr="图片9">
            <a:hlinkClick r:id="" action="ppaction://hlinkshowjump?jump=nextslide"/>
          </p:cNvPr>
          <p:cNvSpPr>
            <a:spLocks noChangeAspect="1" noChangeArrowheads="1"/>
          </p:cNvSpPr>
          <p:nvPr/>
        </p:nvSpPr>
        <p:spPr bwMode="gray">
          <a:xfrm>
            <a:off x="11155363" y="5688013"/>
            <a:ext cx="360362" cy="360362"/>
          </a:xfrm>
          <a:prstGeom prst="ellipse">
            <a:avLst/>
          </a:prstGeom>
          <a:blipFill dpi="0" rotWithShape="1">
            <a:blip r:embed="rId3"/>
            <a:srcRect/>
            <a:stretch>
              <a:fillRect/>
            </a:stretch>
          </a:blipFill>
          <a:ln w="9525">
            <a:solidFill>
              <a:srgbClr val="808080"/>
            </a:solidFill>
            <a:round/>
            <a:headEnd/>
            <a:tailEnd/>
          </a:ln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宋体" charset="-122"/>
              <a:cs typeface="+mn-cs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292358" y="1072201"/>
            <a:ext cx="10506894" cy="16312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zh-CN" altLang="en-US" sz="2500" b="1" dirty="0" smtClean="0">
                <a:solidFill>
                  <a:srgbClr val="000000"/>
                </a:solidFill>
                <a:latin typeface="Times New Roman"/>
                <a:ea typeface="楷体_GB2312" pitchFamily="49" charset="-122"/>
                <a:sym typeface="Monotype Sorts" pitchFamily="2" charset="2"/>
              </a:rPr>
              <a:t>例</a:t>
            </a:r>
            <a:r>
              <a:rPr lang="en-US" altLang="zh-CN" sz="2500" b="1" dirty="0" smtClean="0">
                <a:solidFill>
                  <a:srgbClr val="000000"/>
                </a:solidFill>
                <a:latin typeface="Times New Roman"/>
                <a:ea typeface="楷体_GB2312" pitchFamily="49" charset="-122"/>
                <a:sym typeface="Monotype Sorts" pitchFamily="2" charset="2"/>
              </a:rPr>
              <a:t>3</a:t>
            </a:r>
            <a:r>
              <a:rPr lang="zh-CN" altLang="en-US" sz="2500" b="1" dirty="0" smtClean="0">
                <a:solidFill>
                  <a:srgbClr val="000000"/>
                </a:solidFill>
                <a:latin typeface="Times New Roman"/>
                <a:ea typeface="楷体_GB2312" pitchFamily="49" charset="-122"/>
              </a:rPr>
              <a:t>常温、常压下</a:t>
            </a:r>
            <a:r>
              <a:rPr lang="en-US" altLang="zh-CN" sz="2500" b="1" dirty="0" smtClean="0">
                <a:solidFill>
                  <a:srgbClr val="000000"/>
                </a:solidFill>
                <a:latin typeface="Times New Roman"/>
                <a:ea typeface="楷体_GB2312" pitchFamily="49" charset="-122"/>
              </a:rPr>
              <a:t>H</a:t>
            </a:r>
            <a:r>
              <a:rPr lang="en-US" altLang="zh-CN" sz="2500" b="1" baseline="-25000" dirty="0" smtClean="0">
                <a:solidFill>
                  <a:srgbClr val="000000"/>
                </a:solidFill>
                <a:latin typeface="Times New Roman"/>
                <a:ea typeface="楷体_GB2312" pitchFamily="49" charset="-122"/>
              </a:rPr>
              <a:t>2</a:t>
            </a:r>
            <a:r>
              <a:rPr lang="en-US" altLang="zh-CN" sz="2500" b="1" dirty="0" smtClean="0">
                <a:solidFill>
                  <a:srgbClr val="000000"/>
                </a:solidFill>
                <a:latin typeface="Times New Roman"/>
                <a:ea typeface="楷体_GB2312" pitchFamily="49" charset="-122"/>
              </a:rPr>
              <a:t>S</a:t>
            </a:r>
            <a:r>
              <a:rPr lang="zh-CN" altLang="en-US" sz="2500" b="1" dirty="0" smtClean="0">
                <a:solidFill>
                  <a:srgbClr val="000000"/>
                </a:solidFill>
                <a:latin typeface="Times New Roman"/>
                <a:ea typeface="楷体_GB2312" pitchFamily="49" charset="-122"/>
              </a:rPr>
              <a:t>在水中的饱和溶解度为</a:t>
            </a:r>
            <a:r>
              <a:rPr lang="en-US" altLang="zh-CN" sz="2500" b="1" dirty="0" smtClean="0">
                <a:solidFill>
                  <a:srgbClr val="000000"/>
                </a:solidFill>
                <a:latin typeface="Times New Roman"/>
                <a:ea typeface="楷体_GB2312" pitchFamily="49" charset="-122"/>
              </a:rPr>
              <a:t>0.10 mol·L</a:t>
            </a:r>
            <a:r>
              <a:rPr lang="en-US" altLang="zh-CN" sz="2500" b="1" baseline="30000" dirty="0" smtClean="0">
                <a:solidFill>
                  <a:srgbClr val="000000"/>
                </a:solidFill>
                <a:latin typeface="Times New Roman"/>
                <a:ea typeface="楷体_GB2312" pitchFamily="49" charset="-122"/>
              </a:rPr>
              <a:t>-1</a:t>
            </a:r>
            <a:r>
              <a:rPr lang="en-US" altLang="zh-CN" sz="2500" b="1" dirty="0" smtClean="0">
                <a:solidFill>
                  <a:srgbClr val="000000"/>
                </a:solidFill>
                <a:latin typeface="Times New Roman"/>
                <a:ea typeface="楷体_GB2312" pitchFamily="49" charset="-122"/>
              </a:rPr>
              <a:t>.</a:t>
            </a:r>
          </a:p>
          <a:p>
            <a:pPr lvl="0">
              <a:defRPr/>
            </a:pPr>
            <a:r>
              <a:rPr lang="zh-CN" altLang="en-US" sz="2500" b="1" dirty="0" smtClean="0">
                <a:solidFill>
                  <a:srgbClr val="000000"/>
                </a:solidFill>
                <a:latin typeface="Times New Roman"/>
                <a:ea typeface="楷体_GB2312" pitchFamily="49" charset="-122"/>
              </a:rPr>
              <a:t>求</a:t>
            </a:r>
            <a:r>
              <a:rPr lang="zh-CN" altLang="en-US" sz="2500" b="1" dirty="0" smtClean="0">
                <a:solidFill>
                  <a:srgbClr val="000000"/>
                </a:solidFill>
                <a:latin typeface="Times New Roman"/>
                <a:ea typeface="楷体_GB2312" pitchFamily="49" charset="-122"/>
                <a:sym typeface="Monotype Sorts" pitchFamily="2" charset="2"/>
              </a:rPr>
              <a:t>①</a:t>
            </a:r>
            <a:r>
              <a:rPr lang="en-US" altLang="zh-CN" sz="2500" b="1" dirty="0" smtClean="0">
                <a:solidFill>
                  <a:srgbClr val="000000"/>
                </a:solidFill>
                <a:latin typeface="Times New Roman"/>
                <a:ea typeface="楷体_GB2312" pitchFamily="49" charset="-122"/>
              </a:rPr>
              <a:t>H</a:t>
            </a:r>
            <a:r>
              <a:rPr lang="en-US" altLang="zh-CN" sz="2500" b="1" baseline="-25000" dirty="0" smtClean="0">
                <a:solidFill>
                  <a:srgbClr val="000000"/>
                </a:solidFill>
                <a:latin typeface="Times New Roman"/>
                <a:ea typeface="楷体_GB2312" pitchFamily="49" charset="-122"/>
              </a:rPr>
              <a:t>2</a:t>
            </a:r>
            <a:r>
              <a:rPr lang="en-US" altLang="zh-CN" sz="2500" b="1" dirty="0" smtClean="0">
                <a:solidFill>
                  <a:srgbClr val="000000"/>
                </a:solidFill>
                <a:latin typeface="Times New Roman"/>
                <a:ea typeface="楷体_GB2312" pitchFamily="49" charset="-122"/>
              </a:rPr>
              <a:t>S</a:t>
            </a:r>
            <a:r>
              <a:rPr lang="zh-CN" altLang="en-US" sz="2500" b="1" dirty="0" smtClean="0">
                <a:solidFill>
                  <a:srgbClr val="000000"/>
                </a:solidFill>
                <a:latin typeface="Times New Roman"/>
                <a:ea typeface="楷体_GB2312" pitchFamily="49" charset="-122"/>
              </a:rPr>
              <a:t>饱和溶液中</a:t>
            </a:r>
            <a:r>
              <a:rPr lang="en-US" altLang="zh-CN" sz="2500" b="1" dirty="0" smtClean="0">
                <a:solidFill>
                  <a:srgbClr val="000000"/>
                </a:solidFill>
                <a:latin typeface="Times New Roman"/>
                <a:ea typeface="楷体_GB2312" pitchFamily="49" charset="-122"/>
              </a:rPr>
              <a:t>[H</a:t>
            </a:r>
            <a:r>
              <a:rPr lang="en-US" altLang="zh-CN" sz="2500" b="1" baseline="30000" dirty="0" smtClean="0">
                <a:solidFill>
                  <a:srgbClr val="000000"/>
                </a:solidFill>
                <a:latin typeface="Times New Roman"/>
                <a:ea typeface="楷体_GB2312" pitchFamily="49" charset="-122"/>
              </a:rPr>
              <a:t>+</a:t>
            </a:r>
            <a:r>
              <a:rPr lang="en-US" altLang="zh-CN" sz="2500" b="1" dirty="0" smtClean="0">
                <a:solidFill>
                  <a:srgbClr val="000000"/>
                </a:solidFill>
                <a:latin typeface="Times New Roman"/>
                <a:ea typeface="楷体_GB2312" pitchFamily="49" charset="-122"/>
              </a:rPr>
              <a:t>], [HS</a:t>
            </a:r>
            <a:r>
              <a:rPr lang="en-US" altLang="zh-CN" sz="2500" b="1" baseline="30000" dirty="0" smtClean="0">
                <a:solidFill>
                  <a:srgbClr val="000000"/>
                </a:solidFill>
                <a:latin typeface="Times New Roman"/>
                <a:ea typeface="楷体_GB2312" pitchFamily="49" charset="-122"/>
              </a:rPr>
              <a:t>-</a:t>
            </a:r>
            <a:r>
              <a:rPr lang="en-US" altLang="zh-CN" sz="2500" b="1" dirty="0">
                <a:solidFill>
                  <a:srgbClr val="000000"/>
                </a:solidFill>
                <a:latin typeface="Times New Roman"/>
                <a:ea typeface="楷体_GB2312" pitchFamily="49" charset="-122"/>
              </a:rPr>
              <a:t>] </a:t>
            </a:r>
            <a:r>
              <a:rPr lang="en-US" altLang="zh-CN" sz="2500" b="1" dirty="0" smtClean="0">
                <a:solidFill>
                  <a:srgbClr val="000000"/>
                </a:solidFill>
                <a:latin typeface="Times New Roman"/>
                <a:ea typeface="楷体_GB2312" pitchFamily="49" charset="-122"/>
              </a:rPr>
              <a:t>[S</a:t>
            </a:r>
            <a:r>
              <a:rPr lang="en-US" altLang="zh-CN" sz="2500" b="1" baseline="30000" dirty="0" smtClean="0">
                <a:solidFill>
                  <a:srgbClr val="000000"/>
                </a:solidFill>
                <a:latin typeface="Times New Roman"/>
                <a:ea typeface="楷体_GB2312" pitchFamily="49" charset="-122"/>
              </a:rPr>
              <a:t>2-</a:t>
            </a:r>
            <a:r>
              <a:rPr lang="en-US" altLang="zh-CN" sz="2500" b="1" dirty="0" smtClean="0">
                <a:solidFill>
                  <a:srgbClr val="000000"/>
                </a:solidFill>
                <a:latin typeface="Times New Roman"/>
                <a:ea typeface="楷体_GB2312" pitchFamily="49" charset="-122"/>
              </a:rPr>
              <a:t>];</a:t>
            </a:r>
          </a:p>
          <a:p>
            <a:pPr>
              <a:defRPr/>
            </a:pPr>
            <a:r>
              <a:rPr lang="en-US" altLang="zh-CN" sz="2500" b="1" dirty="0" smtClean="0">
                <a:solidFill>
                  <a:srgbClr val="000000"/>
                </a:solidFill>
                <a:latin typeface="Times New Roman"/>
                <a:ea typeface="楷体_GB2312" pitchFamily="49" charset="-122"/>
                <a:sym typeface="Monotype Sorts" pitchFamily="2" charset="2"/>
              </a:rPr>
              <a:t>②</a:t>
            </a:r>
            <a:r>
              <a:rPr lang="zh-CN" altLang="en-US" sz="2500" b="1" dirty="0" smtClean="0">
                <a:solidFill>
                  <a:srgbClr val="000000"/>
                </a:solidFill>
                <a:latin typeface="Times New Roman"/>
                <a:ea typeface="楷体_GB2312" pitchFamily="49" charset="-122"/>
              </a:rPr>
              <a:t>找出</a:t>
            </a:r>
            <a:r>
              <a:rPr lang="en-US" altLang="zh-CN" sz="2500" b="1" dirty="0" smtClean="0">
                <a:solidFill>
                  <a:srgbClr val="000000"/>
                </a:solidFill>
                <a:latin typeface="Times New Roman"/>
                <a:ea typeface="楷体_GB2312" pitchFamily="49" charset="-122"/>
              </a:rPr>
              <a:t>[S</a:t>
            </a:r>
            <a:r>
              <a:rPr lang="en-US" altLang="zh-CN" sz="2500" b="1" baseline="30000" dirty="0" smtClean="0">
                <a:solidFill>
                  <a:srgbClr val="000000"/>
                </a:solidFill>
                <a:latin typeface="Times New Roman"/>
                <a:ea typeface="楷体_GB2312" pitchFamily="49" charset="-122"/>
              </a:rPr>
              <a:t>2-</a:t>
            </a:r>
            <a:r>
              <a:rPr lang="en-US" altLang="zh-CN" sz="2500" b="1" dirty="0" smtClean="0">
                <a:solidFill>
                  <a:srgbClr val="000000"/>
                </a:solidFill>
                <a:latin typeface="Times New Roman"/>
                <a:ea typeface="楷体_GB2312" pitchFamily="49" charset="-122"/>
              </a:rPr>
              <a:t>] </a:t>
            </a:r>
            <a:r>
              <a:rPr lang="zh-CN" altLang="en-US" sz="2500" b="1" dirty="0" smtClean="0">
                <a:solidFill>
                  <a:srgbClr val="000000"/>
                </a:solidFill>
                <a:latin typeface="Times New Roman"/>
                <a:ea typeface="楷体_GB2312" pitchFamily="49" charset="-122"/>
              </a:rPr>
              <a:t>与</a:t>
            </a:r>
            <a:r>
              <a:rPr lang="en-US" altLang="zh-CN" sz="2500" b="1" dirty="0" smtClean="0">
                <a:solidFill>
                  <a:srgbClr val="000000"/>
                </a:solidFill>
                <a:latin typeface="Times New Roman"/>
                <a:ea typeface="楷体_GB2312" pitchFamily="49" charset="-122"/>
              </a:rPr>
              <a:t>[H</a:t>
            </a:r>
            <a:r>
              <a:rPr lang="en-US" altLang="zh-CN" sz="2500" b="1" baseline="30000" dirty="0" smtClean="0">
                <a:solidFill>
                  <a:srgbClr val="000000"/>
                </a:solidFill>
                <a:latin typeface="Times New Roman"/>
                <a:ea typeface="楷体_GB2312" pitchFamily="49" charset="-122"/>
              </a:rPr>
              <a:t>+</a:t>
            </a:r>
            <a:r>
              <a:rPr lang="en-US" altLang="zh-CN" sz="2500" b="1" dirty="0" smtClean="0">
                <a:solidFill>
                  <a:srgbClr val="000000"/>
                </a:solidFill>
                <a:latin typeface="Times New Roman"/>
                <a:ea typeface="楷体_GB2312" pitchFamily="49" charset="-122"/>
              </a:rPr>
              <a:t>]</a:t>
            </a:r>
            <a:r>
              <a:rPr lang="zh-CN" altLang="en-US" sz="2500" b="1" dirty="0" smtClean="0">
                <a:solidFill>
                  <a:srgbClr val="000000"/>
                </a:solidFill>
                <a:latin typeface="Times New Roman"/>
                <a:ea typeface="楷体_GB2312" pitchFamily="49" charset="-122"/>
              </a:rPr>
              <a:t>的关系</a:t>
            </a:r>
            <a:r>
              <a:rPr lang="en-US" altLang="zh-CN" sz="2500" b="1" dirty="0" smtClean="0">
                <a:solidFill>
                  <a:srgbClr val="000000"/>
                </a:solidFill>
                <a:latin typeface="Times New Roman"/>
                <a:ea typeface="楷体_GB2312" pitchFamily="49" charset="-122"/>
              </a:rPr>
              <a:t>.    </a:t>
            </a:r>
            <a:r>
              <a:rPr lang="en-US" altLang="zh-CN" sz="2500" b="1" i="1" dirty="0" smtClean="0">
                <a:ea typeface="楷体_GB2312" pitchFamily="49" charset="-122"/>
              </a:rPr>
              <a:t>K</a:t>
            </a:r>
            <a:r>
              <a:rPr lang="en-US" altLang="zh-CN" sz="1600" b="1" baseline="100000" dirty="0">
                <a:ea typeface="楷体_GB2312" pitchFamily="49" charset="-122"/>
                <a:sym typeface="Webdings" pitchFamily="18" charset="2"/>
              </a:rPr>
              <a:t></a:t>
            </a:r>
            <a:r>
              <a:rPr lang="en-US" altLang="zh-CN" sz="2500" b="1" baseline="-25000" dirty="0" smtClean="0">
                <a:ea typeface="楷体_GB2312" pitchFamily="49" charset="-122"/>
                <a:sym typeface="Webdings" pitchFamily="18" charset="2"/>
              </a:rPr>
              <a:t>a1</a:t>
            </a:r>
            <a:r>
              <a:rPr lang="en-US" altLang="zh-CN" sz="2500" b="1" dirty="0" smtClean="0">
                <a:ea typeface="楷体_GB2312" pitchFamily="49" charset="-122"/>
                <a:sym typeface="Webdings" pitchFamily="18" charset="2"/>
              </a:rPr>
              <a:t>=</a:t>
            </a:r>
            <a:r>
              <a:rPr lang="en-US" altLang="zh-CN" sz="2500" b="1" dirty="0" smtClean="0">
                <a:ea typeface="华文新魏" pitchFamily="2" charset="-122"/>
                <a:sym typeface="Webdings" pitchFamily="18" charset="2"/>
              </a:rPr>
              <a:t>8.9×10</a:t>
            </a:r>
            <a:r>
              <a:rPr lang="en-US" altLang="zh-CN" sz="2500" b="1" baseline="30000" dirty="0" smtClean="0">
                <a:ea typeface="华文新魏" pitchFamily="2" charset="-122"/>
                <a:sym typeface="Webdings" pitchFamily="18" charset="2"/>
              </a:rPr>
              <a:t>-8 </a:t>
            </a:r>
            <a:r>
              <a:rPr lang="en-US" altLang="zh-CN" sz="2500" b="1" i="1" dirty="0" smtClean="0">
                <a:ea typeface="楷体_GB2312" pitchFamily="49" charset="-122"/>
              </a:rPr>
              <a:t> </a:t>
            </a:r>
            <a:r>
              <a:rPr lang="en-US" altLang="zh-CN" sz="2500" b="1" i="1" dirty="0">
                <a:ea typeface="楷体_GB2312" pitchFamily="49" charset="-122"/>
              </a:rPr>
              <a:t>K</a:t>
            </a:r>
            <a:r>
              <a:rPr lang="en-US" altLang="zh-CN" sz="1600" b="1" baseline="100000" dirty="0">
                <a:ea typeface="楷体_GB2312" pitchFamily="49" charset="-122"/>
                <a:sym typeface="Webdings" pitchFamily="18" charset="2"/>
              </a:rPr>
              <a:t></a:t>
            </a:r>
            <a:r>
              <a:rPr lang="en-US" altLang="zh-CN" sz="2500" b="1" baseline="-25000" dirty="0" smtClean="0">
                <a:ea typeface="楷体_GB2312" pitchFamily="49" charset="-122"/>
                <a:sym typeface="Webdings" pitchFamily="18" charset="2"/>
              </a:rPr>
              <a:t>a2</a:t>
            </a:r>
            <a:r>
              <a:rPr lang="en-US" altLang="zh-CN" sz="2500" b="1" dirty="0" smtClean="0">
                <a:ea typeface="楷体_GB2312" pitchFamily="49" charset="-122"/>
                <a:sym typeface="Webdings" pitchFamily="18" charset="2"/>
              </a:rPr>
              <a:t>=</a:t>
            </a:r>
            <a:r>
              <a:rPr lang="en-US" altLang="zh-CN" sz="2500" b="1" dirty="0" smtClean="0">
                <a:ea typeface="华文新魏" pitchFamily="2" charset="-122"/>
                <a:sym typeface="Webdings" pitchFamily="18" charset="2"/>
              </a:rPr>
              <a:t>1.26×10</a:t>
            </a:r>
            <a:r>
              <a:rPr lang="en-US" altLang="zh-CN" sz="2500" b="1" baseline="30000" dirty="0" smtClean="0">
                <a:ea typeface="华文新魏" pitchFamily="2" charset="-122"/>
                <a:sym typeface="Webdings" pitchFamily="18" charset="2"/>
              </a:rPr>
              <a:t>-14</a:t>
            </a:r>
            <a:endParaRPr lang="en-US" altLang="zh-CN" sz="2500" b="1" dirty="0">
              <a:ea typeface="华文新魏" pitchFamily="2" charset="-122"/>
              <a:sym typeface="Webdings" pitchFamily="18" charset="2"/>
            </a:endParaRPr>
          </a:p>
          <a:p>
            <a:pPr lvl="0">
              <a:defRPr/>
            </a:pPr>
            <a:endParaRPr lang="en-US" altLang="zh-CN" sz="2500" b="1" dirty="0">
              <a:solidFill>
                <a:srgbClr val="000000"/>
              </a:solidFill>
              <a:latin typeface="Times New Roman"/>
              <a:ea typeface="楷体_GB2312" pitchFamily="49" charset="-122"/>
            </a:endParaRPr>
          </a:p>
        </p:txBody>
      </p:sp>
      <p:sp>
        <p:nvSpPr>
          <p:cNvPr id="11" name="Rectangle 3"/>
          <p:cNvSpPr>
            <a:spLocks noChangeArrowheads="1"/>
          </p:cNvSpPr>
          <p:nvPr/>
        </p:nvSpPr>
        <p:spPr bwMode="auto">
          <a:xfrm>
            <a:off x="546100" y="696188"/>
            <a:ext cx="2116138" cy="47625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5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itchFamily="18" charset="0"/>
                <a:ea typeface="楷体_GB2312" pitchFamily="49" charset="-122"/>
                <a:cs typeface="+mn-cs"/>
              </a:rPr>
              <a:t>  </a:t>
            </a:r>
            <a:r>
              <a:rPr kumimoji="0" lang="zh-CN" altLang="en-US" sz="25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itchFamily="18" charset="0"/>
                <a:ea typeface="楷体_GB2312" pitchFamily="49" charset="-122"/>
                <a:cs typeface="+mn-cs"/>
              </a:rPr>
              <a:t>平衡分析法</a:t>
            </a:r>
            <a:r>
              <a:rPr kumimoji="0" lang="en-US" altLang="zh-CN" sz="25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itchFamily="18" charset="0"/>
                <a:ea typeface="楷体_GB2312" pitchFamily="49" charset="-122"/>
                <a:cs typeface="+mn-cs"/>
              </a:rPr>
              <a:t>.</a:t>
            </a:r>
          </a:p>
        </p:txBody>
      </p:sp>
      <p:sp>
        <p:nvSpPr>
          <p:cNvPr id="12" name="Rectangle 3"/>
          <p:cNvSpPr>
            <a:spLocks noChangeArrowheads="1"/>
          </p:cNvSpPr>
          <p:nvPr/>
        </p:nvSpPr>
        <p:spPr bwMode="auto">
          <a:xfrm>
            <a:off x="0" y="2259983"/>
            <a:ext cx="989373" cy="477054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5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itchFamily="18" charset="0"/>
                <a:ea typeface="楷体_GB2312" pitchFamily="49" charset="-122"/>
                <a:cs typeface="+mn-cs"/>
              </a:rPr>
              <a:t>  </a:t>
            </a:r>
            <a:r>
              <a:rPr lang="zh-CN" altLang="en-US" sz="2500" b="1" dirty="0" smtClean="0">
                <a:solidFill>
                  <a:srgbClr val="FF0000"/>
                </a:solidFill>
                <a:ea typeface="楷体_GB2312" pitchFamily="49" charset="-122"/>
              </a:rPr>
              <a:t>解</a:t>
            </a:r>
            <a:r>
              <a:rPr lang="zh-CN" altLang="en-US" sz="2500" b="1" dirty="0">
                <a:solidFill>
                  <a:srgbClr val="FF0000"/>
                </a:solidFill>
                <a:ea typeface="楷体_GB2312" pitchFamily="49" charset="-122"/>
              </a:rPr>
              <a:t>：</a:t>
            </a:r>
            <a:endParaRPr kumimoji="0" lang="en-US" altLang="zh-CN" sz="25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Times New Roman" pitchFamily="18" charset="0"/>
              <a:ea typeface="楷体_GB2312" pitchFamily="49" charset="-122"/>
              <a:cs typeface="+mn-cs"/>
            </a:endParaRPr>
          </a:p>
        </p:txBody>
      </p:sp>
      <p:sp>
        <p:nvSpPr>
          <p:cNvPr id="2" name="爆炸形 2 1"/>
          <p:cNvSpPr/>
          <p:nvPr/>
        </p:nvSpPr>
        <p:spPr>
          <a:xfrm>
            <a:off x="6049069" y="-193030"/>
            <a:ext cx="2376264" cy="1440160"/>
          </a:xfrm>
          <a:prstGeom prst="irregularSeal2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b="1" dirty="0" smtClean="0">
                <a:solidFill>
                  <a:srgbClr val="00B050"/>
                </a:solidFill>
              </a:rPr>
              <a:t>3.3.2</a:t>
            </a:r>
          </a:p>
          <a:p>
            <a:pPr algn="ctr"/>
            <a:r>
              <a:rPr lang="zh-CN" altLang="en-US" sz="2400" b="1" dirty="0" smtClean="0">
                <a:solidFill>
                  <a:srgbClr val="00B050"/>
                </a:solidFill>
              </a:rPr>
              <a:t>例题</a:t>
            </a:r>
            <a:endParaRPr lang="zh-CN" altLang="en-US" sz="2400" b="1" dirty="0">
              <a:solidFill>
                <a:srgbClr val="00B050"/>
              </a:solidFill>
            </a:endParaRPr>
          </a:p>
        </p:txBody>
      </p:sp>
      <p:sp>
        <p:nvSpPr>
          <p:cNvPr id="3" name="矩形 2"/>
          <p:cNvSpPr/>
          <p:nvPr/>
        </p:nvSpPr>
        <p:spPr>
          <a:xfrm>
            <a:off x="601463" y="2597898"/>
            <a:ext cx="954107" cy="4770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500" b="1" dirty="0">
                <a:solidFill>
                  <a:srgbClr val="000000"/>
                </a:solidFill>
                <a:latin typeface="Times New Roman"/>
                <a:ea typeface="楷体_GB2312" pitchFamily="49" charset="-122"/>
              </a:rPr>
              <a:t>[H</a:t>
            </a:r>
            <a:r>
              <a:rPr lang="en-US" altLang="zh-CN" sz="2500" b="1" baseline="30000" dirty="0" smtClean="0">
                <a:solidFill>
                  <a:srgbClr val="000000"/>
                </a:solidFill>
                <a:latin typeface="Times New Roman"/>
                <a:ea typeface="楷体_GB2312" pitchFamily="49" charset="-122"/>
              </a:rPr>
              <a:t>+</a:t>
            </a:r>
            <a:r>
              <a:rPr lang="en-US" altLang="zh-CN" sz="2500" b="1" dirty="0" smtClean="0">
                <a:solidFill>
                  <a:srgbClr val="000000"/>
                </a:solidFill>
                <a:latin typeface="Times New Roman"/>
                <a:ea typeface="楷体_GB2312" pitchFamily="49" charset="-122"/>
              </a:rPr>
              <a:t>]=</a:t>
            </a:r>
            <a:endParaRPr lang="zh-CN" altLang="en-US" dirty="0"/>
          </a:p>
        </p:txBody>
      </p:sp>
      <p:sp>
        <p:nvSpPr>
          <p:cNvPr id="13" name="Line 19"/>
          <p:cNvSpPr>
            <a:spLocks noChangeShapeType="1"/>
          </p:cNvSpPr>
          <p:nvPr/>
        </p:nvSpPr>
        <p:spPr bwMode="auto">
          <a:xfrm flipV="1">
            <a:off x="1727642" y="2597898"/>
            <a:ext cx="1080000" cy="5673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zh-CN" altLang="en-US" dirty="0"/>
          </a:p>
        </p:txBody>
      </p:sp>
      <p:sp>
        <p:nvSpPr>
          <p:cNvPr id="14" name="矩形 13"/>
          <p:cNvSpPr/>
          <p:nvPr/>
        </p:nvSpPr>
        <p:spPr>
          <a:xfrm>
            <a:off x="1413671" y="2565098"/>
            <a:ext cx="410690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3200" dirty="0"/>
              <a:t>√</a:t>
            </a:r>
          </a:p>
        </p:txBody>
      </p:sp>
      <p:sp>
        <p:nvSpPr>
          <p:cNvPr id="4" name="矩形 3"/>
          <p:cNvSpPr/>
          <p:nvPr/>
        </p:nvSpPr>
        <p:spPr>
          <a:xfrm>
            <a:off x="1773581" y="2462129"/>
            <a:ext cx="954107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500" b="1" i="1" dirty="0">
                <a:ea typeface="楷体_GB2312" pitchFamily="49" charset="-122"/>
              </a:rPr>
              <a:t>K</a:t>
            </a:r>
            <a:r>
              <a:rPr lang="en-US" altLang="zh-CN" sz="1600" b="1" i="1" baseline="100000" dirty="0">
                <a:ea typeface="楷体_GB2312" pitchFamily="49" charset="-122"/>
                <a:sym typeface="Webdings" pitchFamily="18" charset="2"/>
              </a:rPr>
              <a:t></a:t>
            </a:r>
            <a:r>
              <a:rPr lang="en-US" altLang="zh-CN" sz="2500" b="1" i="1" baseline="-25000" dirty="0" smtClean="0">
                <a:ea typeface="楷体_GB2312" pitchFamily="49" charset="-122"/>
                <a:sym typeface="Webdings" pitchFamily="18" charset="2"/>
              </a:rPr>
              <a:t>a1</a:t>
            </a:r>
            <a:r>
              <a:rPr lang="en-US" altLang="zh-CN" sz="3600" b="1" i="1" dirty="0" smtClean="0">
                <a:ea typeface="楷体_GB2312" pitchFamily="49" charset="-122"/>
                <a:sym typeface="Webdings" pitchFamily="18" charset="2"/>
              </a:rPr>
              <a:t>c</a:t>
            </a:r>
            <a:endParaRPr lang="zh-CN" altLang="en-US" sz="3600" b="1" i="1" dirty="0">
              <a:ea typeface="楷体_GB2312" pitchFamily="49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008509" y="3312095"/>
            <a:ext cx="38985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800" b="1" i="1" dirty="0" smtClean="0">
                <a:solidFill>
                  <a:srgbClr val="000000"/>
                </a:solidFill>
                <a:latin typeface="Times New Roman"/>
                <a:ea typeface="楷体_GB2312" pitchFamily="49" charset="-122"/>
              </a:rPr>
              <a:t>=</a:t>
            </a:r>
            <a:endParaRPr lang="zh-CN" altLang="en-US" sz="2800" i="1" dirty="0"/>
          </a:p>
        </p:txBody>
      </p:sp>
      <p:sp>
        <p:nvSpPr>
          <p:cNvPr id="16" name="矩形 15"/>
          <p:cNvSpPr/>
          <p:nvPr/>
        </p:nvSpPr>
        <p:spPr>
          <a:xfrm>
            <a:off x="1169305" y="3325461"/>
            <a:ext cx="410690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3200" dirty="0"/>
              <a:t>√</a:t>
            </a:r>
          </a:p>
        </p:txBody>
      </p:sp>
      <p:sp>
        <p:nvSpPr>
          <p:cNvPr id="17" name="Line 19"/>
          <p:cNvSpPr>
            <a:spLocks noChangeShapeType="1"/>
          </p:cNvSpPr>
          <p:nvPr/>
        </p:nvSpPr>
        <p:spPr bwMode="auto">
          <a:xfrm>
            <a:off x="1414359" y="3400672"/>
            <a:ext cx="1995932" cy="23649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zh-CN" altLang="en-US" dirty="0"/>
          </a:p>
        </p:txBody>
      </p:sp>
      <p:sp>
        <p:nvSpPr>
          <p:cNvPr id="7" name="矩形 6"/>
          <p:cNvSpPr/>
          <p:nvPr/>
        </p:nvSpPr>
        <p:spPr>
          <a:xfrm>
            <a:off x="462067" y="4671429"/>
            <a:ext cx="305564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b="1" dirty="0">
                <a:solidFill>
                  <a:srgbClr val="000000"/>
                </a:solidFill>
                <a:latin typeface="Times New Roman"/>
                <a:ea typeface="楷体_GB2312" pitchFamily="49" charset="-122"/>
              </a:rPr>
              <a:t>[H</a:t>
            </a:r>
            <a:r>
              <a:rPr lang="en-US" altLang="zh-CN" sz="2400" b="1" baseline="30000" dirty="0" smtClean="0">
                <a:solidFill>
                  <a:srgbClr val="000000"/>
                </a:solidFill>
                <a:latin typeface="Times New Roman"/>
                <a:ea typeface="楷体_GB2312" pitchFamily="49" charset="-122"/>
              </a:rPr>
              <a:t>+</a:t>
            </a:r>
            <a:r>
              <a:rPr lang="en-US" altLang="zh-CN" sz="2400" b="1" dirty="0" smtClean="0">
                <a:solidFill>
                  <a:srgbClr val="000000"/>
                </a:solidFill>
                <a:latin typeface="Times New Roman"/>
                <a:ea typeface="楷体_GB2312" pitchFamily="49" charset="-122"/>
              </a:rPr>
              <a:t>]=[HS</a:t>
            </a:r>
            <a:r>
              <a:rPr lang="en-US" altLang="zh-CN" sz="2400" b="1" baseline="30000" dirty="0" smtClean="0">
                <a:solidFill>
                  <a:srgbClr val="000000"/>
                </a:solidFill>
                <a:latin typeface="Times New Roman"/>
                <a:ea typeface="楷体_GB2312" pitchFamily="49" charset="-122"/>
              </a:rPr>
              <a:t>-</a:t>
            </a:r>
            <a:r>
              <a:rPr lang="en-US" altLang="zh-CN" sz="2400" b="1" dirty="0">
                <a:solidFill>
                  <a:srgbClr val="000000"/>
                </a:solidFill>
                <a:latin typeface="Times New Roman"/>
                <a:ea typeface="楷体_GB2312" pitchFamily="49" charset="-122"/>
              </a:rPr>
              <a:t>]=</a:t>
            </a:r>
            <a:r>
              <a:rPr lang="en-US" altLang="zh-CN" sz="2400" b="1" dirty="0" smtClean="0">
                <a:solidFill>
                  <a:srgbClr val="000000"/>
                </a:solidFill>
                <a:latin typeface="Times New Roman"/>
                <a:ea typeface="楷体_GB2312" pitchFamily="49" charset="-122"/>
              </a:rPr>
              <a:t>9.4×10</a:t>
            </a:r>
            <a:r>
              <a:rPr lang="en-US" altLang="zh-CN" sz="2400" b="1" baseline="30000" dirty="0" smtClean="0">
                <a:solidFill>
                  <a:srgbClr val="000000"/>
                </a:solidFill>
                <a:latin typeface="Times New Roman"/>
                <a:ea typeface="楷体_GB2312" pitchFamily="49" charset="-122"/>
              </a:rPr>
              <a:t>-5</a:t>
            </a:r>
            <a:endParaRPr lang="zh-CN" altLang="en-US" sz="2400" baseline="30000" dirty="0"/>
          </a:p>
        </p:txBody>
      </p:sp>
      <p:sp>
        <p:nvSpPr>
          <p:cNvPr id="9" name="矩形 8"/>
          <p:cNvSpPr/>
          <p:nvPr/>
        </p:nvSpPr>
        <p:spPr>
          <a:xfrm>
            <a:off x="941497" y="4201640"/>
            <a:ext cx="2368979" cy="4770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500" b="1" dirty="0" smtClean="0">
                <a:solidFill>
                  <a:srgbClr val="000000"/>
                </a:solidFill>
                <a:latin typeface="Times New Roman"/>
                <a:ea typeface="楷体_GB2312" pitchFamily="49" charset="-122"/>
              </a:rPr>
              <a:t>H</a:t>
            </a:r>
            <a:r>
              <a:rPr lang="en-US" altLang="zh-CN" sz="2500" b="1" baseline="-25000" dirty="0" smtClean="0">
                <a:solidFill>
                  <a:srgbClr val="000000"/>
                </a:solidFill>
                <a:latin typeface="Times New Roman"/>
                <a:ea typeface="楷体_GB2312" pitchFamily="49" charset="-122"/>
              </a:rPr>
              <a:t>2</a:t>
            </a:r>
            <a:r>
              <a:rPr lang="en-US" altLang="zh-CN" sz="2500" b="1" dirty="0" smtClean="0">
                <a:solidFill>
                  <a:srgbClr val="000000"/>
                </a:solidFill>
                <a:latin typeface="Times New Roman"/>
                <a:ea typeface="楷体_GB2312" pitchFamily="49" charset="-122"/>
              </a:rPr>
              <a:t>S=H</a:t>
            </a:r>
            <a:r>
              <a:rPr lang="en-US" altLang="zh-CN" sz="2500" b="1" baseline="30000" dirty="0" smtClean="0">
                <a:solidFill>
                  <a:srgbClr val="000000"/>
                </a:solidFill>
                <a:latin typeface="Times New Roman"/>
                <a:ea typeface="楷体_GB2312" pitchFamily="49" charset="-122"/>
              </a:rPr>
              <a:t>+</a:t>
            </a:r>
            <a:r>
              <a:rPr lang="en-US" altLang="zh-CN" sz="2500" b="1" dirty="0" smtClean="0">
                <a:solidFill>
                  <a:srgbClr val="000000"/>
                </a:solidFill>
                <a:latin typeface="Times New Roman"/>
                <a:ea typeface="楷体_GB2312" pitchFamily="49" charset="-122"/>
              </a:rPr>
              <a:t>+HS</a:t>
            </a:r>
            <a:r>
              <a:rPr lang="en-US" altLang="zh-CN" sz="2500" b="1" baseline="30000" dirty="0" smtClean="0">
                <a:solidFill>
                  <a:srgbClr val="000000"/>
                </a:solidFill>
                <a:latin typeface="Times New Roman"/>
                <a:ea typeface="楷体_GB2312" pitchFamily="49" charset="-122"/>
              </a:rPr>
              <a:t>-</a:t>
            </a:r>
            <a:endParaRPr lang="zh-CN" altLang="en-US" sz="2500" baseline="30000" dirty="0"/>
          </a:p>
        </p:txBody>
      </p:sp>
      <p:sp>
        <p:nvSpPr>
          <p:cNvPr id="18" name="矩形 17"/>
          <p:cNvSpPr/>
          <p:nvPr/>
        </p:nvSpPr>
        <p:spPr>
          <a:xfrm>
            <a:off x="5127760" y="2312229"/>
            <a:ext cx="173797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b="1" dirty="0">
                <a:solidFill>
                  <a:srgbClr val="000000"/>
                </a:solidFill>
                <a:latin typeface="Times New Roman"/>
                <a:ea typeface="楷体_GB2312" pitchFamily="49" charset="-122"/>
              </a:rPr>
              <a:t>[S</a:t>
            </a:r>
            <a:r>
              <a:rPr lang="en-US" altLang="zh-CN" sz="2400" b="1" baseline="30000" dirty="0">
                <a:solidFill>
                  <a:srgbClr val="000000"/>
                </a:solidFill>
                <a:latin typeface="Times New Roman"/>
                <a:ea typeface="楷体_GB2312" pitchFamily="49" charset="-122"/>
              </a:rPr>
              <a:t>2-</a:t>
            </a:r>
            <a:r>
              <a:rPr lang="en-US" altLang="zh-CN" sz="2400" b="1" dirty="0" smtClean="0">
                <a:solidFill>
                  <a:srgbClr val="000000"/>
                </a:solidFill>
                <a:latin typeface="Times New Roman"/>
                <a:ea typeface="楷体_GB2312" pitchFamily="49" charset="-122"/>
              </a:rPr>
              <a:t>] </a:t>
            </a:r>
            <a:r>
              <a:rPr lang="zh-CN" altLang="en-US" sz="2400" b="1" dirty="0" smtClean="0">
                <a:solidFill>
                  <a:srgbClr val="000000"/>
                </a:solidFill>
                <a:latin typeface="Times New Roman"/>
                <a:ea typeface="楷体_GB2312" pitchFamily="49" charset="-122"/>
              </a:rPr>
              <a:t>的计算</a:t>
            </a:r>
            <a:endParaRPr lang="zh-CN" altLang="en-US" sz="2400" dirty="0"/>
          </a:p>
        </p:txBody>
      </p:sp>
      <p:sp>
        <p:nvSpPr>
          <p:cNvPr id="22" name="矩形 21"/>
          <p:cNvSpPr/>
          <p:nvPr/>
        </p:nvSpPr>
        <p:spPr>
          <a:xfrm>
            <a:off x="6034241" y="2785240"/>
            <a:ext cx="1879991" cy="4770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500" b="1" dirty="0" smtClean="0">
                <a:solidFill>
                  <a:srgbClr val="000000"/>
                </a:solidFill>
                <a:latin typeface="Times New Roman"/>
                <a:ea typeface="楷体_GB2312" pitchFamily="49" charset="-122"/>
              </a:rPr>
              <a:t>HS</a:t>
            </a:r>
            <a:r>
              <a:rPr lang="en-US" altLang="zh-CN" sz="2500" b="1" baseline="30000" dirty="0" smtClean="0">
                <a:solidFill>
                  <a:srgbClr val="000000"/>
                </a:solidFill>
                <a:latin typeface="Times New Roman"/>
                <a:ea typeface="楷体_GB2312" pitchFamily="49" charset="-122"/>
              </a:rPr>
              <a:t>-</a:t>
            </a:r>
            <a:r>
              <a:rPr lang="en-US" altLang="zh-CN" sz="2500" b="1" dirty="0" smtClean="0">
                <a:solidFill>
                  <a:srgbClr val="000000"/>
                </a:solidFill>
                <a:latin typeface="Times New Roman"/>
                <a:ea typeface="楷体_GB2312" pitchFamily="49" charset="-122"/>
              </a:rPr>
              <a:t>=H</a:t>
            </a:r>
            <a:r>
              <a:rPr lang="en-US" altLang="zh-CN" sz="2500" b="1" baseline="30000" dirty="0" smtClean="0">
                <a:solidFill>
                  <a:srgbClr val="000000"/>
                </a:solidFill>
                <a:latin typeface="Times New Roman"/>
                <a:ea typeface="楷体_GB2312" pitchFamily="49" charset="-122"/>
              </a:rPr>
              <a:t>+</a:t>
            </a:r>
            <a:r>
              <a:rPr lang="en-US" altLang="zh-CN" sz="2500" b="1" dirty="0" smtClean="0">
                <a:solidFill>
                  <a:srgbClr val="000000"/>
                </a:solidFill>
                <a:latin typeface="Times New Roman"/>
                <a:ea typeface="楷体_GB2312" pitchFamily="49" charset="-122"/>
              </a:rPr>
              <a:t>+S</a:t>
            </a:r>
            <a:r>
              <a:rPr lang="en-US" altLang="zh-CN" sz="2500" b="1" baseline="30000" dirty="0" smtClean="0">
                <a:solidFill>
                  <a:srgbClr val="000000"/>
                </a:solidFill>
                <a:latin typeface="Times New Roman"/>
                <a:ea typeface="楷体_GB2312" pitchFamily="49" charset="-122"/>
              </a:rPr>
              <a:t>2-</a:t>
            </a:r>
            <a:endParaRPr lang="zh-CN" altLang="en-US" sz="2500" baseline="30000" dirty="0"/>
          </a:p>
        </p:txBody>
      </p:sp>
      <p:sp>
        <p:nvSpPr>
          <p:cNvPr id="23" name="Rectangle 12"/>
          <p:cNvSpPr>
            <a:spLocks noChangeArrowheads="1"/>
          </p:cNvSpPr>
          <p:nvPr/>
        </p:nvSpPr>
        <p:spPr bwMode="auto">
          <a:xfrm>
            <a:off x="7834313" y="2737037"/>
            <a:ext cx="1334020" cy="477054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r>
              <a:rPr lang="en-US" altLang="zh-CN" sz="2500" b="1" i="1" dirty="0">
                <a:ea typeface="华文新魏" pitchFamily="2" charset="-122"/>
              </a:rPr>
              <a:t>∴ K</a:t>
            </a:r>
            <a:r>
              <a:rPr lang="en-US" altLang="zh-CN" sz="1600" b="1" baseline="100000" dirty="0">
                <a:ea typeface="华文新魏" pitchFamily="2" charset="-122"/>
                <a:sym typeface="Webdings" pitchFamily="18" charset="2"/>
              </a:rPr>
              <a:t></a:t>
            </a:r>
            <a:r>
              <a:rPr lang="en-US" altLang="zh-CN" sz="2500" b="1" baseline="-25000" dirty="0">
                <a:ea typeface="华文新魏" pitchFamily="2" charset="-122"/>
                <a:sym typeface="Webdings" pitchFamily="18" charset="2"/>
              </a:rPr>
              <a:t>a2</a:t>
            </a:r>
            <a:r>
              <a:rPr lang="en-US" altLang="zh-CN" sz="2500" b="1" dirty="0">
                <a:ea typeface="华文新魏" pitchFamily="2" charset="-122"/>
                <a:sym typeface="Webdings" pitchFamily="18" charset="2"/>
              </a:rPr>
              <a:t>=</a:t>
            </a:r>
          </a:p>
        </p:txBody>
      </p:sp>
      <p:sp>
        <p:nvSpPr>
          <p:cNvPr id="24" name="Rectangle 14"/>
          <p:cNvSpPr>
            <a:spLocks noChangeArrowheads="1"/>
          </p:cNvSpPr>
          <p:nvPr/>
        </p:nvSpPr>
        <p:spPr bwMode="auto">
          <a:xfrm>
            <a:off x="9054591" y="2462129"/>
            <a:ext cx="1365250" cy="47625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r>
              <a:rPr lang="en-US" altLang="zh-CN" sz="2500" b="1" dirty="0">
                <a:ea typeface="华文新魏" pitchFamily="2" charset="-122"/>
              </a:rPr>
              <a:t>[H</a:t>
            </a:r>
            <a:r>
              <a:rPr lang="en-US" altLang="zh-CN" sz="2500" b="1" baseline="30000" dirty="0">
                <a:ea typeface="华文新魏" pitchFamily="2" charset="-122"/>
              </a:rPr>
              <a:t>+</a:t>
            </a:r>
            <a:r>
              <a:rPr lang="en-US" altLang="zh-CN" sz="2500" b="1" dirty="0">
                <a:ea typeface="华文新魏" pitchFamily="2" charset="-122"/>
              </a:rPr>
              <a:t>][S</a:t>
            </a:r>
            <a:r>
              <a:rPr lang="en-US" altLang="zh-CN" sz="2500" b="1" baseline="30000" dirty="0">
                <a:ea typeface="华文新魏" pitchFamily="2" charset="-122"/>
              </a:rPr>
              <a:t>2-</a:t>
            </a:r>
            <a:r>
              <a:rPr lang="en-US" altLang="zh-CN" sz="2500" b="1" dirty="0">
                <a:ea typeface="华文新魏" pitchFamily="2" charset="-122"/>
              </a:rPr>
              <a:t>]</a:t>
            </a:r>
          </a:p>
        </p:txBody>
      </p:sp>
      <p:sp>
        <p:nvSpPr>
          <p:cNvPr id="25" name="Line 13"/>
          <p:cNvSpPr>
            <a:spLocks noChangeShapeType="1"/>
          </p:cNvSpPr>
          <p:nvPr/>
        </p:nvSpPr>
        <p:spPr bwMode="auto">
          <a:xfrm flipV="1">
            <a:off x="8929389" y="2955246"/>
            <a:ext cx="1444840" cy="9248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6" name="Rectangle 15"/>
          <p:cNvSpPr>
            <a:spLocks noChangeArrowheads="1"/>
          </p:cNvSpPr>
          <p:nvPr/>
        </p:nvSpPr>
        <p:spPr bwMode="auto">
          <a:xfrm>
            <a:off x="9333408" y="2996428"/>
            <a:ext cx="1231900" cy="477838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r>
              <a:rPr lang="en-US" altLang="zh-CN" sz="2500" b="1" dirty="0">
                <a:ea typeface="华文新魏" pitchFamily="2" charset="-122"/>
              </a:rPr>
              <a:t>[HS</a:t>
            </a:r>
            <a:r>
              <a:rPr lang="en-US" altLang="zh-CN" sz="2500" b="1" baseline="30000" dirty="0">
                <a:ea typeface="华文新魏" pitchFamily="2" charset="-122"/>
              </a:rPr>
              <a:t>-</a:t>
            </a:r>
            <a:r>
              <a:rPr lang="en-US" altLang="zh-CN" sz="2500" b="1" dirty="0">
                <a:ea typeface="华文新魏" pitchFamily="2" charset="-122"/>
              </a:rPr>
              <a:t>]</a:t>
            </a:r>
          </a:p>
        </p:txBody>
      </p:sp>
      <p:sp>
        <p:nvSpPr>
          <p:cNvPr id="27" name="Rectangle 6"/>
          <p:cNvSpPr>
            <a:spLocks noChangeArrowheads="1"/>
          </p:cNvSpPr>
          <p:nvPr/>
        </p:nvSpPr>
        <p:spPr bwMode="auto">
          <a:xfrm>
            <a:off x="5119968" y="4212163"/>
            <a:ext cx="717550" cy="47625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square">
            <a:spAutoFit/>
          </a:bodyPr>
          <a:lstStyle/>
          <a:p>
            <a:r>
              <a:rPr lang="en-US" altLang="zh-CN" sz="2500" b="1" i="1" dirty="0">
                <a:ea typeface="楷体_GB2312" pitchFamily="49" charset="-122"/>
              </a:rPr>
              <a:t>K</a:t>
            </a:r>
            <a:r>
              <a:rPr lang="en-US" altLang="zh-CN" sz="1600" b="1" baseline="100000" dirty="0">
                <a:ea typeface="楷体_GB2312" pitchFamily="49" charset="-122"/>
                <a:sym typeface="Webdings" pitchFamily="18" charset="2"/>
              </a:rPr>
              <a:t></a:t>
            </a:r>
            <a:r>
              <a:rPr lang="en-US" altLang="zh-CN" sz="2500" b="1" dirty="0">
                <a:ea typeface="楷体_GB2312" pitchFamily="49" charset="-122"/>
                <a:sym typeface="Symbol" pitchFamily="18" charset="2"/>
              </a:rPr>
              <a:t>=</a:t>
            </a:r>
          </a:p>
        </p:txBody>
      </p:sp>
      <p:sp>
        <p:nvSpPr>
          <p:cNvPr id="28" name="Rectangle 8"/>
          <p:cNvSpPr>
            <a:spLocks noChangeArrowheads="1"/>
          </p:cNvSpPr>
          <p:nvPr/>
        </p:nvSpPr>
        <p:spPr bwMode="auto">
          <a:xfrm>
            <a:off x="5618088" y="3960167"/>
            <a:ext cx="1449387" cy="477838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r>
              <a:rPr lang="en-US" altLang="zh-CN" sz="2500" b="1" dirty="0">
                <a:ea typeface="楷体_GB2312" pitchFamily="49" charset="-122"/>
              </a:rPr>
              <a:t>[H</a:t>
            </a:r>
            <a:r>
              <a:rPr lang="en-US" altLang="zh-CN" sz="2500" b="1" baseline="30000" dirty="0">
                <a:ea typeface="楷体_GB2312" pitchFamily="49" charset="-122"/>
              </a:rPr>
              <a:t>+</a:t>
            </a:r>
            <a:r>
              <a:rPr lang="en-US" altLang="zh-CN" sz="2500" b="1" dirty="0">
                <a:ea typeface="楷体_GB2312" pitchFamily="49" charset="-122"/>
              </a:rPr>
              <a:t>]</a:t>
            </a:r>
            <a:r>
              <a:rPr lang="en-US" altLang="zh-CN" sz="2500" b="1" baseline="30000" dirty="0">
                <a:ea typeface="楷体_GB2312" pitchFamily="49" charset="-122"/>
              </a:rPr>
              <a:t>2</a:t>
            </a:r>
            <a:r>
              <a:rPr lang="en-US" altLang="zh-CN" sz="2500" b="1" dirty="0">
                <a:ea typeface="楷体_GB2312" pitchFamily="49" charset="-122"/>
              </a:rPr>
              <a:t>[S</a:t>
            </a:r>
            <a:r>
              <a:rPr lang="en-US" altLang="zh-CN" sz="2500" b="1" baseline="30000" dirty="0">
                <a:ea typeface="楷体_GB2312" pitchFamily="49" charset="-122"/>
              </a:rPr>
              <a:t>2-</a:t>
            </a:r>
            <a:r>
              <a:rPr lang="en-US" altLang="zh-CN" sz="2500" b="1" dirty="0">
                <a:ea typeface="楷体_GB2312" pitchFamily="49" charset="-122"/>
              </a:rPr>
              <a:t>]</a:t>
            </a:r>
          </a:p>
        </p:txBody>
      </p:sp>
      <p:sp>
        <p:nvSpPr>
          <p:cNvPr id="29" name="Line 7"/>
          <p:cNvSpPr>
            <a:spLocks noChangeShapeType="1"/>
          </p:cNvSpPr>
          <p:nvPr/>
        </p:nvSpPr>
        <p:spPr bwMode="auto">
          <a:xfrm>
            <a:off x="5771855" y="4413302"/>
            <a:ext cx="1449387" cy="2312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0" name="Rectangle 9"/>
          <p:cNvSpPr>
            <a:spLocks noChangeArrowheads="1"/>
          </p:cNvSpPr>
          <p:nvPr/>
        </p:nvSpPr>
        <p:spPr bwMode="auto">
          <a:xfrm>
            <a:off x="5700490" y="4343421"/>
            <a:ext cx="1014413" cy="477838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r>
              <a:rPr lang="en-US" altLang="zh-CN" sz="2500" b="1" dirty="0">
                <a:ea typeface="楷体_GB2312" pitchFamily="49" charset="-122"/>
              </a:rPr>
              <a:t> [H</a:t>
            </a:r>
            <a:r>
              <a:rPr lang="en-US" altLang="zh-CN" sz="2500" b="1" baseline="-25000" dirty="0">
                <a:ea typeface="楷体_GB2312" pitchFamily="49" charset="-122"/>
              </a:rPr>
              <a:t>2</a:t>
            </a:r>
            <a:r>
              <a:rPr lang="en-US" altLang="zh-CN" sz="2500" b="1" dirty="0">
                <a:ea typeface="楷体_GB2312" pitchFamily="49" charset="-122"/>
              </a:rPr>
              <a:t>S]</a:t>
            </a:r>
          </a:p>
        </p:txBody>
      </p:sp>
      <p:sp>
        <p:nvSpPr>
          <p:cNvPr id="31" name="Rectangle 17"/>
          <p:cNvSpPr>
            <a:spLocks noChangeArrowheads="1"/>
          </p:cNvSpPr>
          <p:nvPr/>
        </p:nvSpPr>
        <p:spPr bwMode="auto">
          <a:xfrm>
            <a:off x="7214084" y="4175177"/>
            <a:ext cx="1978025" cy="47625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r>
              <a:rPr lang="en-US" altLang="zh-CN" sz="2500" b="1" dirty="0">
                <a:ea typeface="楷体_GB2312" pitchFamily="49" charset="-122"/>
                <a:sym typeface="Symbol" pitchFamily="18" charset="2"/>
              </a:rPr>
              <a:t>= </a:t>
            </a:r>
            <a:r>
              <a:rPr lang="en-US" altLang="zh-CN" sz="2500" b="1" i="1" dirty="0">
                <a:ea typeface="楷体_GB2312" pitchFamily="49" charset="-122"/>
              </a:rPr>
              <a:t>K</a:t>
            </a:r>
            <a:r>
              <a:rPr lang="en-US" altLang="zh-CN" sz="1600" b="1" baseline="100000" dirty="0">
                <a:ea typeface="楷体_GB2312" pitchFamily="49" charset="-122"/>
                <a:sym typeface="Webdings" pitchFamily="18" charset="2"/>
              </a:rPr>
              <a:t></a:t>
            </a:r>
            <a:r>
              <a:rPr lang="en-US" altLang="zh-CN" sz="2500" b="1" baseline="-25000" dirty="0">
                <a:ea typeface="楷体_GB2312" pitchFamily="49" charset="-122"/>
                <a:sym typeface="Webdings" pitchFamily="18" charset="2"/>
              </a:rPr>
              <a:t>a1</a:t>
            </a:r>
            <a:r>
              <a:rPr lang="en-US" altLang="zh-CN" sz="2500" b="1" dirty="0">
                <a:ea typeface="楷体_GB2312" pitchFamily="49" charset="-122"/>
                <a:sym typeface="Symbol" pitchFamily="18" charset="2"/>
              </a:rPr>
              <a:t>× </a:t>
            </a:r>
            <a:r>
              <a:rPr lang="en-US" altLang="zh-CN" sz="2500" b="1" i="1" dirty="0">
                <a:ea typeface="楷体_GB2312" pitchFamily="49" charset="-122"/>
              </a:rPr>
              <a:t>K</a:t>
            </a:r>
            <a:r>
              <a:rPr lang="en-US" altLang="zh-CN" sz="1600" b="1" baseline="100000" dirty="0">
                <a:ea typeface="楷体_GB2312" pitchFamily="49" charset="-122"/>
                <a:sym typeface="Webdings" pitchFamily="18" charset="2"/>
              </a:rPr>
              <a:t></a:t>
            </a:r>
            <a:r>
              <a:rPr lang="en-US" altLang="zh-CN" sz="2500" b="1" baseline="-25000" dirty="0">
                <a:ea typeface="楷体_GB2312" pitchFamily="49" charset="-122"/>
                <a:sym typeface="Webdings" pitchFamily="18" charset="2"/>
              </a:rPr>
              <a:t>a2</a:t>
            </a:r>
            <a:endParaRPr lang="en-US" altLang="zh-CN" sz="2500" b="1" dirty="0">
              <a:ea typeface="楷体_GB2312" pitchFamily="49" charset="-122"/>
              <a:sym typeface="Symbol" pitchFamily="18" charset="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1372746" y="3366967"/>
            <a:ext cx="368562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b="1" dirty="0" smtClean="0">
                <a:ea typeface="华文新魏" pitchFamily="2" charset="-122"/>
                <a:sym typeface="Webdings" pitchFamily="18" charset="2"/>
              </a:rPr>
              <a:t>8.9×10</a:t>
            </a:r>
            <a:r>
              <a:rPr lang="en-US" altLang="zh-CN" sz="2400" b="1" baseline="30000" dirty="0">
                <a:ea typeface="华文新魏" pitchFamily="2" charset="-122"/>
                <a:sym typeface="Webdings" pitchFamily="18" charset="2"/>
              </a:rPr>
              <a:t>-8 </a:t>
            </a:r>
            <a:r>
              <a:rPr lang="en-US" altLang="zh-CN" sz="2400" b="1" dirty="0" smtClean="0">
                <a:ea typeface="华文新魏" pitchFamily="2" charset="-122"/>
                <a:sym typeface="Webdings" pitchFamily="18" charset="2"/>
              </a:rPr>
              <a:t>×</a:t>
            </a:r>
            <a:r>
              <a:rPr lang="en-US" altLang="zh-CN" sz="2400" b="1" dirty="0">
                <a:ea typeface="华文新魏" pitchFamily="2" charset="-122"/>
                <a:sym typeface="Webdings" pitchFamily="18" charset="2"/>
              </a:rPr>
              <a:t>0.1 =</a:t>
            </a:r>
            <a:r>
              <a:rPr lang="en-US" altLang="zh-CN" sz="2400" b="1" dirty="0" smtClean="0">
                <a:ea typeface="华文新魏" pitchFamily="2" charset="-122"/>
                <a:sym typeface="Webdings" pitchFamily="18" charset="2"/>
              </a:rPr>
              <a:t>9.4×10 </a:t>
            </a:r>
            <a:r>
              <a:rPr lang="en-US" altLang="zh-CN" sz="2400" b="1" baseline="30000" dirty="0" smtClean="0">
                <a:ea typeface="华文新魏" pitchFamily="2" charset="-122"/>
                <a:sym typeface="Webdings" pitchFamily="18" charset="2"/>
              </a:rPr>
              <a:t>-5</a:t>
            </a:r>
            <a:endParaRPr lang="zh-CN" altLang="en-US" sz="2400" baseline="30000" dirty="0"/>
          </a:p>
        </p:txBody>
      </p:sp>
      <p:cxnSp>
        <p:nvCxnSpPr>
          <p:cNvPr id="15" name="直接连接符 14"/>
          <p:cNvCxnSpPr/>
          <p:nvPr/>
        </p:nvCxnSpPr>
        <p:spPr>
          <a:xfrm>
            <a:off x="5040957" y="2565098"/>
            <a:ext cx="0" cy="3189503"/>
          </a:xfrm>
          <a:prstGeom prst="line">
            <a:avLst/>
          </a:prstGeom>
          <a:ln w="25400" cap="flat" cmpd="sng" algn="ctr">
            <a:solidFill>
              <a:srgbClr val="FF0000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0" name="文本框 19"/>
          <p:cNvSpPr txBox="1"/>
          <p:nvPr/>
        </p:nvSpPr>
        <p:spPr>
          <a:xfrm>
            <a:off x="5013513" y="3468342"/>
            <a:ext cx="142218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b="1" dirty="0" smtClean="0">
                <a:solidFill>
                  <a:srgbClr val="000000"/>
                </a:solidFill>
                <a:latin typeface="Times New Roman"/>
                <a:ea typeface="楷体_GB2312" pitchFamily="49" charset="-122"/>
              </a:rPr>
              <a:t>方法二：</a:t>
            </a:r>
            <a:endParaRPr lang="zh-CN" altLang="en-US" sz="2400" b="1" dirty="0">
              <a:solidFill>
                <a:srgbClr val="000000"/>
              </a:solidFill>
              <a:latin typeface="Times New Roman"/>
              <a:ea typeface="楷体_GB2312" pitchFamily="49" charset="-122"/>
            </a:endParaRPr>
          </a:p>
        </p:txBody>
      </p:sp>
      <p:cxnSp>
        <p:nvCxnSpPr>
          <p:cNvPr id="6144" name="直接连接符 6143"/>
          <p:cNvCxnSpPr/>
          <p:nvPr/>
        </p:nvCxnSpPr>
        <p:spPr>
          <a:xfrm>
            <a:off x="9143468" y="2605593"/>
            <a:ext cx="570836" cy="230832"/>
          </a:xfrm>
          <a:prstGeom prst="line">
            <a:avLst/>
          </a:prstGeom>
          <a:ln w="25400">
            <a:solidFill>
              <a:srgbClr val="FF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46" name="直接连接符 6145"/>
          <p:cNvCxnSpPr/>
          <p:nvPr/>
        </p:nvCxnSpPr>
        <p:spPr>
          <a:xfrm>
            <a:off x="9428886" y="3070835"/>
            <a:ext cx="720000" cy="297972"/>
          </a:xfrm>
          <a:prstGeom prst="line">
            <a:avLst/>
          </a:prstGeom>
          <a:ln w="25400">
            <a:solidFill>
              <a:srgbClr val="FF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49" name="矩形 6148"/>
          <p:cNvSpPr/>
          <p:nvPr/>
        </p:nvSpPr>
        <p:spPr>
          <a:xfrm>
            <a:off x="10333929" y="2695454"/>
            <a:ext cx="1107996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500" b="1" dirty="0" smtClean="0">
                <a:ea typeface="华文新魏" pitchFamily="2" charset="-122"/>
                <a:sym typeface="Webdings" pitchFamily="18" charset="2"/>
              </a:rPr>
              <a:t>=</a:t>
            </a:r>
            <a:r>
              <a:rPr lang="en-US" altLang="zh-CN" sz="2800" b="1" dirty="0">
                <a:solidFill>
                  <a:srgbClr val="000000"/>
                </a:solidFill>
                <a:latin typeface="Times New Roman"/>
                <a:ea typeface="楷体_GB2312" pitchFamily="49" charset="-122"/>
              </a:rPr>
              <a:t> </a:t>
            </a:r>
            <a:r>
              <a:rPr lang="en-US" altLang="zh-CN" sz="2500" b="1" dirty="0">
                <a:solidFill>
                  <a:srgbClr val="000000"/>
                </a:solidFill>
                <a:latin typeface="Times New Roman"/>
                <a:ea typeface="楷体_GB2312" pitchFamily="49" charset="-122"/>
              </a:rPr>
              <a:t>[S</a:t>
            </a:r>
            <a:r>
              <a:rPr lang="en-US" altLang="zh-CN" sz="2500" b="1" baseline="30000" dirty="0">
                <a:solidFill>
                  <a:srgbClr val="000000"/>
                </a:solidFill>
                <a:latin typeface="Times New Roman"/>
                <a:ea typeface="楷体_GB2312" pitchFamily="49" charset="-122"/>
              </a:rPr>
              <a:t>2-</a:t>
            </a:r>
            <a:r>
              <a:rPr lang="en-US" altLang="zh-CN" sz="2500" b="1" dirty="0">
                <a:solidFill>
                  <a:srgbClr val="000000"/>
                </a:solidFill>
                <a:latin typeface="Times New Roman"/>
                <a:ea typeface="楷体_GB2312" pitchFamily="49" charset="-122"/>
              </a:rPr>
              <a:t>] </a:t>
            </a:r>
            <a:endParaRPr lang="en-US" altLang="zh-CN" sz="2500" b="1" dirty="0">
              <a:ea typeface="华文新魏" pitchFamily="2" charset="-122"/>
              <a:sym typeface="Webdings" pitchFamily="18" charset="2"/>
            </a:endParaRPr>
          </a:p>
        </p:txBody>
      </p:sp>
      <p:sp>
        <p:nvSpPr>
          <p:cNvPr id="6150" name="矩形 6149"/>
          <p:cNvSpPr/>
          <p:nvPr/>
        </p:nvSpPr>
        <p:spPr>
          <a:xfrm>
            <a:off x="4926003" y="2787918"/>
            <a:ext cx="112306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srgbClr val="000000"/>
                </a:solidFill>
                <a:latin typeface="Times New Roman"/>
                <a:ea typeface="楷体_GB2312" pitchFamily="49" charset="-122"/>
              </a:rPr>
              <a:t>方法一：</a:t>
            </a:r>
          </a:p>
        </p:txBody>
      </p:sp>
      <p:sp>
        <p:nvSpPr>
          <p:cNvPr id="41" name="矩形 40"/>
          <p:cNvSpPr/>
          <p:nvPr/>
        </p:nvSpPr>
        <p:spPr>
          <a:xfrm>
            <a:off x="6132914" y="3471286"/>
            <a:ext cx="2368979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800" b="1" dirty="0" smtClean="0">
                <a:solidFill>
                  <a:srgbClr val="000000"/>
                </a:solidFill>
                <a:latin typeface="Times New Roman"/>
                <a:ea typeface="楷体_GB2312" pitchFamily="49" charset="-122"/>
              </a:rPr>
              <a:t>H</a:t>
            </a:r>
            <a:r>
              <a:rPr lang="en-US" altLang="zh-CN" sz="2800" b="1" baseline="-25000" dirty="0" smtClean="0">
                <a:solidFill>
                  <a:srgbClr val="000000"/>
                </a:solidFill>
                <a:latin typeface="Times New Roman"/>
                <a:ea typeface="楷体_GB2312" pitchFamily="49" charset="-122"/>
              </a:rPr>
              <a:t>2</a:t>
            </a:r>
            <a:r>
              <a:rPr lang="en-US" altLang="zh-CN" sz="2800" b="1" dirty="0" smtClean="0">
                <a:solidFill>
                  <a:srgbClr val="000000"/>
                </a:solidFill>
                <a:latin typeface="Times New Roman"/>
                <a:ea typeface="楷体_GB2312" pitchFamily="49" charset="-122"/>
              </a:rPr>
              <a:t>S</a:t>
            </a:r>
            <a:r>
              <a:rPr lang="en-US" altLang="zh-CN" sz="2800" b="1" baseline="30000" dirty="0" smtClean="0">
                <a:solidFill>
                  <a:srgbClr val="000000"/>
                </a:solidFill>
                <a:latin typeface="Times New Roman"/>
                <a:ea typeface="楷体_GB2312" pitchFamily="49" charset="-122"/>
              </a:rPr>
              <a:t>-</a:t>
            </a:r>
            <a:r>
              <a:rPr lang="en-US" altLang="zh-CN" sz="2800" b="1" dirty="0" smtClean="0">
                <a:solidFill>
                  <a:srgbClr val="000000"/>
                </a:solidFill>
                <a:latin typeface="Times New Roman"/>
                <a:ea typeface="楷体_GB2312" pitchFamily="49" charset="-122"/>
              </a:rPr>
              <a:t>=2H</a:t>
            </a:r>
            <a:r>
              <a:rPr lang="en-US" altLang="zh-CN" sz="2800" b="1" baseline="30000" dirty="0" smtClean="0">
                <a:solidFill>
                  <a:srgbClr val="000000"/>
                </a:solidFill>
                <a:latin typeface="Times New Roman"/>
                <a:ea typeface="楷体_GB2312" pitchFamily="49" charset="-122"/>
              </a:rPr>
              <a:t>+</a:t>
            </a:r>
            <a:r>
              <a:rPr lang="en-US" altLang="zh-CN" sz="2800" b="1" dirty="0" smtClean="0">
                <a:solidFill>
                  <a:srgbClr val="000000"/>
                </a:solidFill>
                <a:latin typeface="Times New Roman"/>
                <a:ea typeface="楷体_GB2312" pitchFamily="49" charset="-122"/>
              </a:rPr>
              <a:t>+S</a:t>
            </a:r>
            <a:r>
              <a:rPr lang="en-US" altLang="zh-CN" sz="2800" b="1" baseline="30000" dirty="0" smtClean="0">
                <a:solidFill>
                  <a:srgbClr val="000000"/>
                </a:solidFill>
                <a:latin typeface="Times New Roman"/>
                <a:ea typeface="楷体_GB2312" pitchFamily="49" charset="-122"/>
              </a:rPr>
              <a:t>2-</a:t>
            </a:r>
            <a:endParaRPr lang="zh-CN" altLang="en-US" sz="2800" baseline="30000" dirty="0"/>
          </a:p>
        </p:txBody>
      </p:sp>
      <p:sp>
        <p:nvSpPr>
          <p:cNvPr id="6151" name="矩形 6150"/>
          <p:cNvSpPr/>
          <p:nvPr/>
        </p:nvSpPr>
        <p:spPr>
          <a:xfrm>
            <a:off x="6760147" y="5326381"/>
            <a:ext cx="878767" cy="4770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500" b="1" dirty="0">
                <a:solidFill>
                  <a:srgbClr val="FF0000"/>
                </a:solidFill>
                <a:ea typeface="楷体_GB2312" pitchFamily="49" charset="-122"/>
              </a:rPr>
              <a:t>[H</a:t>
            </a:r>
            <a:r>
              <a:rPr lang="en-US" altLang="zh-CN" sz="2500" b="1" baseline="30000" dirty="0" smtClean="0">
                <a:solidFill>
                  <a:srgbClr val="FF0000"/>
                </a:solidFill>
                <a:ea typeface="楷体_GB2312" pitchFamily="49" charset="-122"/>
              </a:rPr>
              <a:t>+</a:t>
            </a:r>
            <a:r>
              <a:rPr lang="en-US" altLang="zh-CN" sz="2500" b="1" dirty="0" smtClean="0">
                <a:solidFill>
                  <a:srgbClr val="FF0000"/>
                </a:solidFill>
                <a:ea typeface="楷体_GB2312" pitchFamily="49" charset="-122"/>
              </a:rPr>
              <a:t>]</a:t>
            </a:r>
            <a:r>
              <a:rPr lang="en-US" altLang="zh-CN" sz="2500" b="1" baseline="30000" dirty="0" smtClean="0">
                <a:solidFill>
                  <a:srgbClr val="FF0000"/>
                </a:solidFill>
                <a:ea typeface="楷体_GB2312" pitchFamily="49" charset="-122"/>
              </a:rPr>
              <a:t>2</a:t>
            </a:r>
            <a:endParaRPr lang="zh-CN" altLang="en-US" sz="2500" baseline="30000" dirty="0">
              <a:solidFill>
                <a:srgbClr val="FF0000"/>
              </a:solidFill>
            </a:endParaRPr>
          </a:p>
        </p:txBody>
      </p:sp>
      <p:sp>
        <p:nvSpPr>
          <p:cNvPr id="46" name="Line 7"/>
          <p:cNvSpPr>
            <a:spLocks noChangeShapeType="1"/>
          </p:cNvSpPr>
          <p:nvPr/>
        </p:nvSpPr>
        <p:spPr bwMode="auto">
          <a:xfrm flipV="1">
            <a:off x="6385304" y="5252483"/>
            <a:ext cx="1883276" cy="7972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7" name="矩形 46"/>
          <p:cNvSpPr/>
          <p:nvPr/>
        </p:nvSpPr>
        <p:spPr>
          <a:xfrm>
            <a:off x="6336799" y="4854989"/>
            <a:ext cx="2244525" cy="4770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500" b="1" i="1" dirty="0" smtClean="0">
                <a:ea typeface="华文新魏" pitchFamily="2" charset="-122"/>
                <a:sym typeface="Webdings" pitchFamily="18" charset="2"/>
              </a:rPr>
              <a:t>K</a:t>
            </a:r>
            <a:r>
              <a:rPr lang="en-US" altLang="zh-CN" sz="2500" b="1" i="1" baseline="-25000" dirty="0" smtClean="0">
                <a:ea typeface="华文新魏" pitchFamily="2" charset="-122"/>
                <a:sym typeface="Webdings" pitchFamily="18" charset="2"/>
              </a:rPr>
              <a:t>a1</a:t>
            </a:r>
            <a:r>
              <a:rPr lang="en-US" altLang="zh-CN" sz="1600" b="1" baseline="100000" dirty="0" smtClean="0">
                <a:solidFill>
                  <a:srgbClr val="000000"/>
                </a:solidFill>
                <a:ea typeface="楷体_GB2312" pitchFamily="49" charset="-122"/>
                <a:sym typeface="Webdings" pitchFamily="18" charset="2"/>
              </a:rPr>
              <a:t>  </a:t>
            </a:r>
            <a:r>
              <a:rPr lang="en-US" altLang="zh-CN" sz="2500" b="1" i="1" dirty="0" smtClean="0">
                <a:solidFill>
                  <a:srgbClr val="000000"/>
                </a:solidFill>
                <a:ea typeface="楷体_GB2312" pitchFamily="49" charset="-122"/>
                <a:sym typeface="Webdings" pitchFamily="18" charset="2"/>
              </a:rPr>
              <a:t>K</a:t>
            </a:r>
            <a:r>
              <a:rPr lang="en-US" altLang="zh-CN" sz="2500" b="1" i="1" baseline="-25000" dirty="0" smtClean="0">
                <a:solidFill>
                  <a:srgbClr val="000000"/>
                </a:solidFill>
                <a:ea typeface="楷体_GB2312" pitchFamily="49" charset="-122"/>
                <a:sym typeface="Webdings" pitchFamily="18" charset="2"/>
              </a:rPr>
              <a:t>a2</a:t>
            </a:r>
            <a:r>
              <a:rPr lang="en-US" altLang="zh-CN" sz="1600" b="1" baseline="100000" dirty="0">
                <a:solidFill>
                  <a:srgbClr val="000000"/>
                </a:solidFill>
                <a:ea typeface="楷体_GB2312" pitchFamily="49" charset="-122"/>
                <a:sym typeface="Webdings" pitchFamily="18" charset="2"/>
              </a:rPr>
              <a:t> </a:t>
            </a:r>
            <a:r>
              <a:rPr lang="en-US" altLang="zh-CN" sz="2500" b="1" dirty="0" smtClean="0">
                <a:solidFill>
                  <a:srgbClr val="000000"/>
                </a:solidFill>
                <a:latin typeface="Times New Roman"/>
                <a:ea typeface="楷体_GB2312" pitchFamily="49" charset="-122"/>
              </a:rPr>
              <a:t>[H</a:t>
            </a:r>
            <a:r>
              <a:rPr lang="en-US" altLang="zh-CN" sz="2500" b="1" baseline="-25000" dirty="0" smtClean="0">
                <a:solidFill>
                  <a:srgbClr val="000000"/>
                </a:solidFill>
                <a:latin typeface="Times New Roman"/>
                <a:ea typeface="楷体_GB2312" pitchFamily="49" charset="-122"/>
              </a:rPr>
              <a:t>2</a:t>
            </a:r>
            <a:r>
              <a:rPr lang="en-US" altLang="zh-CN" sz="2500" b="1" dirty="0" smtClean="0">
                <a:solidFill>
                  <a:srgbClr val="000000"/>
                </a:solidFill>
                <a:latin typeface="Times New Roman"/>
                <a:ea typeface="楷体_GB2312" pitchFamily="49" charset="-122"/>
              </a:rPr>
              <a:t>S] </a:t>
            </a:r>
            <a:endParaRPr lang="en-US" altLang="zh-CN" sz="2500" b="1" dirty="0">
              <a:ea typeface="华文新魏" pitchFamily="2" charset="-122"/>
              <a:sym typeface="Webdings" pitchFamily="18" charset="2"/>
            </a:endParaRPr>
          </a:p>
        </p:txBody>
      </p:sp>
      <p:sp>
        <p:nvSpPr>
          <p:cNvPr id="6155" name="矩形 6154"/>
          <p:cNvSpPr/>
          <p:nvPr/>
        </p:nvSpPr>
        <p:spPr>
          <a:xfrm>
            <a:off x="5377106" y="5071667"/>
            <a:ext cx="1018227" cy="4770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500" b="1" dirty="0">
                <a:solidFill>
                  <a:srgbClr val="000000"/>
                </a:solidFill>
                <a:latin typeface="Times New Roman"/>
                <a:ea typeface="楷体_GB2312" pitchFamily="49" charset="-122"/>
              </a:rPr>
              <a:t>[S</a:t>
            </a:r>
            <a:r>
              <a:rPr lang="en-US" altLang="zh-CN" sz="2500" b="1" baseline="30000" dirty="0">
                <a:solidFill>
                  <a:srgbClr val="000000"/>
                </a:solidFill>
                <a:latin typeface="Times New Roman"/>
                <a:ea typeface="楷体_GB2312" pitchFamily="49" charset="-122"/>
              </a:rPr>
              <a:t>2-</a:t>
            </a:r>
            <a:r>
              <a:rPr lang="en-US" altLang="zh-CN" sz="2500" b="1" dirty="0" smtClean="0">
                <a:solidFill>
                  <a:srgbClr val="000000"/>
                </a:solidFill>
                <a:latin typeface="Times New Roman"/>
                <a:ea typeface="楷体_GB2312" pitchFamily="49" charset="-122"/>
              </a:rPr>
              <a:t>]= </a:t>
            </a:r>
            <a:endParaRPr lang="zh-CN" altLang="en-US" sz="2500" dirty="0"/>
          </a:p>
        </p:txBody>
      </p:sp>
      <p:sp>
        <p:nvSpPr>
          <p:cNvPr id="6156" name="矩形 6155"/>
          <p:cNvSpPr/>
          <p:nvPr/>
        </p:nvSpPr>
        <p:spPr>
          <a:xfrm>
            <a:off x="8727558" y="5018845"/>
            <a:ext cx="2651688" cy="86177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="1" dirty="0" smtClean="0">
                <a:ea typeface="华文新魏" pitchFamily="2" charset="-122"/>
              </a:rPr>
              <a:t>∴</a:t>
            </a:r>
            <a:r>
              <a:rPr lang="en-US" altLang="zh-CN" sz="2500" b="1" dirty="0" smtClean="0">
                <a:ea typeface="华文新魏" pitchFamily="2" charset="-122"/>
              </a:rPr>
              <a:t>[</a:t>
            </a:r>
            <a:r>
              <a:rPr lang="en-US" altLang="zh-CN" sz="2400" b="1" dirty="0">
                <a:ea typeface="华文新魏" pitchFamily="2" charset="-122"/>
              </a:rPr>
              <a:t>S</a:t>
            </a:r>
            <a:r>
              <a:rPr lang="en-US" altLang="zh-CN" sz="2500" b="1" baseline="30000" dirty="0" smtClean="0">
                <a:ea typeface="华文新魏" pitchFamily="2" charset="-122"/>
              </a:rPr>
              <a:t>2-</a:t>
            </a:r>
            <a:r>
              <a:rPr lang="en-US" altLang="zh-CN" sz="2500" b="1" dirty="0" smtClean="0">
                <a:ea typeface="华文新魏" pitchFamily="2" charset="-122"/>
              </a:rPr>
              <a:t>]=</a:t>
            </a:r>
            <a:r>
              <a:rPr lang="en-US" altLang="zh-CN" sz="2500" b="1" dirty="0" smtClean="0">
                <a:ea typeface="华文新魏" pitchFamily="2" charset="-122"/>
                <a:sym typeface="Webdings" pitchFamily="18" charset="2"/>
              </a:rPr>
              <a:t>1.26×10</a:t>
            </a:r>
            <a:r>
              <a:rPr lang="en-US" altLang="zh-CN" sz="2500" b="1" baseline="30000" dirty="0" smtClean="0">
                <a:ea typeface="华文新魏" pitchFamily="2" charset="-122"/>
                <a:sym typeface="Webdings" pitchFamily="18" charset="2"/>
              </a:rPr>
              <a:t>-14</a:t>
            </a:r>
            <a:endParaRPr lang="en-US" altLang="zh-CN" sz="2500" b="1" dirty="0">
              <a:ea typeface="华文新魏" pitchFamily="2" charset="-122"/>
              <a:sym typeface="Webdings" pitchFamily="18" charset="2"/>
            </a:endParaRPr>
          </a:p>
          <a:p>
            <a:endParaRPr lang="zh-CN" altLang="en-US" sz="2500" dirty="0"/>
          </a:p>
        </p:txBody>
      </p:sp>
      <p:sp>
        <p:nvSpPr>
          <p:cNvPr id="6157" name="矩形 6156"/>
          <p:cNvSpPr/>
          <p:nvPr/>
        </p:nvSpPr>
        <p:spPr>
          <a:xfrm>
            <a:off x="9523459" y="3382214"/>
            <a:ext cx="1854995" cy="4770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500" b="1" dirty="0" smtClean="0">
                <a:ea typeface="华文新魏" pitchFamily="2" charset="-122"/>
              </a:rPr>
              <a:t>=</a:t>
            </a:r>
            <a:r>
              <a:rPr lang="en-US" altLang="zh-CN" sz="2500" b="1" dirty="0">
                <a:ea typeface="华文新魏" pitchFamily="2" charset="-122"/>
                <a:sym typeface="Webdings" pitchFamily="18" charset="2"/>
              </a:rPr>
              <a:t>1.26×10</a:t>
            </a:r>
            <a:r>
              <a:rPr lang="en-US" altLang="zh-CN" sz="2500" b="1" baseline="30000" dirty="0">
                <a:ea typeface="华文新魏" pitchFamily="2" charset="-122"/>
                <a:sym typeface="Webdings" pitchFamily="18" charset="2"/>
              </a:rPr>
              <a:t>-14</a:t>
            </a:r>
            <a:endParaRPr lang="zh-CN" altLang="en-US" sz="2500" dirty="0"/>
          </a:p>
        </p:txBody>
      </p:sp>
    </p:spTree>
    <p:extLst>
      <p:ext uri="{BB962C8B-B14F-4D97-AF65-F5344CB8AC3E}">
        <p14:creationId xmlns:p14="http://schemas.microsoft.com/office/powerpoint/2010/main" val="220436791"/>
      </p:ext>
    </p:extLst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61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indefinite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" dur="500"/>
                                        <p:tgtEl>
                                          <p:spTgt spid="61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3" dur="500"/>
                                        <p:tgtEl>
                                          <p:spTgt spid="6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>
                      <p:stCondLst>
                        <p:cond delay="indefinite"/>
                      </p:stCondLst>
                      <p:childTnLst>
                        <p:par>
                          <p:cTn id="115" fill="hold">
                            <p:stCondLst>
                              <p:cond delay="0"/>
                            </p:stCondLst>
                            <p:childTnLst>
                              <p:par>
                                <p:cTn id="1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500"/>
                                        <p:tgtEl>
                                          <p:spTgt spid="61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3" dur="500"/>
                                        <p:tgtEl>
                                          <p:spTgt spid="61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4" fill="hold">
                      <p:stCondLst>
                        <p:cond delay="indefinite"/>
                      </p:stCondLst>
                      <p:childTnLst>
                        <p:par>
                          <p:cTn id="125" fill="hold">
                            <p:stCondLst>
                              <p:cond delay="0"/>
                            </p:stCondLst>
                            <p:childTnLst>
                              <p:par>
                                <p:cTn id="1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>
                      <p:stCondLst>
                        <p:cond delay="indefinite"/>
                      </p:stCondLst>
                      <p:childTnLst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par>
                                <p:cTn id="1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4" fill="hold">
                      <p:stCondLst>
                        <p:cond delay="indefinite"/>
                      </p:stCondLst>
                      <p:childTnLst>
                        <p:par>
                          <p:cTn id="135" fill="hold">
                            <p:stCondLst>
                              <p:cond delay="0"/>
                            </p:stCondLst>
                            <p:childTnLst>
                              <p:par>
                                <p:cTn id="1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8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9" fill="hold">
                      <p:stCondLst>
                        <p:cond delay="indefinite"/>
                      </p:stCondLst>
                      <p:childTnLst>
                        <p:par>
                          <p:cTn id="140" fill="hold">
                            <p:stCondLst>
                              <p:cond delay="0"/>
                            </p:stCondLst>
                            <p:childTnLst>
                              <p:par>
                                <p:cTn id="14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3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4" fill="hold">
                      <p:stCondLst>
                        <p:cond delay="indefinite"/>
                      </p:stCondLst>
                      <p:childTnLst>
                        <p:par>
                          <p:cTn id="145" fill="hold">
                            <p:stCondLst>
                              <p:cond delay="0"/>
                            </p:stCondLst>
                            <p:childTnLst>
                              <p:par>
                                <p:cTn id="14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8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9" fill="hold">
                      <p:stCondLst>
                        <p:cond delay="indefinite"/>
                      </p:stCondLst>
                      <p:childTnLst>
                        <p:par>
                          <p:cTn id="150" fill="hold">
                            <p:stCondLst>
                              <p:cond delay="0"/>
                            </p:stCondLst>
                            <p:childTnLst>
                              <p:par>
                                <p:cTn id="15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4" fill="hold">
                      <p:stCondLst>
                        <p:cond delay="indefinite"/>
                      </p:stCondLst>
                      <p:childTnLst>
                        <p:par>
                          <p:cTn id="155" fill="hold">
                            <p:stCondLst>
                              <p:cond delay="0"/>
                            </p:stCondLst>
                            <p:childTnLst>
                              <p:par>
                                <p:cTn id="15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8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9" fill="hold">
                      <p:stCondLst>
                        <p:cond delay="indefinite"/>
                      </p:stCondLst>
                      <p:childTnLst>
                        <p:par>
                          <p:cTn id="160" fill="hold">
                            <p:stCondLst>
                              <p:cond delay="0"/>
                            </p:stCondLst>
                            <p:childTnLst>
                              <p:par>
                                <p:cTn id="16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3" dur="500"/>
                                        <p:tgtEl>
                                          <p:spTgt spid="61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4" fill="hold">
                      <p:stCondLst>
                        <p:cond delay="indefinite"/>
                      </p:stCondLst>
                      <p:childTnLst>
                        <p:par>
                          <p:cTn id="165" fill="hold">
                            <p:stCondLst>
                              <p:cond delay="0"/>
                            </p:stCondLst>
                            <p:childTnLst>
                              <p:par>
                                <p:cTn id="16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8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9" fill="hold">
                      <p:stCondLst>
                        <p:cond delay="indefinite"/>
                      </p:stCondLst>
                      <p:childTnLst>
                        <p:par>
                          <p:cTn id="170" fill="hold">
                            <p:stCondLst>
                              <p:cond delay="0"/>
                            </p:stCondLst>
                            <p:childTnLst>
                              <p:par>
                                <p:cTn id="17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3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4" fill="hold">
                      <p:stCondLst>
                        <p:cond delay="indefinite"/>
                      </p:stCondLst>
                      <p:childTnLst>
                        <p:par>
                          <p:cTn id="175" fill="hold">
                            <p:stCondLst>
                              <p:cond delay="0"/>
                            </p:stCondLst>
                            <p:childTnLst>
                              <p:par>
                                <p:cTn id="17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8" dur="500"/>
                                        <p:tgtEl>
                                          <p:spTgt spid="61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9" fill="hold">
                      <p:stCondLst>
                        <p:cond delay="indefinite"/>
                      </p:stCondLst>
                      <p:childTnLst>
                        <p:par>
                          <p:cTn id="180" fill="hold">
                            <p:stCondLst>
                              <p:cond delay="0"/>
                            </p:stCondLst>
                            <p:childTnLst>
                              <p:par>
                                <p:cTn id="18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3" dur="500"/>
                                        <p:tgtEl>
                                          <p:spTgt spid="61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2" grpId="0" animBg="1"/>
      <p:bldP spid="3" grpId="0"/>
      <p:bldP spid="13" grpId="0" animBg="1"/>
      <p:bldP spid="14" grpId="0"/>
      <p:bldP spid="4" grpId="0"/>
      <p:bldP spid="5" grpId="0"/>
      <p:bldP spid="16" grpId="0"/>
      <p:bldP spid="17" grpId="0" animBg="1"/>
      <p:bldP spid="7" grpId="0"/>
      <p:bldP spid="9" grpId="0"/>
      <p:bldP spid="18" grpId="0"/>
      <p:bldP spid="22" grpId="0"/>
      <p:bldP spid="23" grpId="0"/>
      <p:bldP spid="24" grpId="0"/>
      <p:bldP spid="25" grpId="0" animBg="1"/>
      <p:bldP spid="26" grpId="0"/>
      <p:bldP spid="27" grpId="0"/>
      <p:bldP spid="28" grpId="0"/>
      <p:bldP spid="29" grpId="0" animBg="1"/>
      <p:bldP spid="30" grpId="0"/>
      <p:bldP spid="31" grpId="0"/>
      <p:bldP spid="6" grpId="0"/>
      <p:bldP spid="20" grpId="0"/>
      <p:bldP spid="6149" grpId="0"/>
      <p:bldP spid="6150" grpId="0"/>
      <p:bldP spid="41" grpId="0"/>
      <p:bldP spid="6151" grpId="0"/>
      <p:bldP spid="46" grpId="0" animBg="1"/>
      <p:bldP spid="47" grpId="0"/>
      <p:bldP spid="6155" grpId="0"/>
      <p:bldP spid="6156" grpId="0"/>
      <p:bldP spid="6157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8" name="Rectangle 5"/>
          <p:cNvSpPr>
            <a:spLocks noGrp="1" noChangeArrowheads="1"/>
          </p:cNvSpPr>
          <p:nvPr>
            <p:ph type="title"/>
          </p:nvPr>
        </p:nvSpPr>
        <p:spPr>
          <a:xfrm>
            <a:off x="117475" y="311150"/>
            <a:ext cx="10369550" cy="431800"/>
          </a:xfrm>
        </p:spPr>
        <p:txBody>
          <a:bodyPr/>
          <a:lstStyle/>
          <a:p>
            <a:r>
              <a:rPr lang="en-US" altLang="zh-CN" smtClean="0">
                <a:ea typeface="黑体" pitchFamily="49" charset="-122"/>
              </a:rPr>
              <a:t>3.4.1</a:t>
            </a:r>
            <a:r>
              <a:rPr lang="zh-CN" altLang="en-US" smtClean="0">
                <a:ea typeface="黑体" pitchFamily="49" charset="-122"/>
              </a:rPr>
              <a:t>溶液酸度计算的一般方法</a:t>
            </a:r>
            <a:endParaRPr lang="zh-CN" altLang="en-US" sz="1800" smtClean="0">
              <a:ea typeface="黑体" pitchFamily="49" charset="-122"/>
            </a:endParaRPr>
          </a:p>
        </p:txBody>
      </p:sp>
      <p:sp>
        <p:nvSpPr>
          <p:cNvPr id="18" name="Text Box 2"/>
          <p:cNvSpPr txBox="1">
            <a:spLocks noChangeArrowheads="1"/>
          </p:cNvSpPr>
          <p:nvPr/>
        </p:nvSpPr>
        <p:spPr bwMode="auto">
          <a:xfrm>
            <a:off x="688975" y="866777"/>
            <a:ext cx="6572250" cy="477838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500" b="1" i="0" u="none" strike="noStrike" kern="120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 pitchFamily="18" charset="0"/>
                <a:ea typeface="楷体_GB2312" pitchFamily="49" charset="-122"/>
                <a:cs typeface="+mn-cs"/>
              </a:rPr>
              <a:t>(3)</a:t>
            </a:r>
            <a:r>
              <a:rPr kumimoji="0" lang="zh-CN" altLang="en-US" sz="2500" b="1" i="0" u="none" strike="noStrike" kern="120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 pitchFamily="18" charset="0"/>
                <a:ea typeface="楷体_GB2312" pitchFamily="49" charset="-122"/>
                <a:cs typeface="+mn-cs"/>
              </a:rPr>
              <a:t>弱酸</a:t>
            </a:r>
            <a:r>
              <a:rPr kumimoji="0" lang="en-US" altLang="zh-CN" sz="2500" b="1" i="0" u="none" strike="noStrike" kern="120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 pitchFamily="18" charset="0"/>
                <a:ea typeface="楷体_GB2312" pitchFamily="49" charset="-122"/>
                <a:cs typeface="+mn-cs"/>
              </a:rPr>
              <a:t>(</a:t>
            </a:r>
            <a:r>
              <a:rPr kumimoji="0" lang="zh-CN" altLang="en-US" sz="2500" b="1" i="0" u="none" strike="noStrike" kern="120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 pitchFamily="18" charset="0"/>
                <a:ea typeface="楷体_GB2312" pitchFamily="49" charset="-122"/>
                <a:cs typeface="+mn-cs"/>
              </a:rPr>
              <a:t>或弱碱</a:t>
            </a:r>
            <a:r>
              <a:rPr kumimoji="0" lang="en-US" altLang="zh-CN" sz="2500" b="1" i="0" u="none" strike="noStrike" kern="120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 pitchFamily="18" charset="0"/>
                <a:ea typeface="楷体_GB2312" pitchFamily="49" charset="-122"/>
                <a:cs typeface="+mn-cs"/>
              </a:rPr>
              <a:t>)</a:t>
            </a:r>
            <a:r>
              <a:rPr kumimoji="0" lang="zh-CN" altLang="en-US" sz="2500" b="1" i="0" u="none" strike="noStrike" kern="120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 pitchFamily="18" charset="0"/>
                <a:ea typeface="楷体_GB2312" pitchFamily="49" charset="-122"/>
                <a:cs typeface="+mn-cs"/>
              </a:rPr>
              <a:t>及其共轭碱</a:t>
            </a:r>
            <a:r>
              <a:rPr kumimoji="0" lang="en-US" altLang="zh-CN" sz="2500" b="1" i="0" u="none" strike="noStrike" kern="120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 pitchFamily="18" charset="0"/>
                <a:ea typeface="楷体_GB2312" pitchFamily="49" charset="-122"/>
                <a:cs typeface="+mn-cs"/>
              </a:rPr>
              <a:t>(</a:t>
            </a:r>
            <a:r>
              <a:rPr kumimoji="0" lang="zh-CN" altLang="en-US" sz="2500" b="1" i="0" u="none" strike="noStrike" kern="120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 pitchFamily="18" charset="0"/>
                <a:ea typeface="楷体_GB2312" pitchFamily="49" charset="-122"/>
                <a:cs typeface="+mn-cs"/>
              </a:rPr>
              <a:t>或共轭酸</a:t>
            </a:r>
            <a:r>
              <a:rPr kumimoji="0" lang="en-US" altLang="zh-CN" sz="2500" b="1" i="0" u="none" strike="noStrike" kern="120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 pitchFamily="18" charset="0"/>
                <a:ea typeface="楷体_GB2312" pitchFamily="49" charset="-122"/>
                <a:cs typeface="+mn-cs"/>
              </a:rPr>
              <a:t>)</a:t>
            </a:r>
            <a:r>
              <a:rPr kumimoji="0" lang="zh-CN" altLang="en-US" sz="2500" b="1" i="0" u="none" strike="noStrike" kern="120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 pitchFamily="18" charset="0"/>
                <a:ea typeface="楷体_GB2312" pitchFamily="49" charset="-122"/>
                <a:cs typeface="+mn-cs"/>
              </a:rPr>
              <a:t>水溶液</a:t>
            </a:r>
            <a:r>
              <a:rPr kumimoji="0" lang="en-US" altLang="zh-CN" sz="2500" b="1" i="0" u="none" strike="noStrike" kern="120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 pitchFamily="18" charset="0"/>
                <a:ea typeface="楷体_GB2312" pitchFamily="49" charset="-122"/>
                <a:cs typeface="+mn-cs"/>
              </a:rPr>
              <a:t>:</a:t>
            </a:r>
          </a:p>
        </p:txBody>
      </p:sp>
      <p:sp>
        <p:nvSpPr>
          <p:cNvPr id="6162" name="Oval 26" descr="图片8">
            <a:hlinkClick r:id="" action="ppaction://hlinkshowjump?jump=previousslide"/>
          </p:cNvPr>
          <p:cNvSpPr>
            <a:spLocks noChangeAspect="1" noChangeArrowheads="1"/>
          </p:cNvSpPr>
          <p:nvPr/>
        </p:nvSpPr>
        <p:spPr bwMode="gray">
          <a:xfrm>
            <a:off x="0" y="5597525"/>
            <a:ext cx="360363" cy="360363"/>
          </a:xfrm>
          <a:prstGeom prst="ellipse">
            <a:avLst/>
          </a:prstGeom>
          <a:blipFill dpi="0" rotWithShape="1">
            <a:blip r:embed="rId3"/>
            <a:srcRect/>
            <a:stretch>
              <a:fillRect/>
            </a:stretch>
          </a:blipFill>
          <a:ln w="9525">
            <a:solidFill>
              <a:srgbClr val="808080"/>
            </a:solidFill>
            <a:round/>
            <a:headEnd/>
            <a:tailEnd/>
          </a:ln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宋体" charset="-122"/>
              <a:cs typeface="+mn-cs"/>
            </a:endParaRPr>
          </a:p>
        </p:txBody>
      </p:sp>
      <p:sp>
        <p:nvSpPr>
          <p:cNvPr id="6163" name="Oval 27" descr="图片9">
            <a:hlinkClick r:id="" action="ppaction://hlinkshowjump?jump=nextslide"/>
          </p:cNvPr>
          <p:cNvSpPr>
            <a:spLocks noChangeAspect="1" noChangeArrowheads="1"/>
          </p:cNvSpPr>
          <p:nvPr/>
        </p:nvSpPr>
        <p:spPr bwMode="gray">
          <a:xfrm>
            <a:off x="11155363" y="5688013"/>
            <a:ext cx="360362" cy="360362"/>
          </a:xfrm>
          <a:prstGeom prst="ellipse">
            <a:avLst/>
          </a:prstGeom>
          <a:blipFill dpi="0" rotWithShape="1">
            <a:blip r:embed="rId4"/>
            <a:srcRect/>
            <a:stretch>
              <a:fillRect/>
            </a:stretch>
          </a:blipFill>
          <a:ln w="9525">
            <a:solidFill>
              <a:srgbClr val="808080"/>
            </a:solidFill>
            <a:round/>
            <a:headEnd/>
            <a:tailEnd/>
          </a:ln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宋体" charset="-122"/>
              <a:cs typeface="+mn-cs"/>
            </a:endParaRPr>
          </a:p>
        </p:txBody>
      </p:sp>
      <p:sp>
        <p:nvSpPr>
          <p:cNvPr id="19" name="Rectangle 20"/>
          <p:cNvSpPr>
            <a:spLocks noChangeArrowheads="1"/>
          </p:cNvSpPr>
          <p:nvPr/>
        </p:nvSpPr>
        <p:spPr bwMode="auto">
          <a:xfrm>
            <a:off x="3446158" y="1488505"/>
            <a:ext cx="5544616" cy="52322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square">
            <a:spAutoFit/>
          </a:bodyPr>
          <a:lstStyle/>
          <a:p>
            <a:r>
              <a:rPr lang="en-US" altLang="zh-CN" sz="2800" b="1" dirty="0" err="1"/>
              <a:t>HAc</a:t>
            </a:r>
            <a:r>
              <a:rPr lang="en-US" altLang="zh-CN" sz="2800" b="1" dirty="0"/>
              <a:t>     ⇋     H</a:t>
            </a:r>
            <a:r>
              <a:rPr lang="en-US" altLang="zh-CN" sz="2800" b="1" baseline="30000" dirty="0"/>
              <a:t>+</a:t>
            </a:r>
            <a:r>
              <a:rPr lang="en-US" altLang="zh-CN" sz="2800" b="1" dirty="0"/>
              <a:t>     +      Ac</a:t>
            </a:r>
            <a:r>
              <a:rPr lang="en-US" altLang="zh-CN" sz="2800" b="1" baseline="30000" dirty="0"/>
              <a:t>-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7534954" y="841947"/>
            <a:ext cx="1795684" cy="477054"/>
          </a:xfrm>
          <a:prstGeom prst="rect">
            <a:avLst/>
          </a:prstGeom>
          <a:solidFill>
            <a:srgbClr val="FFFF00"/>
          </a:solidFill>
        </p:spPr>
        <p:txBody>
          <a:bodyPr wrap="none" rtlCol="0">
            <a:spAutoFit/>
          </a:bodyPr>
          <a:lstStyle/>
          <a:p>
            <a:r>
              <a:rPr lang="zh-CN" altLang="en-US" sz="2500" b="1" dirty="0">
                <a:solidFill>
                  <a:srgbClr val="FF3300"/>
                </a:solidFill>
                <a:ea typeface="楷体_GB2312" pitchFamily="49" charset="-122"/>
              </a:rPr>
              <a:t>同离子效应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798184" y="2040467"/>
            <a:ext cx="172354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b="1" dirty="0" smtClean="0">
                <a:ea typeface="楷体_GB2312"/>
              </a:rPr>
              <a:t>平衡时浓度</a:t>
            </a:r>
            <a:endParaRPr lang="zh-CN" altLang="en-US" sz="2400" b="1" dirty="0">
              <a:ea typeface="楷体_GB231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3275040" y="2073788"/>
            <a:ext cx="1122423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800" b="1" dirty="0" smtClean="0"/>
              <a:t>[</a:t>
            </a:r>
            <a:r>
              <a:rPr lang="en-US" altLang="zh-CN" sz="2800" b="1" dirty="0" err="1" smtClean="0"/>
              <a:t>HAc</a:t>
            </a:r>
            <a:r>
              <a:rPr lang="en-US" altLang="zh-CN" sz="2800" b="1" dirty="0" smtClean="0"/>
              <a:t>]</a:t>
            </a:r>
            <a:endParaRPr lang="zh-CN" altLang="en-US" sz="2800" b="1" dirty="0"/>
          </a:p>
        </p:txBody>
      </p:sp>
      <p:sp>
        <p:nvSpPr>
          <p:cNvPr id="10" name="矩形 9"/>
          <p:cNvSpPr/>
          <p:nvPr/>
        </p:nvSpPr>
        <p:spPr>
          <a:xfrm>
            <a:off x="6834140" y="2040467"/>
            <a:ext cx="923651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800" b="1" dirty="0" smtClean="0">
                <a:ea typeface="楷体_GB2312" pitchFamily="49" charset="-122"/>
              </a:rPr>
              <a:t>[Ac</a:t>
            </a:r>
            <a:r>
              <a:rPr lang="en-US" altLang="zh-CN" sz="2800" b="1" baseline="30000" dirty="0" smtClean="0">
                <a:ea typeface="楷体_GB2312" pitchFamily="49" charset="-122"/>
              </a:rPr>
              <a:t>-</a:t>
            </a:r>
            <a:r>
              <a:rPr lang="en-US" altLang="zh-CN" sz="2800" b="1" dirty="0" smtClean="0">
                <a:ea typeface="楷体_GB2312" pitchFamily="49" charset="-122"/>
              </a:rPr>
              <a:t>]</a:t>
            </a:r>
            <a:endParaRPr lang="zh-CN" altLang="en-US" sz="2800" dirty="0"/>
          </a:p>
        </p:txBody>
      </p:sp>
      <p:sp>
        <p:nvSpPr>
          <p:cNvPr id="5" name="矩形 4"/>
          <p:cNvSpPr/>
          <p:nvPr/>
        </p:nvSpPr>
        <p:spPr>
          <a:xfrm>
            <a:off x="3959795" y="3054292"/>
            <a:ext cx="126914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b="1" i="1" dirty="0" smtClean="0">
                <a:ea typeface="楷体_GB2312" pitchFamily="49" charset="-122"/>
              </a:rPr>
              <a:t>K </a:t>
            </a:r>
            <a:r>
              <a:rPr lang="en-US" altLang="zh-CN" sz="2400" b="1" i="1" baseline="100000" dirty="0" smtClean="0">
                <a:ea typeface="楷体_GB2312" pitchFamily="49" charset="-122"/>
              </a:rPr>
              <a:t> </a:t>
            </a:r>
            <a:r>
              <a:rPr lang="en-US" altLang="zh-CN" sz="2400" b="1" baseline="100000" dirty="0" smtClean="0">
                <a:ea typeface="楷体_GB2312" pitchFamily="49" charset="-122"/>
                <a:sym typeface="Webdings" pitchFamily="18" charset="2"/>
              </a:rPr>
              <a:t></a:t>
            </a:r>
            <a:r>
              <a:rPr lang="en-US" altLang="zh-CN" sz="2400" b="1" baseline="-25000" dirty="0" smtClean="0">
                <a:ea typeface="楷体_GB2312" pitchFamily="49" charset="-122"/>
                <a:sym typeface="Webdings" pitchFamily="18" charset="2"/>
              </a:rPr>
              <a:t>a</a:t>
            </a:r>
            <a:r>
              <a:rPr lang="en-US" altLang="zh-CN" sz="2400" b="1" dirty="0" smtClean="0">
                <a:ea typeface="楷体_GB2312" pitchFamily="49" charset="-122"/>
                <a:sym typeface="Webdings" pitchFamily="18" charset="2"/>
              </a:rPr>
              <a:t>=</a:t>
            </a:r>
            <a:endParaRPr lang="zh-CN" altLang="en-US" sz="2400" dirty="0"/>
          </a:p>
        </p:txBody>
      </p:sp>
      <p:sp>
        <p:nvSpPr>
          <p:cNvPr id="6" name="矩形 5"/>
          <p:cNvSpPr/>
          <p:nvPr/>
        </p:nvSpPr>
        <p:spPr>
          <a:xfrm>
            <a:off x="5080640" y="2817048"/>
            <a:ext cx="930063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800" b="1" dirty="0" smtClean="0"/>
              <a:t>[H</a:t>
            </a:r>
            <a:r>
              <a:rPr lang="en-US" altLang="zh-CN" sz="2800" b="1" baseline="30000" dirty="0" smtClean="0"/>
              <a:t>+</a:t>
            </a:r>
            <a:r>
              <a:rPr lang="en-US" altLang="zh-CN" sz="2800" b="1" dirty="0" smtClean="0"/>
              <a:t>] </a:t>
            </a:r>
            <a:endParaRPr lang="zh-CN" altLang="en-US" sz="2800" dirty="0"/>
          </a:p>
        </p:txBody>
      </p:sp>
      <p:cxnSp>
        <p:nvCxnSpPr>
          <p:cNvPr id="8" name="直接连接符 7"/>
          <p:cNvCxnSpPr/>
          <p:nvPr/>
        </p:nvCxnSpPr>
        <p:spPr>
          <a:xfrm>
            <a:off x="5004712" y="3317644"/>
            <a:ext cx="161650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ectangle 21"/>
          <p:cNvSpPr>
            <a:spLocks noChangeArrowheads="1"/>
          </p:cNvSpPr>
          <p:nvPr/>
        </p:nvSpPr>
        <p:spPr bwMode="auto">
          <a:xfrm>
            <a:off x="3210633" y="4830751"/>
            <a:ext cx="5740400" cy="477837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2500" b="1" dirty="0">
                <a:solidFill>
                  <a:srgbClr val="FF0000"/>
                </a:solidFill>
                <a:ea typeface="楷体_GB2312" pitchFamily="49" charset="-122"/>
              </a:rPr>
              <a:t>[H</a:t>
            </a:r>
            <a:r>
              <a:rPr lang="en-US" altLang="zh-CN" sz="2500" b="1" baseline="30000" dirty="0">
                <a:solidFill>
                  <a:srgbClr val="FF0000"/>
                </a:solidFill>
                <a:ea typeface="楷体_GB2312" pitchFamily="49" charset="-122"/>
              </a:rPr>
              <a:t>+</a:t>
            </a:r>
            <a:r>
              <a:rPr lang="en-US" altLang="zh-CN" sz="2500" b="1" dirty="0">
                <a:solidFill>
                  <a:srgbClr val="FF0000"/>
                </a:solidFill>
                <a:ea typeface="楷体_GB2312" pitchFamily="49" charset="-122"/>
              </a:rPr>
              <a:t>] = (</a:t>
            </a:r>
            <a:r>
              <a:rPr lang="en-US" altLang="zh-CN" sz="2500" b="1" i="1" dirty="0" err="1">
                <a:solidFill>
                  <a:srgbClr val="FF0000"/>
                </a:solidFill>
                <a:ea typeface="楷体_GB2312" pitchFamily="49" charset="-122"/>
              </a:rPr>
              <a:t>K</a:t>
            </a:r>
            <a:r>
              <a:rPr lang="en-US" altLang="zh-CN" sz="1600" b="1" baseline="100000" dirty="0" err="1">
                <a:solidFill>
                  <a:srgbClr val="FF0000"/>
                </a:solidFill>
                <a:ea typeface="楷体_GB2312" pitchFamily="49" charset="-122"/>
                <a:sym typeface="Webdings" pitchFamily="18" charset="2"/>
              </a:rPr>
              <a:t></a:t>
            </a:r>
            <a:r>
              <a:rPr lang="en-US" altLang="zh-CN" sz="2500" b="1" baseline="-25000" dirty="0" err="1">
                <a:solidFill>
                  <a:srgbClr val="FF0000"/>
                </a:solidFill>
                <a:ea typeface="楷体_GB2312" pitchFamily="49" charset="-122"/>
                <a:sym typeface="Webdings" pitchFamily="18" charset="2"/>
              </a:rPr>
              <a:t>a</a:t>
            </a:r>
            <a:r>
              <a:rPr lang="en-US" altLang="zh-CN" sz="2500" b="1" baseline="-25000" dirty="0">
                <a:solidFill>
                  <a:srgbClr val="FF0000"/>
                </a:solidFill>
                <a:ea typeface="楷体_GB2312" pitchFamily="49" charset="-122"/>
                <a:sym typeface="Webdings" pitchFamily="18" charset="2"/>
              </a:rPr>
              <a:t> </a:t>
            </a:r>
            <a:r>
              <a:rPr lang="en-US" altLang="zh-CN" sz="2500" b="1" i="1" dirty="0">
                <a:solidFill>
                  <a:srgbClr val="FF0000"/>
                </a:solidFill>
                <a:ea typeface="楷体_GB2312" pitchFamily="49" charset="-122"/>
              </a:rPr>
              <a:t>c</a:t>
            </a:r>
            <a:r>
              <a:rPr lang="en-US" altLang="zh-CN" sz="2500" b="1" i="1" baseline="-25000" dirty="0">
                <a:solidFill>
                  <a:srgbClr val="FF0000"/>
                </a:solidFill>
                <a:ea typeface="楷体_GB2312" pitchFamily="49" charset="-122"/>
              </a:rPr>
              <a:t>a</a:t>
            </a:r>
            <a:r>
              <a:rPr lang="en-US" altLang="zh-CN" sz="2500" b="1" dirty="0">
                <a:solidFill>
                  <a:srgbClr val="FF0000"/>
                </a:solidFill>
                <a:ea typeface="楷体_GB2312" pitchFamily="49" charset="-122"/>
              </a:rPr>
              <a:t>)/</a:t>
            </a:r>
            <a:r>
              <a:rPr lang="en-US" altLang="zh-CN" sz="2500" b="1" i="1" dirty="0" err="1">
                <a:solidFill>
                  <a:srgbClr val="FF0000"/>
                </a:solidFill>
                <a:ea typeface="楷体_GB2312" pitchFamily="49" charset="-122"/>
              </a:rPr>
              <a:t>c</a:t>
            </a:r>
            <a:r>
              <a:rPr lang="en-US" altLang="zh-CN" sz="2500" b="1" i="1" baseline="-25000" dirty="0" err="1">
                <a:solidFill>
                  <a:srgbClr val="FF0000"/>
                </a:solidFill>
                <a:ea typeface="楷体_GB2312" pitchFamily="49" charset="-122"/>
              </a:rPr>
              <a:t>b</a:t>
            </a:r>
            <a:r>
              <a:rPr lang="en-US" altLang="zh-CN" sz="2500" b="1" i="1" baseline="-25000" dirty="0">
                <a:solidFill>
                  <a:srgbClr val="FF0000"/>
                </a:solidFill>
                <a:ea typeface="楷体_GB2312" pitchFamily="49" charset="-122"/>
              </a:rPr>
              <a:t> </a:t>
            </a:r>
            <a:r>
              <a:rPr lang="en-US" altLang="zh-CN" sz="2500" b="1" dirty="0">
                <a:solidFill>
                  <a:srgbClr val="FF0000"/>
                </a:solidFill>
                <a:ea typeface="楷体_GB2312" pitchFamily="49" charset="-122"/>
              </a:rPr>
              <a:t>,</a:t>
            </a:r>
            <a:r>
              <a:rPr lang="zh-CN" altLang="en-US" sz="2500" b="1" dirty="0">
                <a:solidFill>
                  <a:srgbClr val="FF0000"/>
                </a:solidFill>
                <a:ea typeface="楷体_GB2312" pitchFamily="49" charset="-122"/>
              </a:rPr>
              <a:t>或</a:t>
            </a:r>
            <a:r>
              <a:rPr lang="en-US" altLang="zh-CN" sz="2500" b="1" dirty="0">
                <a:solidFill>
                  <a:srgbClr val="FF0000"/>
                </a:solidFill>
                <a:ea typeface="楷体_GB2312" pitchFamily="49" charset="-122"/>
              </a:rPr>
              <a:t>pH = </a:t>
            </a:r>
            <a:r>
              <a:rPr lang="en-US" altLang="zh-CN" sz="2500" b="1" dirty="0" err="1">
                <a:solidFill>
                  <a:srgbClr val="FF0000"/>
                </a:solidFill>
                <a:ea typeface="楷体_GB2312" pitchFamily="49" charset="-122"/>
              </a:rPr>
              <a:t>p</a:t>
            </a:r>
            <a:r>
              <a:rPr lang="en-US" altLang="zh-CN" sz="2500" b="1" i="1" dirty="0" err="1">
                <a:solidFill>
                  <a:srgbClr val="FF0000"/>
                </a:solidFill>
                <a:ea typeface="楷体_GB2312" pitchFamily="49" charset="-122"/>
              </a:rPr>
              <a:t>K</a:t>
            </a:r>
            <a:r>
              <a:rPr lang="en-US" altLang="zh-CN" sz="1600" b="1" baseline="100000" dirty="0" err="1">
                <a:solidFill>
                  <a:srgbClr val="FF0000"/>
                </a:solidFill>
                <a:ea typeface="楷体_GB2312" pitchFamily="49" charset="-122"/>
                <a:sym typeface="Webdings" pitchFamily="18" charset="2"/>
              </a:rPr>
              <a:t></a:t>
            </a:r>
            <a:r>
              <a:rPr lang="en-US" altLang="zh-CN" sz="2500" b="1" baseline="-25000" dirty="0" err="1">
                <a:solidFill>
                  <a:srgbClr val="FF0000"/>
                </a:solidFill>
                <a:ea typeface="楷体_GB2312" pitchFamily="49" charset="-122"/>
                <a:sym typeface="Webdings" pitchFamily="18" charset="2"/>
              </a:rPr>
              <a:t>a</a:t>
            </a:r>
            <a:r>
              <a:rPr lang="en-US" altLang="zh-CN" sz="2500" b="1" baseline="-25000" dirty="0">
                <a:solidFill>
                  <a:srgbClr val="FF0000"/>
                </a:solidFill>
                <a:ea typeface="楷体_GB2312" pitchFamily="49" charset="-122"/>
                <a:sym typeface="Webdings" pitchFamily="18" charset="2"/>
              </a:rPr>
              <a:t> </a:t>
            </a:r>
            <a:r>
              <a:rPr lang="en-US" altLang="zh-CN" sz="2500" b="1" dirty="0">
                <a:solidFill>
                  <a:srgbClr val="FF0000"/>
                </a:solidFill>
                <a:ea typeface="楷体_GB2312" pitchFamily="49" charset="-122"/>
              </a:rPr>
              <a:t>+ </a:t>
            </a:r>
            <a:r>
              <a:rPr lang="en-US" altLang="zh-CN" sz="2500" b="1" dirty="0" err="1">
                <a:solidFill>
                  <a:srgbClr val="FF0000"/>
                </a:solidFill>
                <a:ea typeface="楷体_GB2312" pitchFamily="49" charset="-122"/>
              </a:rPr>
              <a:t>lg</a:t>
            </a:r>
            <a:r>
              <a:rPr lang="en-US" altLang="zh-CN" sz="2500" b="1" dirty="0">
                <a:solidFill>
                  <a:srgbClr val="FF0000"/>
                </a:solidFill>
                <a:ea typeface="楷体_GB2312" pitchFamily="49" charset="-122"/>
              </a:rPr>
              <a:t>(</a:t>
            </a:r>
            <a:r>
              <a:rPr lang="en-US" altLang="zh-CN" sz="2500" b="1" i="1" dirty="0" err="1">
                <a:solidFill>
                  <a:srgbClr val="0000FF"/>
                </a:solidFill>
                <a:ea typeface="楷体_GB2312" pitchFamily="49" charset="-122"/>
              </a:rPr>
              <a:t>c</a:t>
            </a:r>
            <a:r>
              <a:rPr lang="en-US" altLang="zh-CN" sz="2500" b="1" i="1" baseline="-25000" dirty="0" err="1">
                <a:solidFill>
                  <a:srgbClr val="0000FF"/>
                </a:solidFill>
                <a:ea typeface="楷体_GB2312" pitchFamily="49" charset="-122"/>
              </a:rPr>
              <a:t>b</a:t>
            </a:r>
            <a:r>
              <a:rPr lang="en-US" altLang="zh-CN" sz="2500" b="1" dirty="0">
                <a:solidFill>
                  <a:srgbClr val="0000FF"/>
                </a:solidFill>
                <a:ea typeface="楷体_GB2312" pitchFamily="49" charset="-122"/>
              </a:rPr>
              <a:t>/</a:t>
            </a:r>
            <a:r>
              <a:rPr lang="en-US" altLang="zh-CN" sz="2500" b="1" i="1" dirty="0">
                <a:solidFill>
                  <a:srgbClr val="0000FF"/>
                </a:solidFill>
                <a:ea typeface="楷体_GB2312" pitchFamily="49" charset="-122"/>
              </a:rPr>
              <a:t>c</a:t>
            </a:r>
            <a:r>
              <a:rPr lang="en-US" altLang="zh-CN" sz="2500" b="1" i="1" baseline="-25000" dirty="0">
                <a:solidFill>
                  <a:srgbClr val="0000FF"/>
                </a:solidFill>
                <a:ea typeface="楷体_GB2312" pitchFamily="49" charset="-122"/>
              </a:rPr>
              <a:t>a</a:t>
            </a:r>
            <a:r>
              <a:rPr lang="en-US" altLang="zh-CN" sz="2500" b="1" dirty="0">
                <a:solidFill>
                  <a:srgbClr val="FF0000"/>
                </a:solidFill>
                <a:ea typeface="楷体_GB2312" pitchFamily="49" charset="-122"/>
              </a:rPr>
              <a:t>)</a:t>
            </a:r>
            <a:r>
              <a:rPr lang="en-US" altLang="zh-CN" sz="2500" b="1" dirty="0">
                <a:ea typeface="楷体_GB2312" pitchFamily="49" charset="-122"/>
              </a:rPr>
              <a:t>.</a:t>
            </a:r>
          </a:p>
        </p:txBody>
      </p:sp>
      <p:sp>
        <p:nvSpPr>
          <p:cNvPr id="9" name="文本框 8"/>
          <p:cNvSpPr txBox="1"/>
          <p:nvPr/>
        </p:nvSpPr>
        <p:spPr>
          <a:xfrm>
            <a:off x="2435821" y="3797866"/>
            <a:ext cx="8407323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 smtClean="0">
                <a:ea typeface="楷体_GB2312"/>
              </a:rPr>
              <a:t>同离子效应使得</a:t>
            </a:r>
            <a:r>
              <a:rPr lang="en-US" altLang="zh-CN" sz="2400" b="1" dirty="0" err="1" smtClean="0">
                <a:ea typeface="楷体_GB2312"/>
              </a:rPr>
              <a:t>HAc</a:t>
            </a:r>
            <a:r>
              <a:rPr lang="zh-CN" altLang="en-US" sz="2400" b="1" dirty="0" smtClean="0">
                <a:ea typeface="楷体_GB2312"/>
              </a:rPr>
              <a:t>解离度不大，因此</a:t>
            </a:r>
            <a:r>
              <a:rPr lang="en-US" altLang="zh-CN" sz="2400" b="1" dirty="0" smtClean="0"/>
              <a:t>[</a:t>
            </a:r>
            <a:r>
              <a:rPr lang="en-US" altLang="zh-CN" sz="2400" b="1" dirty="0" err="1" smtClean="0"/>
              <a:t>HAc</a:t>
            </a:r>
            <a:r>
              <a:rPr lang="en-US" altLang="zh-CN" sz="2400" b="1" dirty="0" smtClean="0"/>
              <a:t>]=</a:t>
            </a:r>
            <a:r>
              <a:rPr lang="en-US" altLang="zh-CN" sz="2800" b="1" dirty="0" smtClean="0">
                <a:ea typeface="楷体_GB2312"/>
              </a:rPr>
              <a:t>c</a:t>
            </a:r>
            <a:r>
              <a:rPr lang="en-US" altLang="zh-CN" sz="2800" b="1" baseline="-25000" dirty="0" smtClean="0">
                <a:ea typeface="楷体_GB2312"/>
              </a:rPr>
              <a:t>a    </a:t>
            </a:r>
            <a:r>
              <a:rPr lang="en-US" altLang="zh-CN" sz="2800" b="1" dirty="0" smtClean="0">
                <a:ea typeface="楷体_GB2312"/>
              </a:rPr>
              <a:t>[Ac</a:t>
            </a:r>
            <a:r>
              <a:rPr lang="en-US" altLang="zh-CN" sz="2800" b="1" baseline="30000" dirty="0" smtClean="0">
                <a:ea typeface="楷体_GB2312"/>
              </a:rPr>
              <a:t>-</a:t>
            </a:r>
            <a:r>
              <a:rPr lang="en-US" altLang="zh-CN" sz="2800" b="1" dirty="0" smtClean="0">
                <a:ea typeface="楷体_GB2312"/>
              </a:rPr>
              <a:t>]</a:t>
            </a:r>
            <a:r>
              <a:rPr lang="en-US" altLang="zh-CN" sz="3200" b="1" dirty="0" smtClean="0">
                <a:ea typeface="楷体_GB2312"/>
              </a:rPr>
              <a:t>=</a:t>
            </a:r>
            <a:r>
              <a:rPr lang="en-US" altLang="zh-CN" sz="3200" b="1" dirty="0" err="1" smtClean="0">
                <a:ea typeface="楷体_GB2312"/>
              </a:rPr>
              <a:t>c</a:t>
            </a:r>
            <a:r>
              <a:rPr lang="en-US" altLang="zh-CN" sz="2400" b="1" baseline="-25000" dirty="0" err="1" smtClean="0">
                <a:ea typeface="楷体_GB2312"/>
              </a:rPr>
              <a:t>b</a:t>
            </a:r>
            <a:endParaRPr lang="en-US" altLang="zh-CN" sz="2400" b="1" baseline="-25000" dirty="0" smtClean="0">
              <a:ea typeface="楷体_GB2312"/>
            </a:endParaRPr>
          </a:p>
          <a:p>
            <a:r>
              <a:rPr lang="en-US" altLang="zh-CN" sz="2800" b="1" dirty="0">
                <a:ea typeface="楷体_GB2312"/>
              </a:rPr>
              <a:t>c</a:t>
            </a:r>
            <a:r>
              <a:rPr lang="en-US" altLang="zh-CN" sz="2800" b="1" baseline="-25000" dirty="0" smtClean="0">
                <a:ea typeface="楷体_GB2312"/>
              </a:rPr>
              <a:t>a</a:t>
            </a:r>
            <a:r>
              <a:rPr lang="en-US" altLang="zh-CN" sz="2800" b="1" dirty="0" smtClean="0">
                <a:ea typeface="楷体_GB2312"/>
              </a:rPr>
              <a:t>  </a:t>
            </a:r>
            <a:r>
              <a:rPr lang="en-US" altLang="zh-CN" sz="2800" b="1" dirty="0" err="1" smtClean="0">
                <a:ea typeface="楷体_GB2312"/>
              </a:rPr>
              <a:t>c</a:t>
            </a:r>
            <a:r>
              <a:rPr lang="en-US" altLang="zh-CN" sz="2800" b="1" baseline="-25000" dirty="0" err="1" smtClean="0">
                <a:ea typeface="楷体_GB2312"/>
              </a:rPr>
              <a:t>b</a:t>
            </a:r>
            <a:r>
              <a:rPr lang="zh-CN" altLang="en-US" sz="2400" b="1" dirty="0" smtClean="0">
                <a:ea typeface="楷体_GB2312"/>
              </a:rPr>
              <a:t>等于总浓度或初始浓度</a:t>
            </a:r>
            <a:endParaRPr lang="zh-CN" altLang="en-US" sz="2400" b="1" dirty="0">
              <a:ea typeface="楷体_GB2312"/>
            </a:endParaRPr>
          </a:p>
        </p:txBody>
      </p:sp>
      <p:sp>
        <p:nvSpPr>
          <p:cNvPr id="20" name="矩形 19"/>
          <p:cNvSpPr/>
          <p:nvPr/>
        </p:nvSpPr>
        <p:spPr>
          <a:xfrm>
            <a:off x="5150770" y="2073788"/>
            <a:ext cx="930063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800" b="1" dirty="0" smtClean="0"/>
              <a:t>[H</a:t>
            </a:r>
            <a:r>
              <a:rPr lang="en-US" altLang="zh-CN" sz="2800" b="1" baseline="30000" dirty="0" smtClean="0"/>
              <a:t>+</a:t>
            </a:r>
            <a:r>
              <a:rPr lang="en-US" altLang="zh-CN" sz="2800" b="1" dirty="0" smtClean="0"/>
              <a:t>] </a:t>
            </a:r>
            <a:endParaRPr lang="zh-CN" altLang="en-US" sz="2800" dirty="0"/>
          </a:p>
        </p:txBody>
      </p:sp>
      <p:sp>
        <p:nvSpPr>
          <p:cNvPr id="21" name="矩形 20"/>
          <p:cNvSpPr/>
          <p:nvPr/>
        </p:nvSpPr>
        <p:spPr>
          <a:xfrm>
            <a:off x="5773490" y="2808039"/>
            <a:ext cx="923651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800" b="1" dirty="0" smtClean="0">
                <a:ea typeface="楷体_GB2312" pitchFamily="49" charset="-122"/>
              </a:rPr>
              <a:t>[Ac</a:t>
            </a:r>
            <a:r>
              <a:rPr lang="en-US" altLang="zh-CN" sz="2800" b="1" baseline="30000" dirty="0" smtClean="0">
                <a:ea typeface="楷体_GB2312" pitchFamily="49" charset="-122"/>
              </a:rPr>
              <a:t>-</a:t>
            </a:r>
            <a:r>
              <a:rPr lang="en-US" altLang="zh-CN" sz="2800" b="1" dirty="0" smtClean="0">
                <a:ea typeface="楷体_GB2312" pitchFamily="49" charset="-122"/>
              </a:rPr>
              <a:t>]</a:t>
            </a:r>
            <a:endParaRPr lang="zh-CN" altLang="en-US" sz="2800" dirty="0"/>
          </a:p>
        </p:txBody>
      </p:sp>
      <p:sp>
        <p:nvSpPr>
          <p:cNvPr id="22" name="矩形 21"/>
          <p:cNvSpPr/>
          <p:nvPr/>
        </p:nvSpPr>
        <p:spPr>
          <a:xfrm>
            <a:off x="5302250" y="3351325"/>
            <a:ext cx="1122423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800" b="1" dirty="0" smtClean="0"/>
              <a:t>[</a:t>
            </a:r>
            <a:r>
              <a:rPr lang="en-US" altLang="zh-CN" sz="2800" b="1" dirty="0" err="1" smtClean="0"/>
              <a:t>HAc</a:t>
            </a:r>
            <a:r>
              <a:rPr lang="en-US" altLang="zh-CN" sz="2800" b="1" dirty="0" smtClean="0"/>
              <a:t>]</a:t>
            </a:r>
            <a:endParaRPr lang="zh-CN" altLang="en-US" sz="2800" b="1" dirty="0"/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7617" y="3417206"/>
            <a:ext cx="1878204" cy="1709165"/>
          </a:xfrm>
          <a:prstGeom prst="rect">
            <a:avLst/>
          </a:prstGeom>
        </p:spPr>
      </p:pic>
      <p:sp>
        <p:nvSpPr>
          <p:cNvPr id="12" name="文本框 11"/>
          <p:cNvSpPr txBox="1"/>
          <p:nvPr/>
        </p:nvSpPr>
        <p:spPr>
          <a:xfrm>
            <a:off x="4226195" y="5301976"/>
            <a:ext cx="420660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b="1" dirty="0" smtClean="0">
                <a:ea typeface="楷体_GB2312"/>
              </a:rPr>
              <a:t>共轭酸碱对（缓冲溶液体系）</a:t>
            </a:r>
            <a:endParaRPr lang="zh-CN" altLang="en-US" sz="2400" b="1" dirty="0">
              <a:ea typeface="楷体_GB2312"/>
            </a:endParaRPr>
          </a:p>
        </p:txBody>
      </p:sp>
    </p:spTree>
    <p:extLst>
      <p:ext uri="{BB962C8B-B14F-4D97-AF65-F5344CB8AC3E}">
        <p14:creationId xmlns:p14="http://schemas.microsoft.com/office/powerpoint/2010/main" val="1173533840"/>
      </p:ext>
    </p:extLst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5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down)">
                                      <p:cBhvr>
                                        <p:cTn id="7" dur="500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build="p" autoUpdateAnimBg="0"/>
      <p:bldP spid="19" grpId="0" autoUpdateAnimBg="0"/>
      <p:bldP spid="2" grpId="0" animBg="1"/>
      <p:bldP spid="3" grpId="0"/>
      <p:bldP spid="4" grpId="0"/>
      <p:bldP spid="10" grpId="0"/>
      <p:bldP spid="5" grpId="0"/>
      <p:bldP spid="6" grpId="0"/>
      <p:bldP spid="17" grpId="0"/>
      <p:bldP spid="9" grpId="0"/>
      <p:bldP spid="20" grpId="0"/>
      <p:bldP spid="21" grpId="0"/>
      <p:bldP spid="22" grpId="0"/>
      <p:bldP spid="1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8" name="Rectangle 5"/>
          <p:cNvSpPr>
            <a:spLocks noGrp="1" noChangeArrowheads="1"/>
          </p:cNvSpPr>
          <p:nvPr>
            <p:ph type="title"/>
          </p:nvPr>
        </p:nvSpPr>
        <p:spPr>
          <a:xfrm>
            <a:off x="117475" y="311150"/>
            <a:ext cx="10369550" cy="431800"/>
          </a:xfrm>
        </p:spPr>
        <p:txBody>
          <a:bodyPr/>
          <a:lstStyle/>
          <a:p>
            <a:r>
              <a:rPr lang="en-US" altLang="zh-CN" smtClean="0">
                <a:ea typeface="黑体" pitchFamily="49" charset="-122"/>
              </a:rPr>
              <a:t>3.4.1</a:t>
            </a:r>
            <a:r>
              <a:rPr lang="zh-CN" altLang="en-US" smtClean="0">
                <a:ea typeface="黑体" pitchFamily="49" charset="-122"/>
              </a:rPr>
              <a:t>溶液酸度计算的一般方法</a:t>
            </a:r>
            <a:endParaRPr lang="zh-CN" altLang="en-US" sz="1800" smtClean="0">
              <a:ea typeface="黑体" pitchFamily="49" charset="-122"/>
            </a:endParaRPr>
          </a:p>
        </p:txBody>
      </p:sp>
      <p:sp>
        <p:nvSpPr>
          <p:cNvPr id="123934" name="Rectangle 30"/>
          <p:cNvSpPr>
            <a:spLocks noChangeArrowheads="1"/>
          </p:cNvSpPr>
          <p:nvPr/>
        </p:nvSpPr>
        <p:spPr bwMode="auto">
          <a:xfrm>
            <a:off x="720477" y="2693183"/>
            <a:ext cx="614271" cy="477054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zh-CN" altLang="en-US" sz="2500" b="1" dirty="0" smtClean="0">
                <a:ea typeface="楷体_GB2312" pitchFamily="49" charset="-122"/>
                <a:hlinkClick r:id="rId3" action="ppaction://hlinkpres?slideindex=3&amp;slidetitle=幻灯片 3"/>
              </a:rPr>
              <a:t>解</a:t>
            </a:r>
            <a:r>
              <a:rPr lang="en-US" altLang="zh-CN" sz="2500" b="1" dirty="0" smtClean="0">
                <a:ea typeface="楷体_GB2312" pitchFamily="49" charset="-122"/>
              </a:rPr>
              <a:t>:</a:t>
            </a:r>
            <a:endParaRPr lang="en-US" altLang="zh-CN" sz="2500" b="1" dirty="0">
              <a:ea typeface="楷体_GB2312" pitchFamily="49" charset="-122"/>
            </a:endParaRPr>
          </a:p>
        </p:txBody>
      </p:sp>
      <p:sp>
        <p:nvSpPr>
          <p:cNvPr id="6162" name="Oval 26" descr="图片8">
            <a:hlinkClick r:id="" action="ppaction://hlinkshowjump?jump=previousslide"/>
          </p:cNvPr>
          <p:cNvSpPr>
            <a:spLocks noChangeAspect="1" noChangeArrowheads="1"/>
          </p:cNvSpPr>
          <p:nvPr/>
        </p:nvSpPr>
        <p:spPr bwMode="gray">
          <a:xfrm>
            <a:off x="0" y="5597525"/>
            <a:ext cx="360363" cy="360363"/>
          </a:xfrm>
          <a:prstGeom prst="ellipse">
            <a:avLst/>
          </a:prstGeom>
          <a:blipFill dpi="0" rotWithShape="1">
            <a:blip r:embed="rId4"/>
            <a:srcRect/>
            <a:stretch>
              <a:fillRect/>
            </a:stretch>
          </a:blipFill>
          <a:ln w="9525">
            <a:solidFill>
              <a:srgbClr val="808080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163" name="Oval 27" descr="图片9">
            <a:hlinkClick r:id="" action="ppaction://hlinkshowjump?jump=nextslide"/>
          </p:cNvPr>
          <p:cNvSpPr>
            <a:spLocks noChangeAspect="1" noChangeArrowheads="1"/>
          </p:cNvSpPr>
          <p:nvPr/>
        </p:nvSpPr>
        <p:spPr bwMode="gray">
          <a:xfrm>
            <a:off x="11155363" y="5688013"/>
            <a:ext cx="360362" cy="360362"/>
          </a:xfrm>
          <a:prstGeom prst="ellipse">
            <a:avLst/>
          </a:prstGeom>
          <a:blipFill dpi="0" rotWithShape="1">
            <a:blip r:embed="rId5"/>
            <a:srcRect/>
            <a:stretch>
              <a:fillRect/>
            </a:stretch>
          </a:blipFill>
          <a:ln w="9525">
            <a:solidFill>
              <a:srgbClr val="808080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0" name="Rectangle 4"/>
          <p:cNvSpPr>
            <a:spLocks noChangeArrowheads="1"/>
          </p:cNvSpPr>
          <p:nvPr/>
        </p:nvSpPr>
        <p:spPr bwMode="auto">
          <a:xfrm>
            <a:off x="574158" y="1300495"/>
            <a:ext cx="10787138" cy="1246495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square">
            <a:spAutoFit/>
          </a:bodyPr>
          <a:lstStyle/>
          <a:p>
            <a:r>
              <a:rPr lang="zh-CN" altLang="en-US" sz="2500" b="1" dirty="0" smtClean="0">
                <a:latin typeface="+mn-lt"/>
                <a:ea typeface="楷体_GB2312" pitchFamily="49" charset="-122"/>
              </a:rPr>
              <a:t>例</a:t>
            </a:r>
            <a:r>
              <a:rPr lang="en-US" altLang="zh-CN" sz="2500" b="1" dirty="0" smtClean="0">
                <a:latin typeface="+mn-lt"/>
                <a:ea typeface="楷体_GB2312" pitchFamily="49" charset="-122"/>
              </a:rPr>
              <a:t>3.</a:t>
            </a:r>
            <a:r>
              <a:rPr lang="zh-CN" altLang="en-US" sz="2500" b="1" dirty="0" smtClean="0">
                <a:latin typeface="+mn-lt"/>
                <a:ea typeface="楷体_GB2312" pitchFamily="49" charset="-122"/>
              </a:rPr>
              <a:t>将</a:t>
            </a:r>
            <a:r>
              <a:rPr lang="en-US" altLang="zh-CN" sz="2500" b="1" dirty="0">
                <a:latin typeface="+mn-lt"/>
                <a:ea typeface="楷体_GB2312" pitchFamily="49" charset="-122"/>
              </a:rPr>
              <a:t>0.30 mol/L</a:t>
            </a:r>
            <a:r>
              <a:rPr lang="zh-CN" altLang="en-US" sz="2500" b="1" dirty="0">
                <a:latin typeface="+mn-lt"/>
                <a:ea typeface="楷体_GB2312" pitchFamily="49" charset="-122"/>
              </a:rPr>
              <a:t>的吡啶水溶液与</a:t>
            </a:r>
            <a:r>
              <a:rPr lang="en-US" altLang="zh-CN" sz="2500" b="1" dirty="0">
                <a:latin typeface="+mn-lt"/>
                <a:ea typeface="楷体_GB2312" pitchFamily="49" charset="-122"/>
              </a:rPr>
              <a:t>0.10 mol/L</a:t>
            </a:r>
            <a:r>
              <a:rPr lang="zh-CN" altLang="en-US" sz="2500" b="1" dirty="0">
                <a:latin typeface="+mn-lt"/>
                <a:ea typeface="楷体_GB2312" pitchFamily="49" charset="-122"/>
              </a:rPr>
              <a:t>的</a:t>
            </a:r>
            <a:r>
              <a:rPr lang="en-US" altLang="zh-CN" sz="2500" b="1" dirty="0" err="1">
                <a:latin typeface="+mn-lt"/>
                <a:ea typeface="楷体_GB2312" pitchFamily="49" charset="-122"/>
              </a:rPr>
              <a:t>HCl</a:t>
            </a:r>
            <a:r>
              <a:rPr lang="zh-CN" altLang="en-US" sz="2500" b="1" dirty="0">
                <a:latin typeface="+mn-lt"/>
                <a:ea typeface="楷体_GB2312" pitchFamily="49" charset="-122"/>
              </a:rPr>
              <a:t>水溶液</a:t>
            </a:r>
            <a:r>
              <a:rPr lang="zh-CN" altLang="en-US" sz="2500" b="1" dirty="0">
                <a:solidFill>
                  <a:srgbClr val="FF0000"/>
                </a:solidFill>
                <a:latin typeface="+mn-lt"/>
                <a:ea typeface="楷体_GB2312" pitchFamily="49" charset="-122"/>
              </a:rPr>
              <a:t>等体积</a:t>
            </a:r>
            <a:r>
              <a:rPr lang="zh-CN" altLang="en-US" sz="2500" b="1" dirty="0">
                <a:latin typeface="+mn-lt"/>
                <a:ea typeface="楷体_GB2312" pitchFamily="49" charset="-122"/>
              </a:rPr>
              <a:t>混合</a:t>
            </a:r>
            <a:r>
              <a:rPr lang="en-US" altLang="zh-CN" sz="2500" b="1" dirty="0">
                <a:latin typeface="+mn-lt"/>
                <a:ea typeface="楷体_GB2312" pitchFamily="49" charset="-122"/>
              </a:rPr>
              <a:t>.</a:t>
            </a:r>
            <a:r>
              <a:rPr lang="zh-CN" altLang="en-US" sz="2500" b="1" dirty="0">
                <a:latin typeface="+mn-lt"/>
                <a:ea typeface="楷体_GB2312" pitchFamily="49" charset="-122"/>
              </a:rPr>
              <a:t>求此水溶液的</a:t>
            </a:r>
            <a:r>
              <a:rPr lang="en-US" altLang="zh-CN" sz="2500" b="1" dirty="0" err="1">
                <a:latin typeface="+mn-lt"/>
                <a:ea typeface="楷体_GB2312" pitchFamily="49" charset="-122"/>
              </a:rPr>
              <a:t>pH.</a:t>
            </a:r>
            <a:endParaRPr lang="en-US" altLang="zh-CN" sz="2500" b="1" dirty="0">
              <a:latin typeface="+mn-lt"/>
              <a:ea typeface="楷体_GB2312" pitchFamily="49" charset="-122"/>
            </a:endParaRPr>
          </a:p>
          <a:p>
            <a:r>
              <a:rPr lang="zh-CN" altLang="en-US" sz="2500" b="1" dirty="0">
                <a:latin typeface="+mn-lt"/>
                <a:ea typeface="楷体_GB2312" pitchFamily="49" charset="-122"/>
              </a:rPr>
              <a:t>已知</a:t>
            </a:r>
            <a:r>
              <a:rPr lang="en-US" altLang="zh-CN" sz="2500" b="1" dirty="0" err="1">
                <a:latin typeface="+mn-lt"/>
                <a:ea typeface="楷体_GB2312" pitchFamily="49" charset="-122"/>
              </a:rPr>
              <a:t>p</a:t>
            </a:r>
            <a:r>
              <a:rPr lang="en-US" altLang="zh-CN" sz="2500" b="1" i="1" dirty="0" err="1">
                <a:latin typeface="+mn-lt"/>
                <a:ea typeface="楷体_GB2312" pitchFamily="49" charset="-122"/>
              </a:rPr>
              <a:t>K</a:t>
            </a:r>
            <a:r>
              <a:rPr lang="en-US" altLang="zh-CN" sz="1600" b="1" baseline="100000" dirty="0" err="1">
                <a:latin typeface="+mn-lt"/>
                <a:ea typeface="楷体_GB2312" pitchFamily="49" charset="-122"/>
                <a:sym typeface="Webdings" pitchFamily="18" charset="2"/>
              </a:rPr>
              <a:t></a:t>
            </a:r>
            <a:r>
              <a:rPr lang="en-US" altLang="zh-CN" sz="2500" b="1" baseline="-25000" dirty="0" err="1">
                <a:latin typeface="+mn-lt"/>
                <a:ea typeface="楷体_GB2312" pitchFamily="49" charset="-122"/>
                <a:sym typeface="Webdings" pitchFamily="18" charset="2"/>
              </a:rPr>
              <a:t>b</a:t>
            </a:r>
            <a:r>
              <a:rPr lang="en-US" altLang="zh-CN" sz="2500" b="1" baseline="-25000" dirty="0">
                <a:latin typeface="+mn-lt"/>
                <a:ea typeface="楷体_GB2312" pitchFamily="49" charset="-122"/>
                <a:sym typeface="Webdings" pitchFamily="18" charset="2"/>
              </a:rPr>
              <a:t> </a:t>
            </a:r>
            <a:r>
              <a:rPr lang="en-US" altLang="zh-CN" sz="2500" b="1" dirty="0">
                <a:latin typeface="+mn-lt"/>
                <a:ea typeface="楷体_GB2312" pitchFamily="49" charset="-122"/>
              </a:rPr>
              <a:t>= 8.74.</a:t>
            </a:r>
          </a:p>
        </p:txBody>
      </p:sp>
      <p:pic>
        <p:nvPicPr>
          <p:cNvPr id="7" name="Picture 6" descr="吡啶"/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3456781" y="2319729"/>
            <a:ext cx="4244975" cy="1223962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down)">
                                      <p:cBhvr>
                                        <p:cTn id="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9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239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down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RECYCL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3934" grpId="0"/>
      <p:bldP spid="20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412323" y="730803"/>
            <a:ext cx="232931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srgbClr val="FF0000"/>
                </a:solidFill>
                <a:ea typeface="楷体_GB2312" pitchFamily="49" charset="-122"/>
              </a:rPr>
              <a:t>平衡分析法</a:t>
            </a:r>
            <a:endParaRPr lang="zh-CN" altLang="en-US" sz="2400" dirty="0"/>
          </a:p>
        </p:txBody>
      </p:sp>
      <p:sp>
        <p:nvSpPr>
          <p:cNvPr id="5" name="文本框 4"/>
          <p:cNvSpPr txBox="1"/>
          <p:nvPr/>
        </p:nvSpPr>
        <p:spPr>
          <a:xfrm>
            <a:off x="407391" y="143743"/>
            <a:ext cx="512512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b="1" dirty="0" smtClean="0"/>
              <a:t>总结</a:t>
            </a:r>
            <a:r>
              <a:rPr lang="en-US" altLang="zh-CN" sz="3200" b="1" dirty="0" smtClean="0"/>
              <a:t>——</a:t>
            </a:r>
            <a:r>
              <a:rPr lang="zh-CN" altLang="en-US" sz="3200" b="1" dirty="0" smtClean="0"/>
              <a:t>具体问题具体分析</a:t>
            </a:r>
            <a:endParaRPr lang="zh-CN" altLang="en-US" sz="3200" b="1" dirty="0"/>
          </a:p>
        </p:txBody>
      </p:sp>
      <p:sp>
        <p:nvSpPr>
          <p:cNvPr id="6" name="Text Box 2"/>
          <p:cNvSpPr txBox="1">
            <a:spLocks noChangeArrowheads="1"/>
          </p:cNvSpPr>
          <p:nvPr/>
        </p:nvSpPr>
        <p:spPr bwMode="auto">
          <a:xfrm>
            <a:off x="357808" y="1124142"/>
            <a:ext cx="4929186" cy="47625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square">
            <a:spAutoFit/>
          </a:bodyPr>
          <a:lstStyle/>
          <a:p>
            <a:r>
              <a:rPr lang="en-US" altLang="zh-CN" sz="2400" b="1" dirty="0">
                <a:solidFill>
                  <a:srgbClr val="FF3300"/>
                </a:solidFill>
                <a:ea typeface="楷体_GB2312" pitchFamily="49" charset="-122"/>
              </a:rPr>
              <a:t>(1)</a:t>
            </a:r>
            <a:r>
              <a:rPr lang="zh-CN" altLang="en-US" sz="2400" b="1" dirty="0">
                <a:solidFill>
                  <a:srgbClr val="FF3300"/>
                </a:solidFill>
                <a:ea typeface="楷体_GB2312" pitchFamily="49" charset="-122"/>
              </a:rPr>
              <a:t>一元弱酸</a:t>
            </a:r>
            <a:r>
              <a:rPr lang="en-US" altLang="zh-CN" sz="2400" b="1" dirty="0">
                <a:solidFill>
                  <a:srgbClr val="FF3300"/>
                </a:solidFill>
                <a:ea typeface="楷体_GB2312" pitchFamily="49" charset="-122"/>
              </a:rPr>
              <a:t>(</a:t>
            </a:r>
            <a:r>
              <a:rPr lang="zh-CN" altLang="en-US" sz="2400" b="1" dirty="0">
                <a:solidFill>
                  <a:srgbClr val="FF3300"/>
                </a:solidFill>
                <a:ea typeface="楷体_GB2312" pitchFamily="49" charset="-122"/>
              </a:rPr>
              <a:t>或一元弱碱</a:t>
            </a:r>
            <a:r>
              <a:rPr lang="en-US" altLang="zh-CN" sz="2400" b="1" dirty="0">
                <a:solidFill>
                  <a:srgbClr val="FF3300"/>
                </a:solidFill>
                <a:ea typeface="楷体_GB2312" pitchFamily="49" charset="-122"/>
              </a:rPr>
              <a:t>)</a:t>
            </a:r>
            <a:r>
              <a:rPr lang="zh-CN" altLang="en-US" sz="2400" b="1" dirty="0">
                <a:solidFill>
                  <a:srgbClr val="FF3300"/>
                </a:solidFill>
                <a:ea typeface="楷体_GB2312" pitchFamily="49" charset="-122"/>
              </a:rPr>
              <a:t>水溶液</a:t>
            </a:r>
            <a:r>
              <a:rPr lang="en-US" altLang="zh-CN" sz="2400" b="1" dirty="0">
                <a:solidFill>
                  <a:srgbClr val="FF3300"/>
                </a:solidFill>
                <a:ea typeface="楷体_GB2312" pitchFamily="49" charset="-122"/>
              </a:rPr>
              <a:t>:                                       </a:t>
            </a:r>
            <a:endParaRPr lang="en-US" altLang="zh-CN" sz="2400" b="1" dirty="0">
              <a:ea typeface="楷体_GB2312" pitchFamily="49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624968" y="1507794"/>
            <a:ext cx="142218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ea typeface="楷体_GB2312" pitchFamily="49" charset="-122"/>
              </a:rPr>
              <a:t>一元弱酸</a:t>
            </a:r>
            <a:endParaRPr lang="zh-CN" altLang="en-US" sz="2400" dirty="0"/>
          </a:p>
        </p:txBody>
      </p:sp>
      <p:sp>
        <p:nvSpPr>
          <p:cNvPr id="10" name="矩形 9"/>
          <p:cNvSpPr/>
          <p:nvPr/>
        </p:nvSpPr>
        <p:spPr>
          <a:xfrm>
            <a:off x="2221714" y="1497780"/>
            <a:ext cx="72207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b="1" dirty="0" smtClean="0">
                <a:ea typeface="华文新魏" pitchFamily="2" charset="-122"/>
              </a:rPr>
              <a:t>H</a:t>
            </a:r>
            <a:r>
              <a:rPr lang="en-US" altLang="zh-CN" sz="2400" b="1" baseline="30000" dirty="0" smtClean="0">
                <a:ea typeface="华文新魏" pitchFamily="2" charset="-122"/>
              </a:rPr>
              <a:t>+</a:t>
            </a:r>
            <a:r>
              <a:rPr lang="en-US" altLang="zh-CN" sz="2400" b="1" dirty="0" smtClean="0">
                <a:ea typeface="华文新魏" pitchFamily="2" charset="-122"/>
                <a:sym typeface="Webdings" pitchFamily="18" charset="2"/>
              </a:rPr>
              <a:t>=</a:t>
            </a:r>
            <a:endParaRPr lang="en-US" altLang="zh-CN" sz="2400" b="1" dirty="0">
              <a:ea typeface="华文新魏" pitchFamily="2" charset="-122"/>
              <a:sym typeface="Webdings" pitchFamily="18" charset="2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2664693" y="1511895"/>
            <a:ext cx="410690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3200" dirty="0"/>
              <a:t>√</a:t>
            </a:r>
          </a:p>
        </p:txBody>
      </p:sp>
      <p:sp>
        <p:nvSpPr>
          <p:cNvPr id="12" name="Line 19"/>
          <p:cNvSpPr>
            <a:spLocks noChangeShapeType="1"/>
          </p:cNvSpPr>
          <p:nvPr/>
        </p:nvSpPr>
        <p:spPr bwMode="auto">
          <a:xfrm flipV="1">
            <a:off x="2947510" y="1562289"/>
            <a:ext cx="1080000" cy="5673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矩形 12"/>
              <p:cNvSpPr/>
              <p:nvPr/>
            </p:nvSpPr>
            <p:spPr>
              <a:xfrm>
                <a:off x="5256981" y="1389640"/>
                <a:ext cx="2136588" cy="76944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altLang="zh-CN" sz="2400" b="1" dirty="0" smtClean="0">
                    <a:ea typeface="华文新魏" pitchFamily="2" charset="-122"/>
                    <a:sym typeface="Webdings" pitchFamily="18" charset="2"/>
                  </a:rPr>
                  <a:t>pH</a:t>
                </a:r>
                <a14:m>
                  <m:oMath xmlns:m="http://schemas.openxmlformats.org/officeDocument/2006/math">
                    <m:r>
                      <a:rPr lang="en-US" altLang="zh-CN" sz="2400" b="1" i="1" smtClean="0">
                        <a:latin typeface="Cambria Math" panose="02040503050406030204" pitchFamily="18" charset="0"/>
                        <a:ea typeface="华文新魏" pitchFamily="2" charset="-122"/>
                        <a:sym typeface="Webdings" pitchFamily="18" charset="2"/>
                      </a:rPr>
                      <m:t>=</m:t>
                    </m:r>
                  </m:oMath>
                </a14:m>
                <a:endParaRPr lang="en-US" altLang="zh-CN" sz="2400" b="1" dirty="0" smtClean="0">
                  <a:ea typeface="华文新魏" pitchFamily="2" charset="-122"/>
                  <a:sym typeface="Webdings" pitchFamily="18" charset="2"/>
                </a:endParaRPr>
              </a:p>
              <a:p>
                <a:r>
                  <a:rPr lang="en-US" altLang="zh-CN" sz="2000" b="1" dirty="0" smtClean="0">
                    <a:ea typeface="华文新魏" pitchFamily="2" charset="-122"/>
                    <a:sym typeface="Webdings" pitchFamily="18" charset="2"/>
                  </a:rPr>
                  <a:t>      </a:t>
                </a:r>
                <a:endParaRPr lang="en-US" altLang="zh-CN" sz="2000" b="1" dirty="0">
                  <a:ea typeface="华文新魏" pitchFamily="2" charset="-122"/>
                  <a:sym typeface="Webdings" pitchFamily="18" charset="2"/>
                </a:endParaRPr>
              </a:p>
            </p:txBody>
          </p:sp>
        </mc:Choice>
        <mc:Fallback xmlns="">
          <p:sp>
            <p:nvSpPr>
              <p:cNvPr id="13" name="矩形 1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56981" y="1389640"/>
                <a:ext cx="2136588" cy="769441"/>
              </a:xfrm>
              <a:prstGeom prst="rect">
                <a:avLst/>
              </a:prstGeom>
              <a:blipFill>
                <a:blip r:embed="rId3"/>
                <a:stretch>
                  <a:fillRect l="-4274" t="-634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Line 19"/>
          <p:cNvSpPr>
            <a:spLocks noChangeShapeType="1"/>
          </p:cNvSpPr>
          <p:nvPr/>
        </p:nvSpPr>
        <p:spPr bwMode="auto">
          <a:xfrm>
            <a:off x="5968721" y="1607937"/>
            <a:ext cx="498083" cy="1360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5" name="矩形 14"/>
          <p:cNvSpPr/>
          <p:nvPr/>
        </p:nvSpPr>
        <p:spPr>
          <a:xfrm>
            <a:off x="5996995" y="1223863"/>
            <a:ext cx="792745" cy="4770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500" b="1" dirty="0" smtClean="0">
                <a:ea typeface="华文新魏" pitchFamily="2" charset="-122"/>
              </a:rPr>
              <a:t>1</a:t>
            </a:r>
            <a:endParaRPr lang="zh-CN" altLang="en-US" sz="2500" b="1" dirty="0">
              <a:ea typeface="华文新魏" pitchFamily="2" charset="-122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5968721" y="1551751"/>
            <a:ext cx="792745" cy="4770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500" b="1" dirty="0">
                <a:ea typeface="华文新魏" pitchFamily="2" charset="-122"/>
              </a:rPr>
              <a:t>2</a:t>
            </a:r>
            <a:endParaRPr lang="zh-CN" altLang="en-US" sz="2500" b="1" dirty="0">
              <a:ea typeface="华文新魏" pitchFamily="2" charset="-122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6396451" y="1377352"/>
            <a:ext cx="1398860" cy="8617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500" b="1" dirty="0" smtClean="0">
                <a:ea typeface="华文新魏" pitchFamily="2" charset="-122"/>
              </a:rPr>
              <a:t>(</a:t>
            </a:r>
            <a:r>
              <a:rPr lang="en-US" altLang="zh-CN" sz="2500" b="1" dirty="0" err="1" smtClean="0">
                <a:ea typeface="华文新魏" pitchFamily="2" charset="-122"/>
              </a:rPr>
              <a:t>pKa+pc</a:t>
            </a:r>
            <a:r>
              <a:rPr lang="en-US" altLang="zh-CN" sz="2500" b="1" dirty="0" smtClean="0">
                <a:ea typeface="华文新魏" pitchFamily="2" charset="-122"/>
              </a:rPr>
              <a:t>)</a:t>
            </a:r>
          </a:p>
          <a:p>
            <a:endParaRPr lang="zh-CN" altLang="en-US" sz="2500" b="1" dirty="0">
              <a:ea typeface="华文新魏" pitchFamily="2" charset="-122"/>
            </a:endParaRPr>
          </a:p>
        </p:txBody>
      </p:sp>
      <p:sp>
        <p:nvSpPr>
          <p:cNvPr id="19" name="矩形 18"/>
          <p:cNvSpPr/>
          <p:nvPr/>
        </p:nvSpPr>
        <p:spPr>
          <a:xfrm>
            <a:off x="3010976" y="1554371"/>
            <a:ext cx="83388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b="1" i="1" dirty="0" err="1">
                <a:ea typeface="楷体_GB2312" pitchFamily="49" charset="-122"/>
              </a:rPr>
              <a:t>K</a:t>
            </a:r>
            <a:r>
              <a:rPr lang="en-US" altLang="zh-CN" sz="2400" b="1" baseline="70000" dirty="0" err="1" smtClean="0">
                <a:ea typeface="楷体_GB2312" pitchFamily="49" charset="-122"/>
                <a:sym typeface="Webdings" pitchFamily="18" charset="2"/>
              </a:rPr>
              <a:t></a:t>
            </a:r>
            <a:r>
              <a:rPr lang="en-US" altLang="zh-CN" sz="2400" b="1" baseline="-25000" dirty="0" err="1" smtClean="0">
                <a:ea typeface="楷体_GB2312" pitchFamily="49" charset="-122"/>
                <a:sym typeface="Webdings" pitchFamily="18" charset="2"/>
              </a:rPr>
              <a:t>a</a:t>
            </a:r>
            <a:r>
              <a:rPr lang="en-US" altLang="zh-CN" sz="2400" b="1" dirty="0" err="1" smtClean="0">
                <a:ea typeface="楷体_GB2312" pitchFamily="49" charset="-122"/>
                <a:sym typeface="Webdings" pitchFamily="18" charset="2"/>
              </a:rPr>
              <a:t>c</a:t>
            </a:r>
            <a:endParaRPr lang="zh-CN" altLang="en-US" sz="2400" dirty="0"/>
          </a:p>
        </p:txBody>
      </p:sp>
      <p:sp>
        <p:nvSpPr>
          <p:cNvPr id="20" name="矩形 19"/>
          <p:cNvSpPr/>
          <p:nvPr/>
        </p:nvSpPr>
        <p:spPr>
          <a:xfrm>
            <a:off x="2084540" y="2241345"/>
            <a:ext cx="937753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b="1" dirty="0" smtClean="0">
                <a:ea typeface="华文新魏" pitchFamily="2" charset="-122"/>
              </a:rPr>
              <a:t>OH</a:t>
            </a:r>
            <a:r>
              <a:rPr lang="en-US" altLang="zh-CN" sz="2400" b="1" baseline="30000" dirty="0">
                <a:ea typeface="华文新魏" pitchFamily="2" charset="-122"/>
              </a:rPr>
              <a:t>-</a:t>
            </a:r>
            <a:r>
              <a:rPr lang="en-US" altLang="zh-CN" sz="2400" b="1" dirty="0" smtClean="0">
                <a:ea typeface="华文新魏" pitchFamily="2" charset="-122"/>
                <a:sym typeface="Webdings" pitchFamily="18" charset="2"/>
              </a:rPr>
              <a:t>=</a:t>
            </a:r>
            <a:endParaRPr lang="en-US" altLang="zh-CN" sz="2400" b="1" dirty="0">
              <a:ea typeface="华文新魏" pitchFamily="2" charset="-122"/>
              <a:sym typeface="Webdings" pitchFamily="18" charset="2"/>
            </a:endParaRPr>
          </a:p>
        </p:txBody>
      </p:sp>
      <p:sp>
        <p:nvSpPr>
          <p:cNvPr id="21" name="矩形 20"/>
          <p:cNvSpPr/>
          <p:nvPr/>
        </p:nvSpPr>
        <p:spPr>
          <a:xfrm>
            <a:off x="2880717" y="2231975"/>
            <a:ext cx="410690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3200" dirty="0"/>
              <a:t>√</a:t>
            </a:r>
          </a:p>
        </p:txBody>
      </p:sp>
      <p:sp>
        <p:nvSpPr>
          <p:cNvPr id="22" name="Line 19"/>
          <p:cNvSpPr>
            <a:spLocks noChangeShapeType="1"/>
          </p:cNvSpPr>
          <p:nvPr/>
        </p:nvSpPr>
        <p:spPr bwMode="auto">
          <a:xfrm flipV="1">
            <a:off x="3163534" y="2282369"/>
            <a:ext cx="1080000" cy="5673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矩形 22"/>
              <p:cNvSpPr/>
              <p:nvPr/>
            </p:nvSpPr>
            <p:spPr>
              <a:xfrm>
                <a:off x="5296444" y="2243354"/>
                <a:ext cx="2136588" cy="76944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altLang="zh-CN" sz="2400" b="1" dirty="0" smtClean="0">
                    <a:ea typeface="华文新魏" pitchFamily="2" charset="-122"/>
                    <a:sym typeface="Webdings" pitchFamily="18" charset="2"/>
                  </a:rPr>
                  <a:t>pOH</a:t>
                </a:r>
                <a14:m>
                  <m:oMath xmlns:m="http://schemas.openxmlformats.org/officeDocument/2006/math">
                    <m:r>
                      <a:rPr lang="en-US" altLang="zh-CN" sz="2400" b="1" i="1" smtClean="0">
                        <a:latin typeface="Cambria Math" panose="02040503050406030204" pitchFamily="18" charset="0"/>
                        <a:ea typeface="华文新魏" pitchFamily="2" charset="-122"/>
                        <a:sym typeface="Webdings" pitchFamily="18" charset="2"/>
                      </a:rPr>
                      <m:t>=</m:t>
                    </m:r>
                  </m:oMath>
                </a14:m>
                <a:endParaRPr lang="en-US" altLang="zh-CN" sz="2400" b="1" dirty="0" smtClean="0">
                  <a:ea typeface="华文新魏" pitchFamily="2" charset="-122"/>
                  <a:sym typeface="Webdings" pitchFamily="18" charset="2"/>
                </a:endParaRPr>
              </a:p>
              <a:p>
                <a:r>
                  <a:rPr lang="en-US" altLang="zh-CN" sz="2000" b="1" dirty="0" smtClean="0">
                    <a:ea typeface="华文新魏" pitchFamily="2" charset="-122"/>
                    <a:sym typeface="Webdings" pitchFamily="18" charset="2"/>
                  </a:rPr>
                  <a:t>      </a:t>
                </a:r>
                <a:endParaRPr lang="en-US" altLang="zh-CN" sz="2000" b="1" dirty="0">
                  <a:ea typeface="华文新魏" pitchFamily="2" charset="-122"/>
                  <a:sym typeface="Webdings" pitchFamily="18" charset="2"/>
                </a:endParaRPr>
              </a:p>
            </p:txBody>
          </p:sp>
        </mc:Choice>
        <mc:Fallback xmlns="">
          <p:sp>
            <p:nvSpPr>
              <p:cNvPr id="23" name="矩形 2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96444" y="2243354"/>
                <a:ext cx="2136588" cy="769441"/>
              </a:xfrm>
              <a:prstGeom prst="rect">
                <a:avLst/>
              </a:prstGeom>
              <a:blipFill>
                <a:blip r:embed="rId4"/>
                <a:stretch>
                  <a:fillRect l="-4571" t="-634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Line 19"/>
          <p:cNvSpPr>
            <a:spLocks noChangeShapeType="1"/>
          </p:cNvSpPr>
          <p:nvPr/>
        </p:nvSpPr>
        <p:spPr bwMode="auto">
          <a:xfrm>
            <a:off x="6184317" y="2473940"/>
            <a:ext cx="498083" cy="1360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5" name="矩形 24"/>
          <p:cNvSpPr/>
          <p:nvPr/>
        </p:nvSpPr>
        <p:spPr>
          <a:xfrm>
            <a:off x="6222817" y="2087959"/>
            <a:ext cx="792745" cy="4770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500" b="1" dirty="0" smtClean="0">
                <a:ea typeface="华文新魏" pitchFamily="2" charset="-122"/>
              </a:rPr>
              <a:t>1</a:t>
            </a:r>
            <a:endParaRPr lang="zh-CN" altLang="en-US" sz="2500" b="1" dirty="0">
              <a:ea typeface="华文新魏" pitchFamily="2" charset="-122"/>
            </a:endParaRPr>
          </a:p>
        </p:txBody>
      </p:sp>
      <p:sp>
        <p:nvSpPr>
          <p:cNvPr id="26" name="矩形 25"/>
          <p:cNvSpPr/>
          <p:nvPr/>
        </p:nvSpPr>
        <p:spPr>
          <a:xfrm>
            <a:off x="6216875" y="2402839"/>
            <a:ext cx="792745" cy="4770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500" b="1" dirty="0">
                <a:ea typeface="华文新魏" pitchFamily="2" charset="-122"/>
              </a:rPr>
              <a:t>2</a:t>
            </a:r>
            <a:endParaRPr lang="zh-CN" altLang="en-US" sz="2500" b="1" dirty="0">
              <a:ea typeface="华文新魏" pitchFamily="2" charset="-122"/>
            </a:endParaRPr>
          </a:p>
        </p:txBody>
      </p:sp>
      <p:sp>
        <p:nvSpPr>
          <p:cNvPr id="27" name="矩形 26"/>
          <p:cNvSpPr/>
          <p:nvPr/>
        </p:nvSpPr>
        <p:spPr>
          <a:xfrm>
            <a:off x="6660572" y="2151021"/>
            <a:ext cx="1398860" cy="8617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500" b="1" dirty="0" smtClean="0">
                <a:ea typeface="华文新魏" pitchFamily="2" charset="-122"/>
              </a:rPr>
              <a:t>(</a:t>
            </a:r>
            <a:r>
              <a:rPr lang="en-US" altLang="zh-CN" sz="2500" b="1" dirty="0" err="1" smtClean="0">
                <a:ea typeface="华文新魏" pitchFamily="2" charset="-122"/>
              </a:rPr>
              <a:t>pKb+pc</a:t>
            </a:r>
            <a:r>
              <a:rPr lang="en-US" altLang="zh-CN" sz="2500" b="1" dirty="0" smtClean="0">
                <a:ea typeface="华文新魏" pitchFamily="2" charset="-122"/>
              </a:rPr>
              <a:t>)</a:t>
            </a:r>
          </a:p>
          <a:p>
            <a:endParaRPr lang="zh-CN" altLang="en-US" sz="2500" b="1" dirty="0">
              <a:ea typeface="华文新魏" pitchFamily="2" charset="-122"/>
            </a:endParaRPr>
          </a:p>
        </p:txBody>
      </p:sp>
      <p:sp>
        <p:nvSpPr>
          <p:cNvPr id="28" name="矩形 27"/>
          <p:cNvSpPr/>
          <p:nvPr/>
        </p:nvSpPr>
        <p:spPr>
          <a:xfrm>
            <a:off x="3186318" y="2305602"/>
            <a:ext cx="84510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b="1" i="1" dirty="0" err="1">
                <a:ea typeface="楷体_GB2312" pitchFamily="49" charset="-122"/>
              </a:rPr>
              <a:t>K</a:t>
            </a:r>
            <a:r>
              <a:rPr lang="en-US" altLang="zh-CN" sz="2400" b="1" baseline="70000" dirty="0" err="1" smtClean="0">
                <a:ea typeface="楷体_GB2312" pitchFamily="49" charset="-122"/>
                <a:sym typeface="Webdings" pitchFamily="18" charset="2"/>
              </a:rPr>
              <a:t></a:t>
            </a:r>
            <a:r>
              <a:rPr lang="en-US" altLang="zh-CN" sz="2400" b="1" baseline="-25000" dirty="0" err="1">
                <a:ea typeface="楷体_GB2312" pitchFamily="49" charset="-122"/>
                <a:sym typeface="Webdings" pitchFamily="18" charset="2"/>
              </a:rPr>
              <a:t>b</a:t>
            </a:r>
            <a:r>
              <a:rPr lang="en-US" altLang="zh-CN" sz="2400" b="1" dirty="0" err="1" smtClean="0">
                <a:ea typeface="楷体_GB2312" pitchFamily="49" charset="-122"/>
                <a:sym typeface="Webdings" pitchFamily="18" charset="2"/>
              </a:rPr>
              <a:t>c</a:t>
            </a:r>
            <a:endParaRPr lang="zh-CN" altLang="en-US" sz="2400" dirty="0"/>
          </a:p>
        </p:txBody>
      </p:sp>
      <p:sp>
        <p:nvSpPr>
          <p:cNvPr id="29" name="矩形 28"/>
          <p:cNvSpPr/>
          <p:nvPr/>
        </p:nvSpPr>
        <p:spPr>
          <a:xfrm>
            <a:off x="647982" y="2222065"/>
            <a:ext cx="142218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ea typeface="楷体_GB2312" pitchFamily="49" charset="-122"/>
              </a:rPr>
              <a:t>一元</a:t>
            </a:r>
            <a:r>
              <a:rPr lang="zh-CN" altLang="en-US" sz="2400" b="1" dirty="0" smtClean="0">
                <a:ea typeface="楷体_GB2312" pitchFamily="49" charset="-122"/>
              </a:rPr>
              <a:t>弱碱</a:t>
            </a:r>
            <a:endParaRPr lang="zh-CN" altLang="en-US" sz="2400" dirty="0"/>
          </a:p>
        </p:txBody>
      </p:sp>
      <p:sp>
        <p:nvSpPr>
          <p:cNvPr id="30" name="Text Box 2"/>
          <p:cNvSpPr txBox="1">
            <a:spLocks noChangeArrowheads="1"/>
          </p:cNvSpPr>
          <p:nvPr/>
        </p:nvSpPr>
        <p:spPr bwMode="auto">
          <a:xfrm>
            <a:off x="437719" y="2964737"/>
            <a:ext cx="6691470" cy="846386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square">
            <a:spAutoFit/>
          </a:bodyPr>
          <a:lstStyle/>
          <a:p>
            <a:pPr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ea typeface="楷体_GB2312" pitchFamily="49" charset="-122"/>
              </a:rPr>
              <a:t>(2)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ea typeface="楷体_GB2312" pitchFamily="49" charset="-122"/>
              </a:rPr>
              <a:t>多元酸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ea typeface="楷体_GB2312" pitchFamily="49" charset="-122"/>
              </a:rPr>
              <a:t>(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ea typeface="楷体_GB2312" pitchFamily="49" charset="-122"/>
              </a:rPr>
              <a:t>或多元碱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ea typeface="楷体_GB2312" pitchFamily="49" charset="-122"/>
              </a:rPr>
              <a:t>)</a:t>
            </a:r>
            <a:r>
              <a:rPr kumimoji="0" lang="zh-CN" altLang="en-US" sz="2400" b="1" i="0" u="none" strike="noStrike" kern="1200" cap="none" spc="0" normalizeH="0" baseline="0" noProof="0" dirty="0" smtClean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ea typeface="楷体_GB2312" pitchFamily="49" charset="-122"/>
              </a:rPr>
              <a:t>水溶液</a:t>
            </a:r>
            <a:r>
              <a:rPr lang="en-US" altLang="zh-CN" sz="2400" b="1" dirty="0" smtClean="0">
                <a:solidFill>
                  <a:srgbClr val="FF3300"/>
                </a:solidFill>
                <a:ea typeface="楷体_GB2312" pitchFamily="49" charset="-122"/>
              </a:rPr>
              <a:t>:</a:t>
            </a:r>
            <a:r>
              <a:rPr lang="en-US" altLang="zh-CN" sz="2400" b="1" i="1" dirty="0">
                <a:solidFill>
                  <a:srgbClr val="FF0000"/>
                </a:solidFill>
                <a:ea typeface="华文新魏" pitchFamily="2" charset="-122"/>
              </a:rPr>
              <a:t>K</a:t>
            </a:r>
            <a:r>
              <a:rPr lang="en-US" altLang="zh-CN" sz="2400" b="1" baseline="100000" dirty="0">
                <a:solidFill>
                  <a:srgbClr val="FF0000"/>
                </a:solidFill>
                <a:ea typeface="华文新魏" pitchFamily="2" charset="-122"/>
                <a:sym typeface="Webdings" pitchFamily="18" charset="2"/>
              </a:rPr>
              <a:t></a:t>
            </a:r>
            <a:r>
              <a:rPr lang="en-US" altLang="zh-CN" sz="2400" b="1" baseline="-25000" dirty="0">
                <a:solidFill>
                  <a:srgbClr val="FF0000"/>
                </a:solidFill>
                <a:ea typeface="华文新魏" pitchFamily="2" charset="-122"/>
                <a:sym typeface="Webdings" pitchFamily="18" charset="2"/>
              </a:rPr>
              <a:t>a1 </a:t>
            </a:r>
            <a:r>
              <a:rPr lang="en-US" altLang="zh-CN" sz="2400" b="1" dirty="0">
                <a:solidFill>
                  <a:srgbClr val="FF0000"/>
                </a:solidFill>
                <a:ea typeface="华文新魏" pitchFamily="2" charset="-122"/>
              </a:rPr>
              <a:t>» </a:t>
            </a:r>
            <a:r>
              <a:rPr lang="en-US" altLang="zh-CN" sz="2400" b="1" i="1" dirty="0">
                <a:solidFill>
                  <a:srgbClr val="FF0000"/>
                </a:solidFill>
                <a:ea typeface="华文新魏" pitchFamily="2" charset="-122"/>
              </a:rPr>
              <a:t>K</a:t>
            </a:r>
            <a:r>
              <a:rPr lang="en-US" altLang="zh-CN" sz="2400" b="1" baseline="100000" dirty="0">
                <a:solidFill>
                  <a:srgbClr val="FF0000"/>
                </a:solidFill>
                <a:ea typeface="华文新魏" pitchFamily="2" charset="-122"/>
                <a:sym typeface="Webdings" pitchFamily="18" charset="2"/>
              </a:rPr>
              <a:t></a:t>
            </a:r>
            <a:r>
              <a:rPr lang="en-US" altLang="zh-CN" sz="2400" b="1" baseline="-25000" dirty="0">
                <a:solidFill>
                  <a:srgbClr val="FF0000"/>
                </a:solidFill>
                <a:ea typeface="华文新魏" pitchFamily="2" charset="-122"/>
                <a:sym typeface="Webdings" pitchFamily="18" charset="2"/>
              </a:rPr>
              <a:t>a2 </a:t>
            </a:r>
            <a:r>
              <a:rPr lang="en-US" altLang="zh-CN" sz="2400" b="1" dirty="0">
                <a:solidFill>
                  <a:srgbClr val="FF0000"/>
                </a:solidFill>
                <a:ea typeface="华文新魏" pitchFamily="2" charset="-122"/>
              </a:rPr>
              <a:t>,</a:t>
            </a:r>
            <a:endParaRPr lang="en-US" altLang="zh-CN" sz="2400" b="1" dirty="0">
              <a:solidFill>
                <a:srgbClr val="FF0000"/>
              </a:solidFill>
              <a:ea typeface="楷体_GB2312" pitchFamily="49" charset="-122"/>
            </a:endParaRPr>
          </a:p>
          <a:p>
            <a:pPr lvl="0"/>
            <a:r>
              <a:rPr kumimoji="0" lang="zh-CN" altLang="en-US" sz="24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楷体_GB2312" pitchFamily="49" charset="-122"/>
                <a:cs typeface="+mn-cs"/>
                <a:sym typeface="Monotype Sorts" pitchFamily="2" charset="2"/>
              </a:rPr>
              <a:t>多数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楷体_GB2312" pitchFamily="49" charset="-122"/>
                <a:cs typeface="+mn-cs"/>
                <a:sym typeface="Monotype Sorts" pitchFamily="2" charset="2"/>
              </a:rPr>
              <a:t>情况下可作为一元弱酸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楷体_GB2312" pitchFamily="49" charset="-122"/>
                <a:cs typeface="+mn-cs"/>
                <a:sym typeface="Monotype Sorts" pitchFamily="2" charset="2"/>
              </a:rPr>
              <a:t>(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楷体_GB2312" pitchFamily="49" charset="-122"/>
                <a:cs typeface="+mn-cs"/>
                <a:sym typeface="Monotype Sorts" pitchFamily="2" charset="2"/>
              </a:rPr>
              <a:t>或一元弱碱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楷体_GB2312" pitchFamily="49" charset="-122"/>
                <a:cs typeface="+mn-cs"/>
                <a:sym typeface="Monotype Sorts" pitchFamily="2" charset="2"/>
              </a:rPr>
              <a:t>)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楷体_GB2312" pitchFamily="49" charset="-122"/>
                <a:cs typeface="+mn-cs"/>
                <a:sym typeface="Monotype Sorts" pitchFamily="2" charset="2"/>
              </a:rPr>
              <a:t>处理</a:t>
            </a:r>
            <a:r>
              <a:rPr kumimoji="0" lang="en-US" altLang="zh-CN" sz="24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楷体_GB2312" pitchFamily="49" charset="-122"/>
                <a:cs typeface="+mn-cs"/>
                <a:sym typeface="Monotype Sorts" pitchFamily="2" charset="2"/>
              </a:rPr>
              <a:t>.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楷体_GB2312" pitchFamily="49" charset="-122"/>
              <a:cs typeface="+mn-cs"/>
            </a:endParaRPr>
          </a:p>
        </p:txBody>
      </p:sp>
      <p:sp>
        <p:nvSpPr>
          <p:cNvPr id="31" name="矩形 30"/>
          <p:cNvSpPr/>
          <p:nvPr/>
        </p:nvSpPr>
        <p:spPr>
          <a:xfrm>
            <a:off x="390507" y="4097383"/>
            <a:ext cx="979627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altLang="zh-CN" sz="2400" b="1" dirty="0">
                <a:solidFill>
                  <a:srgbClr val="FF3300"/>
                </a:solidFill>
                <a:ea typeface="楷体_GB2312" pitchFamily="49" charset="-122"/>
              </a:rPr>
              <a:t>(3)</a:t>
            </a:r>
            <a:r>
              <a:rPr lang="zh-CN" altLang="en-US" sz="2400" b="1" dirty="0">
                <a:solidFill>
                  <a:srgbClr val="FF3300"/>
                </a:solidFill>
                <a:ea typeface="楷体_GB2312" pitchFamily="49" charset="-122"/>
              </a:rPr>
              <a:t>弱酸</a:t>
            </a:r>
            <a:r>
              <a:rPr lang="en-US" altLang="zh-CN" sz="2400" b="1" dirty="0">
                <a:solidFill>
                  <a:srgbClr val="FF3300"/>
                </a:solidFill>
                <a:ea typeface="楷体_GB2312" pitchFamily="49" charset="-122"/>
              </a:rPr>
              <a:t>(</a:t>
            </a:r>
            <a:r>
              <a:rPr lang="zh-CN" altLang="en-US" sz="2400" b="1" dirty="0">
                <a:solidFill>
                  <a:srgbClr val="FF3300"/>
                </a:solidFill>
                <a:ea typeface="楷体_GB2312" pitchFamily="49" charset="-122"/>
              </a:rPr>
              <a:t>或弱碱</a:t>
            </a:r>
            <a:r>
              <a:rPr lang="en-US" altLang="zh-CN" sz="2400" b="1" dirty="0">
                <a:solidFill>
                  <a:srgbClr val="FF3300"/>
                </a:solidFill>
                <a:ea typeface="楷体_GB2312" pitchFamily="49" charset="-122"/>
              </a:rPr>
              <a:t>)</a:t>
            </a:r>
            <a:r>
              <a:rPr lang="zh-CN" altLang="en-US" sz="2400" b="1" dirty="0">
                <a:solidFill>
                  <a:srgbClr val="FF3300"/>
                </a:solidFill>
                <a:ea typeface="楷体_GB2312" pitchFamily="49" charset="-122"/>
              </a:rPr>
              <a:t>及其共轭碱</a:t>
            </a:r>
            <a:r>
              <a:rPr lang="en-US" altLang="zh-CN" sz="2400" b="1" dirty="0">
                <a:solidFill>
                  <a:srgbClr val="FF3300"/>
                </a:solidFill>
                <a:ea typeface="楷体_GB2312" pitchFamily="49" charset="-122"/>
              </a:rPr>
              <a:t>(</a:t>
            </a:r>
            <a:r>
              <a:rPr lang="zh-CN" altLang="en-US" sz="2400" b="1" dirty="0">
                <a:solidFill>
                  <a:srgbClr val="FF3300"/>
                </a:solidFill>
                <a:ea typeface="楷体_GB2312" pitchFamily="49" charset="-122"/>
              </a:rPr>
              <a:t>或共轭酸</a:t>
            </a:r>
            <a:r>
              <a:rPr lang="en-US" altLang="zh-CN" sz="2400" b="1" dirty="0">
                <a:solidFill>
                  <a:srgbClr val="FF3300"/>
                </a:solidFill>
                <a:ea typeface="楷体_GB2312" pitchFamily="49" charset="-122"/>
              </a:rPr>
              <a:t>)</a:t>
            </a:r>
            <a:r>
              <a:rPr lang="zh-CN" altLang="en-US" sz="2400" b="1" dirty="0">
                <a:solidFill>
                  <a:srgbClr val="FF3300"/>
                </a:solidFill>
                <a:ea typeface="楷体_GB2312" pitchFamily="49" charset="-122"/>
              </a:rPr>
              <a:t>水溶液</a:t>
            </a:r>
            <a:r>
              <a:rPr lang="en-US" altLang="zh-CN" sz="2400" b="1" dirty="0" smtClean="0">
                <a:solidFill>
                  <a:srgbClr val="FF3300"/>
                </a:solidFill>
                <a:ea typeface="楷体_GB2312" pitchFamily="49" charset="-122"/>
              </a:rPr>
              <a:t>: </a:t>
            </a:r>
            <a:r>
              <a:rPr lang="zh-CN" altLang="en-US" sz="2400" b="1" dirty="0" smtClean="0">
                <a:solidFill>
                  <a:srgbClr val="FF3300"/>
                </a:solidFill>
                <a:ea typeface="楷体_GB2312" pitchFamily="49" charset="-122"/>
              </a:rPr>
              <a:t>共轭酸碱对（缓冲溶液）</a:t>
            </a:r>
            <a:endParaRPr lang="en-US" altLang="zh-CN" sz="2400" b="1" dirty="0">
              <a:solidFill>
                <a:srgbClr val="FF3300"/>
              </a:solidFill>
              <a:ea typeface="楷体_GB2312" pitchFamily="49" charset="-122"/>
            </a:endParaRPr>
          </a:p>
        </p:txBody>
      </p:sp>
      <p:sp>
        <p:nvSpPr>
          <p:cNvPr id="32" name="Rectangle 21"/>
          <p:cNvSpPr>
            <a:spLocks noChangeArrowheads="1"/>
          </p:cNvSpPr>
          <p:nvPr/>
        </p:nvSpPr>
        <p:spPr bwMode="auto">
          <a:xfrm>
            <a:off x="2221714" y="4524261"/>
            <a:ext cx="6219972" cy="477054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2500" b="1" dirty="0">
                <a:ea typeface="楷体_GB2312" pitchFamily="49" charset="-122"/>
              </a:rPr>
              <a:t>[H</a:t>
            </a:r>
            <a:r>
              <a:rPr lang="en-US" altLang="zh-CN" sz="2500" b="1" baseline="30000" dirty="0">
                <a:ea typeface="楷体_GB2312" pitchFamily="49" charset="-122"/>
              </a:rPr>
              <a:t>+</a:t>
            </a:r>
            <a:r>
              <a:rPr lang="en-US" altLang="zh-CN" sz="2500" b="1" dirty="0">
                <a:ea typeface="楷体_GB2312" pitchFamily="49" charset="-122"/>
              </a:rPr>
              <a:t>] = (</a:t>
            </a:r>
            <a:r>
              <a:rPr lang="en-US" altLang="zh-CN" sz="2500" b="1" i="1" dirty="0" err="1">
                <a:ea typeface="楷体_GB2312" pitchFamily="49" charset="-122"/>
              </a:rPr>
              <a:t>K</a:t>
            </a:r>
            <a:r>
              <a:rPr lang="en-US" altLang="zh-CN" sz="1600" b="1" baseline="100000" dirty="0" err="1">
                <a:ea typeface="楷体_GB2312" pitchFamily="49" charset="-122"/>
                <a:sym typeface="Webdings" pitchFamily="18" charset="2"/>
              </a:rPr>
              <a:t></a:t>
            </a:r>
            <a:r>
              <a:rPr lang="en-US" altLang="zh-CN" sz="2500" b="1" baseline="-25000" dirty="0" err="1">
                <a:ea typeface="楷体_GB2312" pitchFamily="49" charset="-122"/>
                <a:sym typeface="Webdings" pitchFamily="18" charset="2"/>
              </a:rPr>
              <a:t>a</a:t>
            </a:r>
            <a:r>
              <a:rPr lang="en-US" altLang="zh-CN" sz="2500" b="1" baseline="-25000" dirty="0">
                <a:ea typeface="楷体_GB2312" pitchFamily="49" charset="-122"/>
                <a:sym typeface="Webdings" pitchFamily="18" charset="2"/>
              </a:rPr>
              <a:t> </a:t>
            </a:r>
            <a:r>
              <a:rPr lang="en-US" altLang="zh-CN" sz="2500" b="1" i="1" dirty="0">
                <a:ea typeface="楷体_GB2312" pitchFamily="49" charset="-122"/>
              </a:rPr>
              <a:t>c</a:t>
            </a:r>
            <a:r>
              <a:rPr lang="en-US" altLang="zh-CN" sz="2500" b="1" i="1" baseline="-25000" dirty="0">
                <a:ea typeface="楷体_GB2312" pitchFamily="49" charset="-122"/>
              </a:rPr>
              <a:t>a</a:t>
            </a:r>
            <a:r>
              <a:rPr lang="en-US" altLang="zh-CN" sz="2500" b="1" dirty="0">
                <a:ea typeface="楷体_GB2312" pitchFamily="49" charset="-122"/>
              </a:rPr>
              <a:t>)/</a:t>
            </a:r>
            <a:r>
              <a:rPr lang="en-US" altLang="zh-CN" sz="2500" b="1" i="1" dirty="0" err="1">
                <a:ea typeface="楷体_GB2312" pitchFamily="49" charset="-122"/>
              </a:rPr>
              <a:t>c</a:t>
            </a:r>
            <a:r>
              <a:rPr lang="en-US" altLang="zh-CN" sz="2500" b="1" i="1" baseline="-25000" dirty="0" err="1">
                <a:ea typeface="楷体_GB2312" pitchFamily="49" charset="-122"/>
              </a:rPr>
              <a:t>b</a:t>
            </a:r>
            <a:r>
              <a:rPr lang="en-US" altLang="zh-CN" sz="2500" b="1" i="1" baseline="-25000" dirty="0">
                <a:ea typeface="楷体_GB2312" pitchFamily="49" charset="-122"/>
              </a:rPr>
              <a:t> </a:t>
            </a:r>
            <a:r>
              <a:rPr lang="en-US" altLang="zh-CN" sz="2500" b="1" dirty="0" smtClean="0">
                <a:ea typeface="楷体_GB2312" pitchFamily="49" charset="-122"/>
              </a:rPr>
              <a:t>,</a:t>
            </a:r>
            <a:r>
              <a:rPr lang="zh-CN" altLang="en-US" sz="2500" b="1" dirty="0">
                <a:ea typeface="楷体_GB2312" pitchFamily="49" charset="-122"/>
              </a:rPr>
              <a:t> </a:t>
            </a:r>
            <a:r>
              <a:rPr lang="zh-CN" altLang="en-US" sz="2500" b="1" dirty="0" smtClean="0">
                <a:ea typeface="楷体_GB2312" pitchFamily="49" charset="-122"/>
              </a:rPr>
              <a:t>         </a:t>
            </a:r>
            <a:r>
              <a:rPr lang="en-US" altLang="zh-CN" sz="2500" b="1" dirty="0" smtClean="0">
                <a:ea typeface="楷体_GB2312" pitchFamily="49" charset="-122"/>
              </a:rPr>
              <a:t>pH </a:t>
            </a:r>
            <a:r>
              <a:rPr lang="en-US" altLang="zh-CN" sz="2500" b="1" dirty="0">
                <a:ea typeface="楷体_GB2312" pitchFamily="49" charset="-122"/>
              </a:rPr>
              <a:t>= </a:t>
            </a:r>
            <a:r>
              <a:rPr lang="en-US" altLang="zh-CN" sz="2500" b="1" dirty="0" err="1">
                <a:ea typeface="楷体_GB2312" pitchFamily="49" charset="-122"/>
              </a:rPr>
              <a:t>p</a:t>
            </a:r>
            <a:r>
              <a:rPr lang="en-US" altLang="zh-CN" sz="2500" b="1" i="1" dirty="0" err="1">
                <a:ea typeface="楷体_GB2312" pitchFamily="49" charset="-122"/>
              </a:rPr>
              <a:t>K</a:t>
            </a:r>
            <a:r>
              <a:rPr lang="en-US" altLang="zh-CN" sz="1600" b="1" baseline="100000" dirty="0" err="1">
                <a:ea typeface="楷体_GB2312" pitchFamily="49" charset="-122"/>
                <a:sym typeface="Webdings" pitchFamily="18" charset="2"/>
              </a:rPr>
              <a:t></a:t>
            </a:r>
            <a:r>
              <a:rPr lang="en-US" altLang="zh-CN" sz="2500" b="1" baseline="-25000" dirty="0" err="1">
                <a:ea typeface="楷体_GB2312" pitchFamily="49" charset="-122"/>
                <a:sym typeface="Webdings" pitchFamily="18" charset="2"/>
              </a:rPr>
              <a:t>a</a:t>
            </a:r>
            <a:r>
              <a:rPr lang="en-US" altLang="zh-CN" sz="2500" b="1" baseline="-25000" dirty="0">
                <a:ea typeface="楷体_GB2312" pitchFamily="49" charset="-122"/>
                <a:sym typeface="Webdings" pitchFamily="18" charset="2"/>
              </a:rPr>
              <a:t> </a:t>
            </a:r>
            <a:r>
              <a:rPr lang="en-US" altLang="zh-CN" sz="2500" b="1" dirty="0">
                <a:ea typeface="楷体_GB2312" pitchFamily="49" charset="-122"/>
              </a:rPr>
              <a:t>+ </a:t>
            </a:r>
            <a:r>
              <a:rPr lang="en-US" altLang="zh-CN" sz="2500" b="1" dirty="0" err="1">
                <a:ea typeface="楷体_GB2312" pitchFamily="49" charset="-122"/>
              </a:rPr>
              <a:t>lg</a:t>
            </a:r>
            <a:r>
              <a:rPr lang="en-US" altLang="zh-CN" sz="2500" b="1" dirty="0">
                <a:ea typeface="楷体_GB2312" pitchFamily="49" charset="-122"/>
              </a:rPr>
              <a:t>(</a:t>
            </a:r>
            <a:r>
              <a:rPr lang="en-US" altLang="zh-CN" sz="2500" b="1" i="1" dirty="0" err="1">
                <a:solidFill>
                  <a:srgbClr val="FF0000"/>
                </a:solidFill>
                <a:ea typeface="楷体_GB2312" pitchFamily="49" charset="-122"/>
              </a:rPr>
              <a:t>c</a:t>
            </a:r>
            <a:r>
              <a:rPr lang="en-US" altLang="zh-CN" sz="2500" b="1" i="1" baseline="-25000" dirty="0" err="1">
                <a:solidFill>
                  <a:srgbClr val="FF0000"/>
                </a:solidFill>
                <a:ea typeface="楷体_GB2312" pitchFamily="49" charset="-122"/>
              </a:rPr>
              <a:t>b</a:t>
            </a:r>
            <a:r>
              <a:rPr lang="en-US" altLang="zh-CN" sz="2500" b="1" dirty="0">
                <a:solidFill>
                  <a:srgbClr val="FF0000"/>
                </a:solidFill>
                <a:ea typeface="楷体_GB2312" pitchFamily="49" charset="-122"/>
              </a:rPr>
              <a:t>/</a:t>
            </a:r>
            <a:r>
              <a:rPr lang="en-US" altLang="zh-CN" sz="2500" b="1" i="1" dirty="0">
                <a:solidFill>
                  <a:srgbClr val="FF0000"/>
                </a:solidFill>
                <a:ea typeface="楷体_GB2312" pitchFamily="49" charset="-122"/>
              </a:rPr>
              <a:t>c</a:t>
            </a:r>
            <a:r>
              <a:rPr lang="en-US" altLang="zh-CN" sz="2500" b="1" i="1" baseline="-25000" dirty="0">
                <a:solidFill>
                  <a:srgbClr val="FF0000"/>
                </a:solidFill>
                <a:ea typeface="楷体_GB2312" pitchFamily="49" charset="-122"/>
              </a:rPr>
              <a:t>a</a:t>
            </a:r>
            <a:r>
              <a:rPr lang="en-US" altLang="zh-CN" sz="2500" b="1" dirty="0">
                <a:ea typeface="楷体_GB2312" pitchFamily="49" charset="-122"/>
              </a:rPr>
              <a:t>).</a:t>
            </a:r>
          </a:p>
        </p:txBody>
      </p:sp>
      <p:sp>
        <p:nvSpPr>
          <p:cNvPr id="33" name="文本框 32"/>
          <p:cNvSpPr txBox="1"/>
          <p:nvPr/>
        </p:nvSpPr>
        <p:spPr>
          <a:xfrm>
            <a:off x="280330" y="5249014"/>
            <a:ext cx="760817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b="1" dirty="0" smtClean="0">
                <a:solidFill>
                  <a:srgbClr val="FF0000"/>
                </a:solidFill>
              </a:rPr>
              <a:t>（</a:t>
            </a:r>
            <a:r>
              <a:rPr lang="en-US" altLang="zh-CN" sz="2400" b="1" dirty="0" smtClean="0">
                <a:solidFill>
                  <a:srgbClr val="FF0000"/>
                </a:solidFill>
              </a:rPr>
              <a:t>4</a:t>
            </a:r>
            <a:r>
              <a:rPr lang="zh-CN" altLang="en-US" sz="2400" b="1" dirty="0" smtClean="0">
                <a:solidFill>
                  <a:srgbClr val="FF0000"/>
                </a:solidFill>
              </a:rPr>
              <a:t>）</a:t>
            </a:r>
            <a:r>
              <a:rPr lang="zh-CN" altLang="en-US" sz="2400" b="1" dirty="0">
                <a:solidFill>
                  <a:srgbClr val="FF0000"/>
                </a:solidFill>
              </a:rPr>
              <a:t>弱</a:t>
            </a:r>
            <a:r>
              <a:rPr lang="zh-CN" altLang="en-US" sz="2400" b="1" dirty="0" smtClean="0">
                <a:solidFill>
                  <a:srgbClr val="FF0000"/>
                </a:solidFill>
              </a:rPr>
              <a:t>酸遇强酸  弱碱遇强碱，按强酸强碱的浓度计算</a:t>
            </a:r>
            <a:endParaRPr lang="zh-CN" altLang="en-US" sz="24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96625046"/>
      </p:ext>
    </p:extLst>
  </p:cSld>
  <p:clrMapOvr>
    <a:masterClrMapping/>
  </p:clrMapOvr>
  <p:transition spd="slow">
    <p:split orient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down)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5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down)">
                                      <p:cBhvr>
                                        <p:cTn id="54" dur="500"/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5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down)">
                                      <p:cBhvr>
                                        <p:cTn id="59" dur="500"/>
                                        <p:tgtEl>
                                          <p:spTgt spid="3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5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down)">
                                      <p:cBhvr>
                                        <p:cTn id="64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6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 autoUpdateAnimBg="0"/>
      <p:bldP spid="7" grpId="0"/>
      <p:bldP spid="10" grpId="0"/>
      <p:bldP spid="11" grpId="0"/>
      <p:bldP spid="12" grpId="0" animBg="1"/>
      <p:bldP spid="13" grpId="0"/>
      <p:bldP spid="14" grpId="0" animBg="1"/>
      <p:bldP spid="15" grpId="0"/>
      <p:bldP spid="16" grpId="0"/>
      <p:bldP spid="17" grpId="0"/>
      <p:bldP spid="19" grpId="0"/>
      <p:bldP spid="20" grpId="0"/>
      <p:bldP spid="21" grpId="0"/>
      <p:bldP spid="22" grpId="0" animBg="1"/>
      <p:bldP spid="23" grpId="0"/>
      <p:bldP spid="24" grpId="0" animBg="1"/>
      <p:bldP spid="25" grpId="0"/>
      <p:bldP spid="26" grpId="0"/>
      <p:bldP spid="27" grpId="0"/>
      <p:bldP spid="28" grpId="0"/>
      <p:bldP spid="29" grpId="0"/>
      <p:bldP spid="30" grpId="0" build="p" autoUpdateAnimBg="0"/>
      <p:bldP spid="32" grpId="0" autoUpdateAnimBg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76263" y="258763"/>
            <a:ext cx="1728390" cy="432000"/>
          </a:xfrm>
        </p:spPr>
        <p:txBody>
          <a:bodyPr/>
          <a:lstStyle/>
          <a:p>
            <a:r>
              <a:rPr lang="zh-CN" altLang="en-US" dirty="0" smtClean="0"/>
              <a:t>练一练</a:t>
            </a:r>
            <a:endParaRPr lang="zh-CN" altLang="en-US" dirty="0"/>
          </a:p>
        </p:txBody>
      </p:sp>
      <p:sp>
        <p:nvSpPr>
          <p:cNvPr id="4" name="矩形 3"/>
          <p:cNvSpPr/>
          <p:nvPr/>
        </p:nvSpPr>
        <p:spPr>
          <a:xfrm>
            <a:off x="360437" y="911438"/>
            <a:ext cx="10657184" cy="240065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ctr"/>
            <a:r>
              <a:rPr lang="en-US" altLang="zh-CN" sz="2400" b="1" dirty="0" smtClean="0">
                <a:ea typeface="楷体" panose="02010609060101010101" pitchFamily="49" charset="-122"/>
              </a:rPr>
              <a:t>1.</a:t>
            </a:r>
            <a:r>
              <a:rPr lang="zh-CN" altLang="zh-CN" sz="2400" b="1" dirty="0" smtClean="0">
                <a:ea typeface="楷体" panose="02010609060101010101" pitchFamily="49" charset="-122"/>
              </a:rPr>
              <a:t>有</a:t>
            </a:r>
            <a:r>
              <a:rPr lang="zh-CN" altLang="zh-CN" sz="2400" b="1" dirty="0">
                <a:ea typeface="楷体" panose="02010609060101010101" pitchFamily="49" charset="-122"/>
              </a:rPr>
              <a:t>下列水溶液：</a:t>
            </a:r>
            <a:r>
              <a:rPr lang="en-US" altLang="zh-CN" sz="2400" b="1" dirty="0">
                <a:ea typeface="楷体" panose="02010609060101010101" pitchFamily="49" charset="-122"/>
              </a:rPr>
              <a:t>(1)0.01 </a:t>
            </a:r>
            <a:r>
              <a:rPr lang="en-US" altLang="zh-CN" sz="2400" b="1" dirty="0" err="1">
                <a:ea typeface="楷体" panose="02010609060101010101" pitchFamily="49" charset="-122"/>
              </a:rPr>
              <a:t>mol</a:t>
            </a:r>
            <a:r>
              <a:rPr lang="zh-CN" altLang="zh-CN" sz="2400" b="1" dirty="0">
                <a:ea typeface="楷体" panose="02010609060101010101" pitchFamily="49" charset="-122"/>
              </a:rPr>
              <a:t>·</a:t>
            </a:r>
            <a:r>
              <a:rPr lang="en-US" altLang="zh-CN" sz="2400" b="1" dirty="0">
                <a:ea typeface="楷体" panose="02010609060101010101" pitchFamily="49" charset="-122"/>
              </a:rPr>
              <a:t>L</a:t>
            </a:r>
            <a:r>
              <a:rPr lang="en-US" altLang="zh-CN" sz="2400" b="1" baseline="30000" dirty="0">
                <a:ea typeface="楷体" panose="02010609060101010101" pitchFamily="49" charset="-122"/>
              </a:rPr>
              <a:t>-1</a:t>
            </a:r>
            <a:r>
              <a:rPr lang="en-US" altLang="zh-CN" sz="2400" b="1" dirty="0">
                <a:ea typeface="楷体" panose="02010609060101010101" pitchFamily="49" charset="-122"/>
              </a:rPr>
              <a:t>CH</a:t>
            </a:r>
            <a:r>
              <a:rPr lang="en-US" altLang="zh-CN" sz="2400" b="1" baseline="-25000" dirty="0">
                <a:ea typeface="楷体" panose="02010609060101010101" pitchFamily="49" charset="-122"/>
              </a:rPr>
              <a:t>3</a:t>
            </a:r>
            <a:r>
              <a:rPr lang="en-US" altLang="zh-CN" sz="2400" b="1" dirty="0">
                <a:ea typeface="楷体" panose="02010609060101010101" pitchFamily="49" charset="-122"/>
              </a:rPr>
              <a:t>COOH</a:t>
            </a:r>
            <a:r>
              <a:rPr lang="zh-CN" altLang="zh-CN" sz="2400" b="1" dirty="0">
                <a:ea typeface="楷体" panose="02010609060101010101" pitchFamily="49" charset="-122"/>
              </a:rPr>
              <a:t>；</a:t>
            </a:r>
            <a:r>
              <a:rPr lang="en-US" altLang="zh-CN" sz="2400" b="1" dirty="0">
                <a:ea typeface="楷体" panose="02010609060101010101" pitchFamily="49" charset="-122"/>
              </a:rPr>
              <a:t>(2)0.01 </a:t>
            </a:r>
            <a:r>
              <a:rPr lang="en-US" altLang="zh-CN" sz="2400" b="1" dirty="0" err="1">
                <a:ea typeface="楷体" panose="02010609060101010101" pitchFamily="49" charset="-122"/>
              </a:rPr>
              <a:t>mol</a:t>
            </a:r>
            <a:r>
              <a:rPr lang="zh-CN" altLang="zh-CN" sz="2400" b="1" dirty="0">
                <a:ea typeface="楷体" panose="02010609060101010101" pitchFamily="49" charset="-122"/>
              </a:rPr>
              <a:t>·</a:t>
            </a:r>
            <a:r>
              <a:rPr lang="en-US" altLang="zh-CN" sz="2400" b="1" dirty="0">
                <a:ea typeface="楷体" panose="02010609060101010101" pitchFamily="49" charset="-122"/>
              </a:rPr>
              <a:t>L</a:t>
            </a:r>
            <a:r>
              <a:rPr lang="en-US" altLang="zh-CN" sz="2400" b="1" baseline="30000" dirty="0">
                <a:ea typeface="楷体" panose="02010609060101010101" pitchFamily="49" charset="-122"/>
              </a:rPr>
              <a:t>-1</a:t>
            </a:r>
            <a:r>
              <a:rPr lang="en-US" altLang="zh-CN" sz="2400" b="1" dirty="0">
                <a:ea typeface="楷体" panose="02010609060101010101" pitchFamily="49" charset="-122"/>
              </a:rPr>
              <a:t>CH</a:t>
            </a:r>
            <a:r>
              <a:rPr lang="en-US" altLang="zh-CN" sz="2400" b="1" baseline="-25000" dirty="0">
                <a:ea typeface="楷体" panose="02010609060101010101" pitchFamily="49" charset="-122"/>
              </a:rPr>
              <a:t>3</a:t>
            </a:r>
            <a:r>
              <a:rPr lang="en-US" altLang="zh-CN" sz="2400" b="1" dirty="0">
                <a:ea typeface="楷体" panose="02010609060101010101" pitchFamily="49" charset="-122"/>
              </a:rPr>
              <a:t>COOH</a:t>
            </a:r>
            <a:r>
              <a:rPr lang="zh-CN" altLang="zh-CN" sz="2400" b="1" dirty="0">
                <a:ea typeface="楷体" panose="02010609060101010101" pitchFamily="49" charset="-122"/>
              </a:rPr>
              <a:t>溶液和等体积</a:t>
            </a:r>
            <a:r>
              <a:rPr lang="en-US" altLang="zh-CN" sz="2400" b="1" dirty="0">
                <a:ea typeface="楷体" panose="02010609060101010101" pitchFamily="49" charset="-122"/>
              </a:rPr>
              <a:t>0.01 </a:t>
            </a:r>
            <a:r>
              <a:rPr lang="en-US" altLang="zh-CN" sz="2400" b="1" dirty="0" err="1">
                <a:ea typeface="楷体" panose="02010609060101010101" pitchFamily="49" charset="-122"/>
              </a:rPr>
              <a:t>mol</a:t>
            </a:r>
            <a:r>
              <a:rPr lang="zh-CN" altLang="zh-CN" sz="2400" b="1" dirty="0">
                <a:ea typeface="楷体" panose="02010609060101010101" pitchFamily="49" charset="-122"/>
              </a:rPr>
              <a:t>·</a:t>
            </a:r>
            <a:r>
              <a:rPr lang="en-US" altLang="zh-CN" sz="2400" b="1" dirty="0">
                <a:ea typeface="楷体" panose="02010609060101010101" pitchFamily="49" charset="-122"/>
              </a:rPr>
              <a:t>L</a:t>
            </a:r>
            <a:r>
              <a:rPr lang="en-US" altLang="zh-CN" sz="2400" b="1" baseline="30000" dirty="0">
                <a:ea typeface="楷体" panose="02010609060101010101" pitchFamily="49" charset="-122"/>
              </a:rPr>
              <a:t>-1</a:t>
            </a:r>
            <a:r>
              <a:rPr lang="en-US" altLang="zh-CN" sz="2400" b="1" dirty="0">
                <a:ea typeface="楷体" panose="02010609060101010101" pitchFamily="49" charset="-122"/>
              </a:rPr>
              <a:t>HCl</a:t>
            </a:r>
            <a:r>
              <a:rPr lang="zh-CN" altLang="zh-CN" sz="2400" b="1" dirty="0">
                <a:ea typeface="楷体" panose="02010609060101010101" pitchFamily="49" charset="-122"/>
              </a:rPr>
              <a:t>溶液混合；</a:t>
            </a:r>
            <a:r>
              <a:rPr lang="en-US" altLang="zh-CN" sz="2400" b="1" dirty="0">
                <a:ea typeface="楷体" panose="02010609060101010101" pitchFamily="49" charset="-122"/>
              </a:rPr>
              <a:t>(3)0.01 </a:t>
            </a:r>
            <a:r>
              <a:rPr lang="en-US" altLang="zh-CN" sz="2400" b="1" dirty="0" err="1">
                <a:ea typeface="楷体" panose="02010609060101010101" pitchFamily="49" charset="-122"/>
              </a:rPr>
              <a:t>mol</a:t>
            </a:r>
            <a:r>
              <a:rPr lang="zh-CN" altLang="zh-CN" sz="2400" b="1" dirty="0">
                <a:ea typeface="楷体" panose="02010609060101010101" pitchFamily="49" charset="-122"/>
              </a:rPr>
              <a:t>·</a:t>
            </a:r>
            <a:r>
              <a:rPr lang="en-US" altLang="zh-CN" sz="2400" b="1" dirty="0">
                <a:ea typeface="楷体" panose="02010609060101010101" pitchFamily="49" charset="-122"/>
              </a:rPr>
              <a:t>L</a:t>
            </a:r>
            <a:r>
              <a:rPr lang="en-US" altLang="zh-CN" sz="2400" b="1" baseline="30000" dirty="0">
                <a:ea typeface="楷体" panose="02010609060101010101" pitchFamily="49" charset="-122"/>
              </a:rPr>
              <a:t>-1</a:t>
            </a:r>
            <a:r>
              <a:rPr lang="en-US" altLang="zh-CN" sz="2400" b="1" dirty="0">
                <a:ea typeface="楷体" panose="02010609060101010101" pitchFamily="49" charset="-122"/>
              </a:rPr>
              <a:t>CH</a:t>
            </a:r>
            <a:r>
              <a:rPr lang="en-US" altLang="zh-CN" sz="2400" b="1" baseline="-25000" dirty="0">
                <a:ea typeface="楷体" panose="02010609060101010101" pitchFamily="49" charset="-122"/>
              </a:rPr>
              <a:t>3</a:t>
            </a:r>
            <a:r>
              <a:rPr lang="en-US" altLang="zh-CN" sz="2400" b="1" dirty="0">
                <a:ea typeface="楷体" panose="02010609060101010101" pitchFamily="49" charset="-122"/>
              </a:rPr>
              <a:t>COOH</a:t>
            </a:r>
            <a:r>
              <a:rPr lang="zh-CN" altLang="zh-CN" sz="2400" b="1" dirty="0">
                <a:ea typeface="楷体" panose="02010609060101010101" pitchFamily="49" charset="-122"/>
              </a:rPr>
              <a:t>溶液和等体积</a:t>
            </a:r>
            <a:r>
              <a:rPr lang="en-US" altLang="zh-CN" sz="2400" b="1" dirty="0">
                <a:ea typeface="楷体" panose="02010609060101010101" pitchFamily="49" charset="-122"/>
              </a:rPr>
              <a:t>0.01 </a:t>
            </a:r>
            <a:r>
              <a:rPr lang="en-US" altLang="zh-CN" sz="2400" b="1" dirty="0" err="1">
                <a:ea typeface="楷体" panose="02010609060101010101" pitchFamily="49" charset="-122"/>
              </a:rPr>
              <a:t>mol</a:t>
            </a:r>
            <a:r>
              <a:rPr lang="zh-CN" altLang="zh-CN" sz="2400" b="1" dirty="0">
                <a:ea typeface="楷体" panose="02010609060101010101" pitchFamily="49" charset="-122"/>
              </a:rPr>
              <a:t>·</a:t>
            </a:r>
            <a:r>
              <a:rPr lang="en-US" altLang="zh-CN" sz="2400" b="1" dirty="0">
                <a:ea typeface="楷体" panose="02010609060101010101" pitchFamily="49" charset="-122"/>
              </a:rPr>
              <a:t>L</a:t>
            </a:r>
            <a:r>
              <a:rPr lang="en-US" altLang="zh-CN" sz="2400" b="1" baseline="30000" dirty="0">
                <a:ea typeface="楷体" panose="02010609060101010101" pitchFamily="49" charset="-122"/>
              </a:rPr>
              <a:t>-1</a:t>
            </a:r>
            <a:r>
              <a:rPr lang="en-US" altLang="zh-CN" sz="2400" b="1" dirty="0">
                <a:ea typeface="楷体" panose="02010609060101010101" pitchFamily="49" charset="-122"/>
              </a:rPr>
              <a:t>NaOH</a:t>
            </a:r>
            <a:r>
              <a:rPr lang="zh-CN" altLang="zh-CN" sz="2400" b="1" dirty="0">
                <a:ea typeface="楷体" panose="02010609060101010101" pitchFamily="49" charset="-122"/>
              </a:rPr>
              <a:t>溶液混合；</a:t>
            </a:r>
            <a:r>
              <a:rPr lang="en-US" altLang="zh-CN" sz="2400" b="1" dirty="0">
                <a:ea typeface="楷体" panose="02010609060101010101" pitchFamily="49" charset="-122"/>
              </a:rPr>
              <a:t> (4)0.01 </a:t>
            </a:r>
            <a:r>
              <a:rPr lang="en-US" altLang="zh-CN" sz="2400" b="1" dirty="0" err="1">
                <a:ea typeface="楷体" panose="02010609060101010101" pitchFamily="49" charset="-122"/>
              </a:rPr>
              <a:t>mol</a:t>
            </a:r>
            <a:r>
              <a:rPr lang="zh-CN" altLang="zh-CN" sz="2400" b="1" dirty="0">
                <a:ea typeface="楷体" panose="02010609060101010101" pitchFamily="49" charset="-122"/>
              </a:rPr>
              <a:t>·</a:t>
            </a:r>
            <a:r>
              <a:rPr lang="en-US" altLang="zh-CN" sz="2400" b="1" dirty="0">
                <a:ea typeface="楷体" panose="02010609060101010101" pitchFamily="49" charset="-122"/>
              </a:rPr>
              <a:t>L</a:t>
            </a:r>
            <a:r>
              <a:rPr lang="en-US" altLang="zh-CN" sz="2400" b="1" baseline="30000" dirty="0">
                <a:ea typeface="楷体" panose="02010609060101010101" pitchFamily="49" charset="-122"/>
              </a:rPr>
              <a:t>-1</a:t>
            </a:r>
            <a:r>
              <a:rPr lang="en-US" altLang="zh-CN" sz="2400" b="1" dirty="0">
                <a:ea typeface="楷体" panose="02010609060101010101" pitchFamily="49" charset="-122"/>
              </a:rPr>
              <a:t>CH</a:t>
            </a:r>
            <a:r>
              <a:rPr lang="en-US" altLang="zh-CN" sz="2400" b="1" baseline="-25000" dirty="0">
                <a:ea typeface="楷体" panose="02010609060101010101" pitchFamily="49" charset="-122"/>
              </a:rPr>
              <a:t>3</a:t>
            </a:r>
            <a:r>
              <a:rPr lang="en-US" altLang="zh-CN" sz="2400" b="1" dirty="0">
                <a:ea typeface="楷体" panose="02010609060101010101" pitchFamily="49" charset="-122"/>
              </a:rPr>
              <a:t>COOH</a:t>
            </a:r>
            <a:r>
              <a:rPr lang="zh-CN" altLang="zh-CN" sz="2400" b="1" dirty="0">
                <a:ea typeface="楷体" panose="02010609060101010101" pitchFamily="49" charset="-122"/>
              </a:rPr>
              <a:t>溶液和等体积</a:t>
            </a:r>
            <a:r>
              <a:rPr lang="en-US" altLang="zh-CN" sz="2400" b="1" dirty="0">
                <a:ea typeface="楷体" panose="02010609060101010101" pitchFamily="49" charset="-122"/>
              </a:rPr>
              <a:t>0.01 </a:t>
            </a:r>
            <a:r>
              <a:rPr lang="en-US" altLang="zh-CN" sz="2400" b="1" dirty="0" err="1">
                <a:ea typeface="楷体" panose="02010609060101010101" pitchFamily="49" charset="-122"/>
              </a:rPr>
              <a:t>mol</a:t>
            </a:r>
            <a:r>
              <a:rPr lang="zh-CN" altLang="zh-CN" sz="2400" b="1" dirty="0">
                <a:ea typeface="楷体" panose="02010609060101010101" pitchFamily="49" charset="-122"/>
              </a:rPr>
              <a:t>·</a:t>
            </a:r>
            <a:r>
              <a:rPr lang="en-US" altLang="zh-CN" sz="2400" b="1" dirty="0">
                <a:ea typeface="楷体" panose="02010609060101010101" pitchFamily="49" charset="-122"/>
              </a:rPr>
              <a:t>L</a:t>
            </a:r>
            <a:r>
              <a:rPr lang="en-US" altLang="zh-CN" sz="2400" b="1" baseline="30000" dirty="0">
                <a:ea typeface="楷体" panose="02010609060101010101" pitchFamily="49" charset="-122"/>
              </a:rPr>
              <a:t>-1</a:t>
            </a:r>
            <a:r>
              <a:rPr lang="en-US" altLang="zh-CN" sz="2400" b="1" dirty="0">
                <a:ea typeface="楷体" panose="02010609060101010101" pitchFamily="49" charset="-122"/>
              </a:rPr>
              <a:t>NaAc</a:t>
            </a:r>
            <a:r>
              <a:rPr lang="zh-CN" altLang="zh-CN" sz="2400" b="1" dirty="0">
                <a:ea typeface="楷体" panose="02010609060101010101" pitchFamily="49" charset="-122"/>
              </a:rPr>
              <a:t>溶液混合。则它们的</a:t>
            </a:r>
            <a:r>
              <a:rPr lang="en-US" altLang="zh-CN" sz="2400" b="1" dirty="0">
                <a:ea typeface="楷体" panose="02010609060101010101" pitchFamily="49" charset="-122"/>
              </a:rPr>
              <a:t>pH</a:t>
            </a:r>
            <a:r>
              <a:rPr lang="zh-CN" altLang="zh-CN" sz="2400" b="1" dirty="0">
                <a:ea typeface="楷体" panose="02010609060101010101" pitchFamily="49" charset="-122"/>
              </a:rPr>
              <a:t>值由大到小的正确次序</a:t>
            </a:r>
            <a:r>
              <a:rPr lang="zh-CN" altLang="zh-CN" sz="2400" b="1" dirty="0" smtClean="0">
                <a:ea typeface="楷体" panose="02010609060101010101" pitchFamily="49" charset="-122"/>
              </a:rPr>
              <a:t>是</a:t>
            </a:r>
            <a:r>
              <a:rPr lang="zh-CN" altLang="en-US" sz="2400" b="1" dirty="0" smtClean="0">
                <a:ea typeface="楷体" panose="02010609060101010101" pitchFamily="49" charset="-122"/>
              </a:rPr>
              <a:t>（  ）</a:t>
            </a:r>
            <a:endParaRPr lang="zh-CN" altLang="zh-CN" sz="2400" b="1" dirty="0">
              <a:ea typeface="楷体" panose="02010609060101010101" pitchFamily="49" charset="-122"/>
            </a:endParaRPr>
          </a:p>
          <a:p>
            <a:pPr fontAlgn="ctr"/>
            <a:r>
              <a:rPr lang="en-US" altLang="zh-CN" sz="2400" b="1" dirty="0">
                <a:ea typeface="楷体" panose="02010609060101010101" pitchFamily="49" charset="-122"/>
              </a:rPr>
              <a:t>A.(1)&gt;(2)&gt;(3)&gt;(4)      B.(1)&gt;(3)&gt;(2)&gt;(4)      C.(4)&gt;(3)&gt;(2)&gt;(1)        D.(3)&gt;(4)&gt;(1)&gt;(2) </a:t>
            </a:r>
            <a:endParaRPr lang="zh-CN" altLang="zh-CN" sz="2400" b="1" dirty="0">
              <a:ea typeface="楷体" panose="02010609060101010101" pitchFamily="49" charset="-122"/>
            </a:endParaRPr>
          </a:p>
          <a:p>
            <a:pPr fontAlgn="ctr">
              <a:lnSpc>
                <a:spcPct val="125000"/>
              </a:lnSpc>
              <a:spcAft>
                <a:spcPts val="0"/>
              </a:spcAft>
            </a:pPr>
            <a:endParaRPr lang="zh-CN" altLang="zh-CN" sz="2400" b="1" kern="100" dirty="0">
              <a:latin typeface="楷体_GB231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7993285" y="2015951"/>
            <a:ext cx="40748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b="1" kern="100" dirty="0">
                <a:ea typeface="宋体" panose="02010600030101010101" pitchFamily="2" charset="-122"/>
              </a:rPr>
              <a:t>D</a:t>
            </a:r>
            <a:endParaRPr lang="zh-CN" altLang="en-US" sz="2400" dirty="0"/>
          </a:p>
        </p:txBody>
      </p:sp>
      <p:sp>
        <p:nvSpPr>
          <p:cNvPr id="6" name="矩形 5"/>
          <p:cNvSpPr/>
          <p:nvPr/>
        </p:nvSpPr>
        <p:spPr>
          <a:xfrm>
            <a:off x="360437" y="3532770"/>
            <a:ext cx="11017224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b="1" dirty="0" smtClean="0"/>
              <a:t>2. </a:t>
            </a:r>
            <a:r>
              <a:rPr lang="zh-CN" altLang="en-US" sz="2400" b="1" dirty="0">
                <a:ea typeface="楷体" panose="02010609060101010101" pitchFamily="49" charset="-122"/>
              </a:rPr>
              <a:t>习题</a:t>
            </a:r>
            <a:r>
              <a:rPr lang="en-US" altLang="zh-CN" sz="2400" b="1" dirty="0">
                <a:ea typeface="楷体" panose="02010609060101010101" pitchFamily="49" charset="-122"/>
              </a:rPr>
              <a:t>3-12</a:t>
            </a:r>
            <a:r>
              <a:rPr lang="zh-CN" altLang="en-US" sz="2400" b="1" dirty="0">
                <a:ea typeface="楷体" panose="02010609060101010101" pitchFamily="49" charset="-122"/>
              </a:rPr>
              <a:t>：现有</a:t>
            </a:r>
            <a:r>
              <a:rPr lang="en-US" altLang="zh-CN" sz="2400" b="1" dirty="0">
                <a:ea typeface="楷体" panose="02010609060101010101" pitchFamily="49" charset="-122"/>
              </a:rPr>
              <a:t>1</a:t>
            </a:r>
            <a:r>
              <a:rPr lang="zh-CN" altLang="en-US" sz="2400" b="1" dirty="0">
                <a:ea typeface="楷体" panose="02010609060101010101" pitchFamily="49" charset="-122"/>
              </a:rPr>
              <a:t>份</a:t>
            </a:r>
            <a:r>
              <a:rPr lang="en-US" altLang="zh-CN" sz="2400" b="1" dirty="0" err="1">
                <a:ea typeface="楷体" panose="02010609060101010101" pitchFamily="49" charset="-122"/>
              </a:rPr>
              <a:t>HCl</a:t>
            </a:r>
            <a:r>
              <a:rPr lang="zh-CN" altLang="en-US" sz="2400" b="1" dirty="0">
                <a:ea typeface="楷体" panose="02010609060101010101" pitchFamily="49" charset="-122"/>
              </a:rPr>
              <a:t>溶液，其浓度为</a:t>
            </a:r>
            <a:r>
              <a:rPr lang="en-US" altLang="zh-CN" sz="2400" b="1" dirty="0">
                <a:ea typeface="楷体" panose="02010609060101010101" pitchFamily="49" charset="-122"/>
              </a:rPr>
              <a:t>0.20mol·L</a:t>
            </a:r>
            <a:r>
              <a:rPr lang="en-US" altLang="zh-CN" sz="2400" b="1" baseline="30000" dirty="0">
                <a:ea typeface="楷体" panose="02010609060101010101" pitchFamily="49" charset="-122"/>
              </a:rPr>
              <a:t>-1</a:t>
            </a:r>
            <a:r>
              <a:rPr lang="zh-CN" altLang="en-US" sz="2400" b="1" dirty="0">
                <a:ea typeface="楷体" panose="02010609060101010101" pitchFamily="49" charset="-122"/>
              </a:rPr>
              <a:t>。</a:t>
            </a:r>
          </a:p>
          <a:p>
            <a:r>
              <a:rPr lang="zh-CN" altLang="en-US" sz="2400" b="1" dirty="0">
                <a:ea typeface="楷体" panose="02010609060101010101" pitchFamily="49" charset="-122"/>
              </a:rPr>
              <a:t>⑴ 欲改变其酸度至</a:t>
            </a:r>
            <a:r>
              <a:rPr lang="en-US" altLang="zh-CN" sz="2400" b="1" dirty="0">
                <a:ea typeface="楷体" panose="02010609060101010101" pitchFamily="49" charset="-122"/>
              </a:rPr>
              <a:t>pH = 4.0</a:t>
            </a:r>
            <a:r>
              <a:rPr lang="zh-CN" altLang="en-US" sz="2400" b="1" dirty="0">
                <a:ea typeface="楷体" panose="02010609060101010101" pitchFamily="49" charset="-122"/>
              </a:rPr>
              <a:t>应加入</a:t>
            </a:r>
            <a:r>
              <a:rPr lang="en-US" altLang="zh-CN" sz="2400" b="1" dirty="0" err="1">
                <a:ea typeface="楷体" panose="02010609060101010101" pitchFamily="49" charset="-122"/>
              </a:rPr>
              <a:t>HAc</a:t>
            </a:r>
            <a:r>
              <a:rPr lang="zh-CN" altLang="en-US" sz="2400" b="1" dirty="0">
                <a:ea typeface="楷体" panose="02010609060101010101" pitchFamily="49" charset="-122"/>
              </a:rPr>
              <a:t>还是</a:t>
            </a:r>
            <a:r>
              <a:rPr lang="en-US" altLang="zh-CN" sz="2400" b="1" dirty="0" err="1">
                <a:ea typeface="楷体" panose="02010609060101010101" pitchFamily="49" charset="-122"/>
              </a:rPr>
              <a:t>NaAc</a:t>
            </a:r>
            <a:r>
              <a:rPr lang="zh-CN" altLang="en-US" sz="2400" b="1" dirty="0">
                <a:ea typeface="楷体" panose="02010609060101010101" pitchFamily="49" charset="-122"/>
              </a:rPr>
              <a:t>？为什么？</a:t>
            </a:r>
          </a:p>
          <a:p>
            <a:r>
              <a:rPr lang="zh-CN" altLang="en-US" sz="2400" b="1" dirty="0">
                <a:ea typeface="楷体" panose="02010609060101010101" pitchFamily="49" charset="-122"/>
              </a:rPr>
              <a:t>⑵ 如果向这个溶液中加入等体积的</a:t>
            </a:r>
            <a:r>
              <a:rPr lang="en-US" altLang="zh-CN" sz="2400" b="1" dirty="0">
                <a:ea typeface="楷体" panose="02010609060101010101" pitchFamily="49" charset="-122"/>
              </a:rPr>
              <a:t>2.0 mol·L-1NaAc</a:t>
            </a:r>
            <a:r>
              <a:rPr lang="zh-CN" altLang="en-US" sz="2400" b="1" dirty="0">
                <a:ea typeface="楷体" panose="02010609060101010101" pitchFamily="49" charset="-122"/>
              </a:rPr>
              <a:t>溶液，溶液的</a:t>
            </a:r>
            <a:r>
              <a:rPr lang="en-US" altLang="zh-CN" sz="2400" b="1" dirty="0">
                <a:ea typeface="楷体" panose="02010609060101010101" pitchFamily="49" charset="-122"/>
              </a:rPr>
              <a:t>pH</a:t>
            </a:r>
            <a:r>
              <a:rPr lang="zh-CN" altLang="en-US" sz="2400" b="1" dirty="0">
                <a:ea typeface="楷体" panose="02010609060101010101" pitchFamily="49" charset="-122"/>
              </a:rPr>
              <a:t>值是多少？</a:t>
            </a:r>
          </a:p>
          <a:p>
            <a:r>
              <a:rPr lang="zh-CN" altLang="en-US" sz="2400" b="1" dirty="0">
                <a:ea typeface="楷体" panose="02010609060101010101" pitchFamily="49" charset="-122"/>
              </a:rPr>
              <a:t>⑶ 如果向这个溶液中加入等体积的</a:t>
            </a:r>
            <a:r>
              <a:rPr lang="en-US" altLang="zh-CN" sz="2400" b="1" dirty="0">
                <a:ea typeface="楷体" panose="02010609060101010101" pitchFamily="49" charset="-122"/>
              </a:rPr>
              <a:t>2.0 mol·L-1HAc</a:t>
            </a:r>
            <a:r>
              <a:rPr lang="zh-CN" altLang="en-US" sz="2400" b="1" dirty="0">
                <a:ea typeface="楷体" panose="02010609060101010101" pitchFamily="49" charset="-122"/>
              </a:rPr>
              <a:t>溶液，溶液的</a:t>
            </a:r>
            <a:r>
              <a:rPr lang="en-US" altLang="zh-CN" sz="2400" b="1" dirty="0">
                <a:ea typeface="楷体" panose="02010609060101010101" pitchFamily="49" charset="-122"/>
              </a:rPr>
              <a:t>pH</a:t>
            </a:r>
            <a:r>
              <a:rPr lang="zh-CN" altLang="en-US" sz="2400" b="1" dirty="0">
                <a:ea typeface="楷体" panose="02010609060101010101" pitchFamily="49" charset="-122"/>
              </a:rPr>
              <a:t>值又是多少？</a:t>
            </a:r>
          </a:p>
          <a:p>
            <a:r>
              <a:rPr lang="zh-CN" altLang="en-US" sz="2400" b="1" dirty="0">
                <a:ea typeface="楷体" panose="02010609060101010101" pitchFamily="49" charset="-122"/>
              </a:rPr>
              <a:t>⑷ 如果向这个溶液中加入等体积的</a:t>
            </a:r>
            <a:r>
              <a:rPr lang="en-US" altLang="zh-CN" sz="2400" b="1" dirty="0">
                <a:ea typeface="楷体" panose="02010609060101010101" pitchFamily="49" charset="-122"/>
              </a:rPr>
              <a:t>2.0 mol·L-1 </a:t>
            </a:r>
            <a:r>
              <a:rPr lang="en-US" altLang="zh-CN" sz="2400" b="1" dirty="0" err="1">
                <a:ea typeface="楷体" panose="02010609060101010101" pitchFamily="49" charset="-122"/>
              </a:rPr>
              <a:t>NaOH</a:t>
            </a:r>
            <a:r>
              <a:rPr lang="zh-CN" altLang="en-US" sz="2400" b="1" dirty="0">
                <a:ea typeface="楷体" panose="02010609060101010101" pitchFamily="49" charset="-122"/>
              </a:rPr>
              <a:t>溶液，溶液的</a:t>
            </a:r>
            <a:r>
              <a:rPr lang="en-US" altLang="zh-CN" sz="2400" b="1" dirty="0">
                <a:ea typeface="楷体" panose="02010609060101010101" pitchFamily="49" charset="-122"/>
              </a:rPr>
              <a:t>pH</a:t>
            </a:r>
            <a:r>
              <a:rPr lang="zh-CN" altLang="en-US" sz="2400" b="1" dirty="0">
                <a:ea typeface="楷体" panose="02010609060101010101" pitchFamily="49" charset="-122"/>
              </a:rPr>
              <a:t>值又是多少？</a:t>
            </a:r>
          </a:p>
        </p:txBody>
      </p:sp>
    </p:spTree>
    <p:extLst>
      <p:ext uri="{BB962C8B-B14F-4D97-AF65-F5344CB8AC3E}">
        <p14:creationId xmlns:p14="http://schemas.microsoft.com/office/powerpoint/2010/main" val="1929871462"/>
      </p:ext>
    </p:extLst>
  </p:cSld>
  <p:clrMapOvr>
    <a:masterClrMapping/>
  </p:clrMapOvr>
  <p:transition spd="slow">
    <p:split orient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3"/>
          <p:cNvSpPr>
            <a:spLocks noChangeArrowheads="1"/>
          </p:cNvSpPr>
          <p:nvPr/>
        </p:nvSpPr>
        <p:spPr bwMode="auto">
          <a:xfrm>
            <a:off x="1245919" y="1285417"/>
            <a:ext cx="8779968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宋体" panose="02010600030101010101" pitchFamily="2" charset="-122"/>
                <a:ea typeface="楷体_GB2312"/>
                <a:cs typeface="Times New Roman" panose="02020603050405020304" pitchFamily="18" charset="0"/>
              </a:rPr>
              <a:t>3. </a:t>
            </a:r>
            <a:r>
              <a:rPr kumimoji="0" lang="zh-CN" alt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宋体" panose="02010600030101010101" pitchFamily="2" charset="-122"/>
                <a:ea typeface="楷体_GB2312"/>
                <a:cs typeface="Times New Roman" panose="02020603050405020304" pitchFamily="18" charset="0"/>
              </a:rPr>
              <a:t>判断：在</a:t>
            </a:r>
            <a:r>
              <a:rPr kumimoji="0" lang="en-US" altLang="zh-CN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ea typeface="楷体_GB2312"/>
                <a:cs typeface="Times New Roman" panose="02020603050405020304" pitchFamily="18" charset="0"/>
              </a:rPr>
              <a:t>0.1 mol·L</a:t>
            </a:r>
            <a:r>
              <a:rPr kumimoji="0" lang="en-US" altLang="zh-CN" sz="2400" b="1" i="0" u="none" strike="noStrike" cap="none" normalizeH="0" baseline="30000" dirty="0" smtClean="0">
                <a:ln>
                  <a:noFill/>
                </a:ln>
                <a:solidFill>
                  <a:schemeClr val="tx1"/>
                </a:solidFill>
                <a:effectLst/>
                <a:ea typeface="楷体_GB2312"/>
                <a:cs typeface="Times New Roman" panose="02020603050405020304" pitchFamily="18" charset="0"/>
              </a:rPr>
              <a:t>-1</a:t>
            </a:r>
            <a:r>
              <a:rPr kumimoji="0" lang="en-US" altLang="zh-CN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ea typeface="楷体_GB2312"/>
                <a:cs typeface="Times New Roman" panose="02020603050405020304" pitchFamily="18" charset="0"/>
              </a:rPr>
              <a:t> H</a:t>
            </a:r>
            <a:r>
              <a:rPr kumimoji="0" lang="en-US" altLang="zh-CN" sz="2400" b="1" i="0" u="none" strike="noStrike" cap="none" normalizeH="0" baseline="-30000" dirty="0" smtClean="0">
                <a:ln>
                  <a:noFill/>
                </a:ln>
                <a:solidFill>
                  <a:schemeClr val="tx1"/>
                </a:solidFill>
                <a:effectLst/>
                <a:ea typeface="楷体_GB2312"/>
                <a:cs typeface="Times New Roman" panose="02020603050405020304" pitchFamily="18" charset="0"/>
              </a:rPr>
              <a:t>2</a:t>
            </a:r>
            <a:r>
              <a:rPr kumimoji="0" lang="en-US" altLang="zh-CN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ea typeface="楷体_GB2312"/>
                <a:cs typeface="Times New Roman" panose="02020603050405020304" pitchFamily="18" charset="0"/>
              </a:rPr>
              <a:t>C</a:t>
            </a:r>
            <a:r>
              <a:rPr kumimoji="0" lang="en-US" altLang="zh-CN" sz="2400" b="1" i="0" u="none" strike="noStrike" cap="none" normalizeH="0" baseline="-30000" dirty="0" smtClean="0">
                <a:ln>
                  <a:noFill/>
                </a:ln>
                <a:solidFill>
                  <a:schemeClr val="tx1"/>
                </a:solidFill>
                <a:effectLst/>
                <a:ea typeface="楷体_GB2312"/>
                <a:cs typeface="Times New Roman" panose="02020603050405020304" pitchFamily="18" charset="0"/>
              </a:rPr>
              <a:t>2</a:t>
            </a:r>
            <a:r>
              <a:rPr kumimoji="0" lang="en-US" altLang="zh-CN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ea typeface="楷体_GB2312"/>
                <a:cs typeface="Times New Roman" panose="02020603050405020304" pitchFamily="18" charset="0"/>
              </a:rPr>
              <a:t>O</a:t>
            </a:r>
            <a:r>
              <a:rPr kumimoji="0" lang="en-US" altLang="zh-CN" sz="2400" b="1" i="0" u="none" strike="noStrike" cap="none" normalizeH="0" baseline="-30000" dirty="0" smtClean="0">
                <a:ln>
                  <a:noFill/>
                </a:ln>
                <a:solidFill>
                  <a:schemeClr val="tx1"/>
                </a:solidFill>
                <a:effectLst/>
                <a:ea typeface="楷体_GB2312"/>
                <a:cs typeface="Times New Roman" panose="02020603050405020304" pitchFamily="18" charset="0"/>
              </a:rPr>
              <a:t>4</a:t>
            </a:r>
            <a:r>
              <a:rPr kumimoji="0" lang="zh-CN" alt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宋体" panose="02010600030101010101" pitchFamily="2" charset="-122"/>
                <a:ea typeface="楷体_GB2312"/>
                <a:cs typeface="Times New Roman" panose="02020603050405020304" pitchFamily="18" charset="0"/>
              </a:rPr>
              <a:t>溶液中，</a:t>
            </a:r>
            <a:r>
              <a:rPr kumimoji="0" lang="en-US" altLang="zh-CN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ea typeface="楷体_GB2312"/>
                <a:cs typeface="Times New Roman" panose="02020603050405020304" pitchFamily="18" charset="0"/>
              </a:rPr>
              <a:t>c(H</a:t>
            </a:r>
            <a:r>
              <a:rPr kumimoji="0" lang="en-US" altLang="zh-CN" sz="2400" b="1" i="0" u="none" strike="noStrike" cap="none" normalizeH="0" baseline="30000" dirty="0" smtClean="0">
                <a:ln>
                  <a:noFill/>
                </a:ln>
                <a:solidFill>
                  <a:schemeClr val="tx1"/>
                </a:solidFill>
                <a:effectLst/>
                <a:ea typeface="楷体_GB2312"/>
                <a:cs typeface="Times New Roman" panose="02020603050405020304" pitchFamily="18" charset="0"/>
              </a:rPr>
              <a:t>+</a:t>
            </a:r>
            <a:r>
              <a:rPr kumimoji="0" lang="en-US" altLang="zh-CN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ea typeface="楷体_GB2312"/>
                <a:cs typeface="Times New Roman" panose="02020603050405020304" pitchFamily="18" charset="0"/>
              </a:rPr>
              <a:t>)=2c(C</a:t>
            </a:r>
            <a:r>
              <a:rPr kumimoji="0" lang="en-US" altLang="zh-CN" sz="2400" b="1" i="0" u="none" strike="noStrike" cap="none" normalizeH="0" baseline="-30000" dirty="0" smtClean="0">
                <a:ln>
                  <a:noFill/>
                </a:ln>
                <a:solidFill>
                  <a:schemeClr val="tx1"/>
                </a:solidFill>
                <a:effectLst/>
                <a:ea typeface="楷体_GB2312"/>
                <a:cs typeface="Times New Roman" panose="02020603050405020304" pitchFamily="18" charset="0"/>
              </a:rPr>
              <a:t>2</a:t>
            </a:r>
            <a:r>
              <a:rPr kumimoji="0" lang="en-US" altLang="zh-CN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ea typeface="楷体_GB2312"/>
                <a:cs typeface="Times New Roman" panose="02020603050405020304" pitchFamily="18" charset="0"/>
              </a:rPr>
              <a:t>O</a:t>
            </a:r>
            <a:r>
              <a:rPr kumimoji="0" lang="en-US" altLang="zh-CN" sz="2400" b="1" i="0" u="none" strike="noStrike" cap="none" normalizeH="0" baseline="-30000" dirty="0" smtClean="0">
                <a:ln>
                  <a:noFill/>
                </a:ln>
                <a:solidFill>
                  <a:schemeClr val="tx1"/>
                </a:solidFill>
                <a:effectLst/>
                <a:ea typeface="楷体_GB2312"/>
                <a:cs typeface="Times New Roman" panose="02020603050405020304" pitchFamily="18" charset="0"/>
              </a:rPr>
              <a:t>4</a:t>
            </a:r>
            <a:r>
              <a:rPr kumimoji="0" lang="en-US" altLang="zh-CN" sz="2400" b="1" i="0" u="none" strike="noStrike" cap="none" normalizeH="0" baseline="30000" dirty="0" smtClean="0">
                <a:ln>
                  <a:noFill/>
                </a:ln>
                <a:solidFill>
                  <a:schemeClr val="tx1"/>
                </a:solidFill>
                <a:effectLst/>
                <a:ea typeface="楷体_GB2312"/>
                <a:cs typeface="Times New Roman" panose="02020603050405020304" pitchFamily="18" charset="0"/>
              </a:rPr>
              <a:t>2-</a:t>
            </a:r>
            <a:r>
              <a:rPr kumimoji="0" lang="en-US" altLang="zh-CN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ea typeface="楷体_GB2312"/>
                <a:cs typeface="Times New Roman" panose="02020603050405020304" pitchFamily="18" charset="0"/>
              </a:rPr>
              <a:t>) </a:t>
            </a:r>
            <a:r>
              <a:rPr kumimoji="0" lang="zh-CN" alt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ea typeface="楷体_GB2312"/>
                <a:cs typeface="Times New Roman" panose="02020603050405020304" pitchFamily="18" charset="0"/>
              </a:rPr>
              <a:t>（   ）</a:t>
            </a:r>
            <a:r>
              <a:rPr kumimoji="0" lang="en-US" altLang="zh-CN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ea typeface="楷体_GB2312"/>
              </a:rPr>
              <a:t> </a:t>
            </a:r>
            <a:endParaRPr kumimoji="0" lang="en-US" altLang="zh-CN" sz="24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楷体_GB231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9163311" y="1254921"/>
            <a:ext cx="596638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3200" b="1" dirty="0">
                <a:solidFill>
                  <a:srgbClr val="FF0000"/>
                </a:solidFill>
              </a:rPr>
              <a:t>×</a:t>
            </a:r>
          </a:p>
        </p:txBody>
      </p:sp>
      <p:sp>
        <p:nvSpPr>
          <p:cNvPr id="8" name="矩形 7"/>
          <p:cNvSpPr/>
          <p:nvPr/>
        </p:nvSpPr>
        <p:spPr>
          <a:xfrm>
            <a:off x="1245919" y="2808039"/>
            <a:ext cx="821571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b="1" dirty="0" smtClean="0">
                <a:latin typeface="宋体" panose="02010600030101010101" pitchFamily="2" charset="-122"/>
                <a:ea typeface="楷体_GB2312"/>
              </a:rPr>
              <a:t>4. </a:t>
            </a:r>
            <a:r>
              <a:rPr lang="zh-CN" altLang="en-US" sz="2400" b="1" dirty="0" smtClean="0">
                <a:latin typeface="宋体" panose="02010600030101010101" pitchFamily="2" charset="-122"/>
                <a:ea typeface="楷体_GB2312"/>
              </a:rPr>
              <a:t>计算</a:t>
            </a:r>
            <a:r>
              <a:rPr lang="en-US" altLang="zh-CN" sz="2400" b="1" dirty="0">
                <a:ea typeface="楷体_GB2312"/>
              </a:rPr>
              <a:t>0.20 mol</a:t>
            </a:r>
            <a:r>
              <a:rPr lang="en-US" altLang="zh-CN" sz="2400" b="1" dirty="0">
                <a:latin typeface="宋体" panose="02010600030101010101" pitchFamily="2" charset="-122"/>
                <a:ea typeface="楷体_GB2312"/>
              </a:rPr>
              <a:t>·</a:t>
            </a:r>
            <a:r>
              <a:rPr lang="en-US" altLang="zh-CN" sz="2400" b="1" dirty="0">
                <a:ea typeface="楷体_GB2312"/>
              </a:rPr>
              <a:t>L</a:t>
            </a:r>
            <a:r>
              <a:rPr lang="en-US" altLang="zh-CN" sz="2400" b="1" baseline="30000" dirty="0">
                <a:ea typeface="楷体_GB2312"/>
              </a:rPr>
              <a:t>-1</a:t>
            </a:r>
            <a:r>
              <a:rPr lang="en-US" altLang="zh-CN" sz="2400" b="1" dirty="0">
                <a:ea typeface="楷体_GB2312"/>
              </a:rPr>
              <a:t> </a:t>
            </a:r>
            <a:r>
              <a:rPr lang="zh-CN" altLang="en-US" sz="2400" b="1" dirty="0">
                <a:latin typeface="宋体" panose="02010600030101010101" pitchFamily="2" charset="-122"/>
                <a:ea typeface="楷体_GB2312"/>
              </a:rPr>
              <a:t>二元弱酸</a:t>
            </a:r>
            <a:r>
              <a:rPr lang="en-US" altLang="zh-CN" sz="2400" b="1" dirty="0">
                <a:ea typeface="楷体_GB2312"/>
              </a:rPr>
              <a:t>H</a:t>
            </a:r>
            <a:r>
              <a:rPr lang="en-US" altLang="zh-CN" sz="2400" b="1" baseline="-25000" dirty="0">
                <a:ea typeface="楷体_GB2312"/>
              </a:rPr>
              <a:t>2</a:t>
            </a:r>
            <a:r>
              <a:rPr lang="en-US" altLang="zh-CN" sz="2400" b="1" dirty="0">
                <a:ea typeface="楷体_GB2312"/>
              </a:rPr>
              <a:t>A</a:t>
            </a:r>
            <a:r>
              <a:rPr lang="zh-CN" altLang="en-US" sz="2400" b="1" dirty="0">
                <a:latin typeface="宋体" panose="02010600030101010101" pitchFamily="2" charset="-122"/>
                <a:ea typeface="楷体_GB2312"/>
              </a:rPr>
              <a:t>中</a:t>
            </a:r>
            <a:r>
              <a:rPr lang="zh-CN" altLang="en-US" sz="2400" b="1" dirty="0" smtClean="0">
                <a:latin typeface="宋体" panose="02010600030101010101" pitchFamily="2" charset="-122"/>
                <a:ea typeface="楷体_GB2312"/>
              </a:rPr>
              <a:t>，</a:t>
            </a:r>
            <a:r>
              <a:rPr lang="en-US" altLang="zh-CN" sz="2400" b="1" dirty="0" smtClean="0">
                <a:latin typeface="宋体" panose="02010600030101010101" pitchFamily="2" charset="-122"/>
                <a:ea typeface="楷体_GB2312"/>
              </a:rPr>
              <a:t>H</a:t>
            </a:r>
            <a:r>
              <a:rPr lang="en-US" altLang="zh-CN" sz="2400" b="1" baseline="30000" dirty="0" smtClean="0">
                <a:latin typeface="宋体" panose="02010600030101010101" pitchFamily="2" charset="-122"/>
                <a:ea typeface="楷体_GB2312"/>
              </a:rPr>
              <a:t>+</a:t>
            </a:r>
            <a:r>
              <a:rPr lang="zh-CN" altLang="en-US" sz="2400" b="1" dirty="0" smtClean="0">
                <a:latin typeface="宋体" panose="02010600030101010101" pitchFamily="2" charset="-122"/>
                <a:ea typeface="楷体_GB2312"/>
              </a:rPr>
              <a:t>浓度</a:t>
            </a:r>
            <a:r>
              <a:rPr lang="en-US" altLang="zh-CN" sz="2400" b="1" dirty="0" smtClean="0">
                <a:ea typeface="楷体_GB2312"/>
              </a:rPr>
              <a:t> (</a:t>
            </a:r>
            <a:r>
              <a:rPr lang="en-US" altLang="zh-CN" sz="2400" b="1" dirty="0">
                <a:ea typeface="楷体_GB2312"/>
              </a:rPr>
              <a:t>mol</a:t>
            </a:r>
            <a:r>
              <a:rPr lang="en-US" altLang="zh-CN" sz="2400" b="1" dirty="0">
                <a:latin typeface="宋体" panose="02010600030101010101" pitchFamily="2" charset="-122"/>
                <a:ea typeface="楷体_GB2312"/>
              </a:rPr>
              <a:t>·</a:t>
            </a:r>
            <a:r>
              <a:rPr lang="en-US" altLang="zh-CN" sz="2400" b="1" dirty="0">
                <a:ea typeface="楷体_GB2312"/>
              </a:rPr>
              <a:t>L</a:t>
            </a:r>
            <a:r>
              <a:rPr lang="en-US" altLang="zh-CN" sz="2400" b="1" baseline="30000" dirty="0">
                <a:ea typeface="楷体_GB2312"/>
              </a:rPr>
              <a:t>-1</a:t>
            </a:r>
            <a:r>
              <a:rPr lang="en-US" altLang="zh-CN" sz="2400" b="1" dirty="0">
                <a:ea typeface="楷体_GB2312"/>
              </a:rPr>
              <a:t>)</a:t>
            </a:r>
            <a:r>
              <a:rPr lang="zh-CN" altLang="en-US" sz="2400" b="1" dirty="0">
                <a:latin typeface="宋体" panose="02010600030101010101" pitchFamily="2" charset="-122"/>
                <a:ea typeface="楷体_GB2312"/>
              </a:rPr>
              <a:t>。</a:t>
            </a:r>
            <a:endParaRPr lang="zh-CN" altLang="en-US" sz="2400" b="1" dirty="0">
              <a:ea typeface="楷体_GB2312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3168749" y="3341139"/>
            <a:ext cx="469231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b="1" i="1" dirty="0" smtClean="0">
                <a:ea typeface="楷体_GB2312"/>
              </a:rPr>
              <a:t>Ka</a:t>
            </a:r>
            <a:r>
              <a:rPr lang="en-US" altLang="zh-CN" sz="2400" b="1" i="1" baseline="-25000" dirty="0" smtClean="0">
                <a:ea typeface="楷体_GB2312"/>
              </a:rPr>
              <a:t>1</a:t>
            </a:r>
            <a:r>
              <a:rPr lang="zh-CN" altLang="en-US" sz="2400" b="1" dirty="0" smtClean="0">
                <a:latin typeface="宋体" panose="02010600030101010101" pitchFamily="2" charset="-122"/>
                <a:ea typeface="楷体_GB2312"/>
              </a:rPr>
              <a:t>＝</a:t>
            </a:r>
            <a:r>
              <a:rPr lang="en-US" altLang="zh-CN" sz="2400" b="1" dirty="0">
                <a:ea typeface="楷体_GB2312"/>
              </a:rPr>
              <a:t>1.0</a:t>
            </a:r>
            <a:r>
              <a:rPr lang="en-US" altLang="zh-CN" sz="2400" b="1" dirty="0">
                <a:latin typeface="宋体" panose="02010600030101010101" pitchFamily="2" charset="-122"/>
                <a:ea typeface="楷体_GB2312"/>
              </a:rPr>
              <a:t>×</a:t>
            </a:r>
            <a:r>
              <a:rPr lang="en-US" altLang="zh-CN" sz="2400" b="1" dirty="0">
                <a:ea typeface="楷体_GB2312"/>
              </a:rPr>
              <a:t>10</a:t>
            </a:r>
            <a:r>
              <a:rPr lang="en-US" altLang="zh-CN" sz="2400" b="1" baseline="30000" dirty="0">
                <a:ea typeface="楷体_GB2312"/>
              </a:rPr>
              <a:t>-5</a:t>
            </a:r>
            <a:r>
              <a:rPr lang="zh-CN" altLang="en-US" sz="2400" b="1" dirty="0">
                <a:latin typeface="宋体" panose="02010600030101010101" pitchFamily="2" charset="-122"/>
                <a:ea typeface="楷体_GB2312"/>
              </a:rPr>
              <a:t>， </a:t>
            </a:r>
            <a:r>
              <a:rPr lang="en-US" altLang="zh-CN" sz="2400" b="1" i="1" dirty="0" smtClean="0">
                <a:ea typeface="楷体_GB2312"/>
              </a:rPr>
              <a:t>Ka</a:t>
            </a:r>
            <a:r>
              <a:rPr lang="en-US" altLang="zh-CN" sz="2400" b="1" baseline="-25000" dirty="0" smtClean="0">
                <a:ea typeface="楷体_GB2312"/>
              </a:rPr>
              <a:t>2</a:t>
            </a:r>
            <a:r>
              <a:rPr lang="zh-CN" altLang="en-US" sz="2400" b="1" dirty="0" smtClean="0">
                <a:latin typeface="宋体" panose="02010600030101010101" pitchFamily="2" charset="-122"/>
                <a:ea typeface="楷体_GB2312"/>
              </a:rPr>
              <a:t>＝</a:t>
            </a:r>
            <a:r>
              <a:rPr lang="en-US" altLang="zh-CN" sz="2400" b="1" dirty="0" smtClean="0">
                <a:ea typeface="楷体_GB2312"/>
              </a:rPr>
              <a:t>1.0</a:t>
            </a:r>
            <a:r>
              <a:rPr lang="en-US" altLang="zh-CN" sz="2400" b="1" dirty="0" smtClean="0">
                <a:latin typeface="宋体" panose="02010600030101010101" pitchFamily="2" charset="-122"/>
                <a:ea typeface="楷体_GB2312"/>
              </a:rPr>
              <a:t>×</a:t>
            </a:r>
            <a:r>
              <a:rPr lang="en-US" altLang="zh-CN" sz="2400" b="1" dirty="0" smtClean="0">
                <a:ea typeface="楷体_GB2312"/>
              </a:rPr>
              <a:t>10</a:t>
            </a:r>
            <a:r>
              <a:rPr lang="en-US" altLang="zh-CN" sz="2400" b="1" baseline="30000" dirty="0" smtClean="0">
                <a:ea typeface="楷体_GB2312"/>
              </a:rPr>
              <a:t>-8</a:t>
            </a:r>
            <a:endParaRPr lang="zh-CN" altLang="en-US" sz="2400" b="1" baseline="30000" dirty="0">
              <a:ea typeface="楷体_GB2312"/>
            </a:endParaRPr>
          </a:p>
        </p:txBody>
      </p:sp>
      <p:sp>
        <p:nvSpPr>
          <p:cNvPr id="10" name="标题 1"/>
          <p:cNvSpPr>
            <a:spLocks noGrp="1"/>
          </p:cNvSpPr>
          <p:nvPr>
            <p:ph type="title"/>
          </p:nvPr>
        </p:nvSpPr>
        <p:spPr>
          <a:xfrm>
            <a:off x="576263" y="258763"/>
            <a:ext cx="1728390" cy="432000"/>
          </a:xfrm>
        </p:spPr>
        <p:txBody>
          <a:bodyPr/>
          <a:lstStyle/>
          <a:p>
            <a:r>
              <a:rPr lang="zh-CN" altLang="en-US" dirty="0" smtClean="0"/>
              <a:t>练一练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833568214"/>
      </p:ext>
    </p:extLst>
  </p:cSld>
  <p:clrMapOvr>
    <a:masterClrMapping/>
  </p:clrMapOvr>
  <p:transition spd="slow">
    <p:split orient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5"/>
          <p:cNvSpPr>
            <a:spLocks noGrp="1" noChangeArrowheads="1"/>
          </p:cNvSpPr>
          <p:nvPr>
            <p:ph type="title"/>
          </p:nvPr>
        </p:nvSpPr>
        <p:spPr>
          <a:xfrm>
            <a:off x="576461" y="215751"/>
            <a:ext cx="4032448" cy="431800"/>
          </a:xfrm>
        </p:spPr>
        <p:txBody>
          <a:bodyPr/>
          <a:lstStyle/>
          <a:p>
            <a:r>
              <a:rPr lang="en-US" altLang="zh-CN" dirty="0" smtClean="0">
                <a:ea typeface="黑体" pitchFamily="49" charset="-122"/>
              </a:rPr>
              <a:t>3.4.2</a:t>
            </a:r>
            <a:r>
              <a:rPr lang="zh-CN" altLang="en-US" dirty="0" smtClean="0">
                <a:ea typeface="黑体" pitchFamily="49" charset="-122"/>
              </a:rPr>
              <a:t>酸碱质子理论中的代数法</a:t>
            </a:r>
            <a:endParaRPr lang="zh-CN" altLang="en-US" sz="1800" dirty="0" smtClean="0">
              <a:ea typeface="黑体" pitchFamily="49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558460" y="901937"/>
            <a:ext cx="9937104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 smtClean="0">
                <a:latin typeface="楷体_GB2312"/>
              </a:rPr>
              <a:t>概念：根据质子条件式及相关的平衡关系式求得溶液酸度的一种方法</a:t>
            </a:r>
            <a:endParaRPr lang="en-US" altLang="zh-CN" sz="2400" b="1" dirty="0" smtClean="0">
              <a:latin typeface="楷体_GB2312"/>
            </a:endParaRPr>
          </a:p>
          <a:p>
            <a:endParaRPr lang="en-US" altLang="zh-CN" sz="2400" b="1" dirty="0" smtClean="0">
              <a:latin typeface="楷体_GB2312"/>
            </a:endParaRPr>
          </a:p>
          <a:p>
            <a:r>
              <a:rPr lang="zh-CN" altLang="en-US" sz="2400" b="1" dirty="0" smtClean="0">
                <a:latin typeface="楷体_GB2312"/>
              </a:rPr>
              <a:t>应用：较为复杂或要求较高的系统 （</a:t>
            </a:r>
            <a:r>
              <a:rPr lang="zh-CN" altLang="en-US" sz="2400" b="1" dirty="0">
                <a:latin typeface="楷体_GB2312"/>
              </a:rPr>
              <a:t>对酸碱度敏感的</a:t>
            </a:r>
            <a:r>
              <a:rPr lang="zh-CN" altLang="en-US" sz="2400" b="1" dirty="0" smtClean="0">
                <a:latin typeface="楷体_GB2312"/>
              </a:rPr>
              <a:t>体系、极稀的酸碱溶液、混合溶液）</a:t>
            </a:r>
            <a:endParaRPr lang="zh-CN" altLang="en-US" sz="2400" b="1" dirty="0">
              <a:latin typeface="楷体_GB2312"/>
            </a:endParaRPr>
          </a:p>
        </p:txBody>
      </p:sp>
      <p:cxnSp>
        <p:nvCxnSpPr>
          <p:cNvPr id="7" name="直接连接符 6"/>
          <p:cNvCxnSpPr/>
          <p:nvPr/>
        </p:nvCxnSpPr>
        <p:spPr>
          <a:xfrm>
            <a:off x="2184824" y="1295871"/>
            <a:ext cx="1512168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8" name="矩形 7"/>
          <p:cNvSpPr/>
          <p:nvPr/>
        </p:nvSpPr>
        <p:spPr>
          <a:xfrm>
            <a:off x="682918" y="2566620"/>
            <a:ext cx="522213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zh-CN" altLang="en-US" sz="2400" b="1" dirty="0" smtClean="0">
                <a:solidFill>
                  <a:srgbClr val="FF0000"/>
                </a:solidFill>
                <a:ea typeface="楷体_GB2312"/>
              </a:rPr>
              <a:t>质子条件式</a:t>
            </a:r>
            <a:r>
              <a:rPr lang="en-US" altLang="zh-CN" sz="2400" b="1" dirty="0" smtClean="0">
                <a:solidFill>
                  <a:schemeClr val="tx2"/>
                </a:solidFill>
                <a:ea typeface="楷体_GB2312" pitchFamily="49" charset="-122"/>
              </a:rPr>
              <a:t>P</a:t>
            </a:r>
            <a:r>
              <a:rPr lang="en-US" altLang="zh-CN" sz="2400" b="1" dirty="0" smtClean="0">
                <a:solidFill>
                  <a:srgbClr val="0000FF"/>
                </a:solidFill>
                <a:ea typeface="楷体_GB2312" pitchFamily="49" charset="-122"/>
              </a:rPr>
              <a:t>roton </a:t>
            </a:r>
            <a:r>
              <a:rPr lang="en-US" altLang="zh-CN" sz="2400" b="1" dirty="0">
                <a:solidFill>
                  <a:schemeClr val="tx2"/>
                </a:solidFill>
                <a:ea typeface="楷体_GB2312" pitchFamily="49" charset="-122"/>
              </a:rPr>
              <a:t>B</a:t>
            </a:r>
            <a:r>
              <a:rPr lang="en-US" altLang="zh-CN" sz="2400" b="1" dirty="0">
                <a:solidFill>
                  <a:srgbClr val="0000FF"/>
                </a:solidFill>
                <a:ea typeface="楷体_GB2312" pitchFamily="49" charset="-122"/>
              </a:rPr>
              <a:t>alance </a:t>
            </a:r>
            <a:r>
              <a:rPr lang="en-US" altLang="zh-CN" sz="2400" b="1" dirty="0">
                <a:solidFill>
                  <a:schemeClr val="tx2"/>
                </a:solidFill>
                <a:ea typeface="楷体_GB2312" pitchFamily="49" charset="-122"/>
              </a:rPr>
              <a:t>E</a:t>
            </a:r>
            <a:r>
              <a:rPr lang="en-US" altLang="zh-CN" sz="2400" b="1" dirty="0">
                <a:solidFill>
                  <a:srgbClr val="0000FF"/>
                </a:solidFill>
                <a:ea typeface="楷体_GB2312" pitchFamily="49" charset="-122"/>
              </a:rPr>
              <a:t>quation </a:t>
            </a:r>
            <a:r>
              <a:rPr lang="en-US" altLang="zh-CN" sz="2400" b="1" dirty="0" smtClean="0">
                <a:solidFill>
                  <a:srgbClr val="FF0000"/>
                </a:solidFill>
                <a:ea typeface="楷体_GB2312"/>
              </a:rPr>
              <a:t>:</a:t>
            </a:r>
            <a:endParaRPr lang="en-US" altLang="zh-CN" sz="2400" b="1" dirty="0">
              <a:solidFill>
                <a:srgbClr val="FF0000"/>
              </a:solidFill>
              <a:ea typeface="楷体_GB2312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682918" y="3105027"/>
            <a:ext cx="451598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ea typeface="楷体_GB2312"/>
              </a:rPr>
              <a:t>酸碱反应中质子转移的等衡关系</a:t>
            </a:r>
            <a:endParaRPr lang="zh-CN" altLang="en-US" sz="2400" dirty="0"/>
          </a:p>
        </p:txBody>
      </p:sp>
      <p:sp>
        <p:nvSpPr>
          <p:cNvPr id="10" name="矩形 9"/>
          <p:cNvSpPr/>
          <p:nvPr/>
        </p:nvSpPr>
        <p:spPr>
          <a:xfrm>
            <a:off x="765770" y="3935938"/>
            <a:ext cx="152477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zh-CN" altLang="en-US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楷体_GB2312"/>
              </a:rPr>
              <a:t>确定方法</a:t>
            </a:r>
            <a:r>
              <a:rPr lang="en-US" altLang="zh-CN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楷体_GB2312"/>
              </a:rPr>
              <a:t>:</a:t>
            </a:r>
            <a:endParaRPr lang="en-US" altLang="zh-CN" sz="2400" b="1" dirty="0">
              <a:solidFill>
                <a:srgbClr val="FF0000"/>
              </a:solidFill>
              <a:ea typeface="楷体_GB2312"/>
            </a:endParaRPr>
          </a:p>
        </p:txBody>
      </p:sp>
      <p:sp>
        <p:nvSpPr>
          <p:cNvPr id="11" name="Rectangle 13"/>
          <p:cNvSpPr>
            <a:spLocks noChangeArrowheads="1"/>
          </p:cNvSpPr>
          <p:nvPr/>
        </p:nvSpPr>
        <p:spPr bwMode="auto">
          <a:xfrm>
            <a:off x="2501636" y="3774354"/>
            <a:ext cx="7212109" cy="861774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square">
            <a:spAutoFit/>
          </a:bodyPr>
          <a:lstStyle/>
          <a:p>
            <a:r>
              <a:rPr lang="en-US" altLang="zh-CN" sz="2400" b="1" dirty="0">
                <a:ea typeface="楷体_GB2312" pitchFamily="49" charset="-122"/>
                <a:sym typeface="Monotype Sorts" pitchFamily="2" charset="2"/>
              </a:rPr>
              <a:t>①</a:t>
            </a:r>
            <a:r>
              <a:rPr lang="zh-CN" altLang="en-US" sz="2400" b="1" dirty="0">
                <a:ea typeface="楷体_GB2312" pitchFamily="49" charset="-122"/>
              </a:rPr>
              <a:t>零水准</a:t>
            </a:r>
            <a:r>
              <a:rPr lang="en-US" altLang="zh-CN" sz="2400" b="1" dirty="0">
                <a:ea typeface="楷体_GB2312" pitchFamily="49" charset="-122"/>
              </a:rPr>
              <a:t>;</a:t>
            </a:r>
          </a:p>
          <a:p>
            <a:r>
              <a:rPr lang="en-US" altLang="zh-CN" sz="2500" b="1" dirty="0" smtClean="0">
                <a:ea typeface="楷体_GB2312" pitchFamily="49" charset="-122"/>
              </a:rPr>
              <a:t>    </a:t>
            </a:r>
            <a:endParaRPr lang="en-US" altLang="zh-CN" sz="2500" b="1" dirty="0">
              <a:ea typeface="楷体_GB2312" pitchFamily="49" charset="-122"/>
            </a:endParaRPr>
          </a:p>
        </p:txBody>
      </p:sp>
      <p:sp>
        <p:nvSpPr>
          <p:cNvPr id="12" name="AutoShape 14"/>
          <p:cNvSpPr>
            <a:spLocks/>
          </p:cNvSpPr>
          <p:nvPr/>
        </p:nvSpPr>
        <p:spPr bwMode="auto">
          <a:xfrm>
            <a:off x="2245272" y="3879432"/>
            <a:ext cx="192088" cy="574675"/>
          </a:xfrm>
          <a:prstGeom prst="leftBrace">
            <a:avLst>
              <a:gd name="adj1" fmla="val 33241"/>
              <a:gd name="adj2" fmla="val 50000"/>
            </a:avLst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zh-CN" altLang="en-US" sz="2500">
              <a:ea typeface="楷体_GB2312" pitchFamily="49" charset="-122"/>
            </a:endParaRPr>
          </a:p>
        </p:txBody>
      </p:sp>
      <p:sp>
        <p:nvSpPr>
          <p:cNvPr id="13" name="Rectangle 21"/>
          <p:cNvSpPr>
            <a:spLocks noChangeArrowheads="1"/>
          </p:cNvSpPr>
          <p:nvPr/>
        </p:nvSpPr>
        <p:spPr bwMode="auto">
          <a:xfrm>
            <a:off x="706317" y="4670640"/>
            <a:ext cx="10328275" cy="1246188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zh-CN" altLang="en-US" sz="2500" b="1" dirty="0">
                <a:solidFill>
                  <a:schemeClr val="tx2"/>
                </a:solidFill>
                <a:ea typeface="楷体_GB2312" pitchFamily="49" charset="-122"/>
              </a:rPr>
              <a:t>电荷平衡</a:t>
            </a:r>
            <a:r>
              <a:rPr lang="en-US" altLang="zh-CN" sz="2500" b="1" dirty="0">
                <a:solidFill>
                  <a:schemeClr val="tx2"/>
                </a:solidFill>
                <a:ea typeface="楷体_GB2312" pitchFamily="49" charset="-122"/>
              </a:rPr>
              <a:t>(C</a:t>
            </a:r>
            <a:r>
              <a:rPr lang="en-US" altLang="zh-CN" sz="2500" b="1" dirty="0">
                <a:solidFill>
                  <a:srgbClr val="0000FF"/>
                </a:solidFill>
                <a:ea typeface="楷体_GB2312" pitchFamily="49" charset="-122"/>
              </a:rPr>
              <a:t>harge </a:t>
            </a:r>
            <a:r>
              <a:rPr lang="en-US" altLang="zh-CN" sz="2500" b="1" dirty="0">
                <a:solidFill>
                  <a:schemeClr val="tx2"/>
                </a:solidFill>
                <a:ea typeface="楷体_GB2312" pitchFamily="49" charset="-122"/>
              </a:rPr>
              <a:t>B</a:t>
            </a:r>
            <a:r>
              <a:rPr lang="en-US" altLang="zh-CN" sz="2500" b="1" dirty="0">
                <a:solidFill>
                  <a:srgbClr val="0000FF"/>
                </a:solidFill>
                <a:ea typeface="楷体_GB2312" pitchFamily="49" charset="-122"/>
              </a:rPr>
              <a:t>alance </a:t>
            </a:r>
            <a:r>
              <a:rPr lang="en-US" altLang="zh-CN" sz="2500" b="1" dirty="0">
                <a:solidFill>
                  <a:schemeClr val="tx2"/>
                </a:solidFill>
                <a:ea typeface="楷体_GB2312" pitchFamily="49" charset="-122"/>
              </a:rPr>
              <a:t>E</a:t>
            </a:r>
            <a:r>
              <a:rPr lang="en-US" altLang="zh-CN" sz="2500" b="1" dirty="0">
                <a:solidFill>
                  <a:srgbClr val="0000FF"/>
                </a:solidFill>
                <a:ea typeface="楷体_GB2312" pitchFamily="49" charset="-122"/>
              </a:rPr>
              <a:t>quation</a:t>
            </a:r>
            <a:r>
              <a:rPr lang="en-US" altLang="zh-CN" sz="2500" b="1" dirty="0">
                <a:solidFill>
                  <a:schemeClr val="tx2"/>
                </a:solidFill>
                <a:ea typeface="楷体_GB2312" pitchFamily="49" charset="-122"/>
              </a:rPr>
              <a:t>):</a:t>
            </a:r>
          </a:p>
          <a:p>
            <a:r>
              <a:rPr lang="zh-CN" altLang="en-US" sz="2500" b="1" dirty="0">
                <a:ea typeface="楷体_GB2312" pitchFamily="49" charset="-122"/>
              </a:rPr>
              <a:t>　　某弱电解质在水中解离达平衡时</a:t>
            </a:r>
            <a:r>
              <a:rPr lang="en-US" altLang="zh-CN" sz="2500" b="1" dirty="0">
                <a:ea typeface="楷体_GB2312" pitchFamily="49" charset="-122"/>
              </a:rPr>
              <a:t>,</a:t>
            </a:r>
            <a:r>
              <a:rPr lang="zh-CN" altLang="en-US" sz="2500" b="1" dirty="0">
                <a:ea typeface="楷体_GB2312" pitchFamily="49" charset="-122"/>
              </a:rPr>
              <a:t>其溶液中</a:t>
            </a:r>
            <a:r>
              <a:rPr lang="zh-CN" altLang="en-US" sz="2500" b="1" dirty="0">
                <a:solidFill>
                  <a:schemeClr val="tx2"/>
                </a:solidFill>
                <a:ea typeface="楷体_GB2312" pitchFamily="49" charset="-122"/>
              </a:rPr>
              <a:t>正电荷的总浓度等于负电荷的总浓度</a:t>
            </a:r>
            <a:r>
              <a:rPr lang="en-US" altLang="zh-CN" sz="2500" b="1" dirty="0">
                <a:ea typeface="楷体_GB2312" pitchFamily="49" charset="-122"/>
              </a:rPr>
              <a:t>.</a:t>
            </a:r>
          </a:p>
        </p:txBody>
      </p:sp>
      <p:sp>
        <p:nvSpPr>
          <p:cNvPr id="16" name="矩形 15"/>
          <p:cNvSpPr/>
          <p:nvPr/>
        </p:nvSpPr>
        <p:spPr>
          <a:xfrm>
            <a:off x="2449108" y="4166769"/>
            <a:ext cx="659828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b="1" dirty="0">
                <a:ea typeface="楷体_GB2312" pitchFamily="49" charset="-122"/>
                <a:sym typeface="Monotype Sorts" pitchFamily="2" charset="2"/>
              </a:rPr>
              <a:t>②</a:t>
            </a:r>
            <a:r>
              <a:rPr lang="zh-CN" altLang="en-US" sz="2400" b="1" dirty="0">
                <a:ea typeface="楷体_GB2312" pitchFamily="49" charset="-122"/>
              </a:rPr>
              <a:t>物料等衡式（</a:t>
            </a:r>
            <a:r>
              <a:rPr lang="en-US" altLang="zh-CN" sz="2400" b="1" dirty="0">
                <a:ea typeface="楷体_GB2312" pitchFamily="49" charset="-122"/>
              </a:rPr>
              <a:t>MBE</a:t>
            </a:r>
            <a:r>
              <a:rPr lang="zh-CN" altLang="en-US" sz="2400" b="1" dirty="0">
                <a:ea typeface="楷体_GB2312" pitchFamily="49" charset="-122"/>
              </a:rPr>
              <a:t>）</a:t>
            </a:r>
            <a:r>
              <a:rPr lang="en-US" altLang="zh-CN" sz="2400" b="1" dirty="0" smtClean="0">
                <a:ea typeface="楷体_GB2312" pitchFamily="49" charset="-122"/>
              </a:rPr>
              <a:t>,</a:t>
            </a:r>
            <a:r>
              <a:rPr lang="zh-CN" altLang="en-US" sz="2400" b="1" dirty="0" smtClean="0">
                <a:ea typeface="楷体_GB2312" pitchFamily="49" charset="-122"/>
              </a:rPr>
              <a:t>                        联合</a:t>
            </a:r>
            <a:r>
              <a:rPr lang="zh-CN" altLang="en-US" sz="2400" b="1" dirty="0">
                <a:ea typeface="楷体_GB2312" pitchFamily="49" charset="-122"/>
              </a:rPr>
              <a:t>求解</a:t>
            </a:r>
            <a:r>
              <a:rPr lang="en-US" altLang="zh-CN" sz="2400" b="1" dirty="0">
                <a:ea typeface="楷体_GB2312" pitchFamily="49" charset="-122"/>
              </a:rPr>
              <a:t>.</a:t>
            </a:r>
            <a:endParaRPr lang="zh-CN" altLang="en-US" sz="2400" b="1" dirty="0">
              <a:ea typeface="楷体_GB2312" pitchFamily="49" charset="-122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5748248" y="4174216"/>
            <a:ext cx="1795684" cy="4770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ea typeface="楷体_GB2312" pitchFamily="49" charset="-122"/>
              </a:rPr>
              <a:t>电荷等衡式</a:t>
            </a:r>
          </a:p>
        </p:txBody>
      </p:sp>
    </p:spTree>
    <p:extLst>
      <p:ext uri="{BB962C8B-B14F-4D97-AF65-F5344CB8AC3E}">
        <p14:creationId xmlns:p14="http://schemas.microsoft.com/office/powerpoint/2010/main" val="1181092178"/>
      </p:ext>
    </p:extLst>
  </p:cSld>
  <p:clrMapOvr>
    <a:masterClrMapping/>
  </p:clrMapOvr>
  <p:transition spd="slow">
    <p:split orient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0" dur="2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51" dur="2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2" dur="2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8" grpId="0"/>
      <p:bldP spid="9" grpId="0"/>
      <p:bldP spid="10" grpId="0"/>
      <p:bldP spid="11" grpId="0"/>
      <p:bldP spid="12" grpId="0" animBg="1"/>
      <p:bldP spid="13" grpId="0"/>
      <p:bldP spid="16" grpId="0"/>
      <p:bldP spid="17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5" name="Rectangle 25"/>
          <p:cNvSpPr>
            <a:spLocks noGrp="1" noChangeArrowheads="1"/>
          </p:cNvSpPr>
          <p:nvPr>
            <p:ph type="title"/>
          </p:nvPr>
        </p:nvSpPr>
        <p:spPr>
          <a:xfrm>
            <a:off x="360238" y="297066"/>
            <a:ext cx="10369550" cy="431800"/>
          </a:xfrm>
        </p:spPr>
        <p:txBody>
          <a:bodyPr/>
          <a:lstStyle/>
          <a:p>
            <a:r>
              <a:rPr lang="en-US" altLang="zh-CN" dirty="0" smtClean="0">
                <a:ea typeface="黑体" pitchFamily="49" charset="-122"/>
              </a:rPr>
              <a:t>3.4.2</a:t>
            </a:r>
            <a:r>
              <a:rPr lang="zh-CN" altLang="en-US" dirty="0" smtClean="0">
                <a:ea typeface="黑体" pitchFamily="49" charset="-122"/>
              </a:rPr>
              <a:t>酸碱质子理论中的代数法</a:t>
            </a:r>
            <a:endParaRPr lang="zh-CN" altLang="en-US" sz="1800" dirty="0" smtClean="0">
              <a:ea typeface="黑体" pitchFamily="49" charset="-122"/>
            </a:endParaRPr>
          </a:p>
        </p:txBody>
      </p:sp>
      <p:sp>
        <p:nvSpPr>
          <p:cNvPr id="7176" name="Oval 26" descr="图片8">
            <a:hlinkClick r:id="" action="ppaction://hlinkshowjump?jump=previousslide"/>
          </p:cNvPr>
          <p:cNvSpPr>
            <a:spLocks noChangeAspect="1" noChangeArrowheads="1"/>
          </p:cNvSpPr>
          <p:nvPr/>
        </p:nvSpPr>
        <p:spPr bwMode="gray">
          <a:xfrm>
            <a:off x="0" y="5597525"/>
            <a:ext cx="360363" cy="360363"/>
          </a:xfrm>
          <a:prstGeom prst="ellipse">
            <a:avLst/>
          </a:prstGeom>
          <a:blipFill dpi="0" rotWithShape="1">
            <a:blip r:embed="rId2"/>
            <a:srcRect/>
            <a:stretch>
              <a:fillRect/>
            </a:stretch>
          </a:blipFill>
          <a:ln w="9525">
            <a:solidFill>
              <a:srgbClr val="808080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177" name="Oval 27" descr="图片9">
            <a:hlinkClick r:id="" action="ppaction://hlinkshowjump?jump=nextslide"/>
          </p:cNvPr>
          <p:cNvSpPr>
            <a:spLocks noChangeAspect="1" noChangeArrowheads="1"/>
          </p:cNvSpPr>
          <p:nvPr/>
        </p:nvSpPr>
        <p:spPr bwMode="gray">
          <a:xfrm>
            <a:off x="11155363" y="5688013"/>
            <a:ext cx="360362" cy="360362"/>
          </a:xfrm>
          <a:prstGeom prst="ellipse">
            <a:avLst/>
          </a:prstGeom>
          <a:blipFill dpi="0" rotWithShape="1">
            <a:blip r:embed="rId3"/>
            <a:srcRect/>
            <a:stretch>
              <a:fillRect/>
            </a:stretch>
          </a:blipFill>
          <a:ln w="9525">
            <a:solidFill>
              <a:srgbClr val="808080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" name="矩形 1"/>
          <p:cNvSpPr/>
          <p:nvPr/>
        </p:nvSpPr>
        <p:spPr>
          <a:xfrm>
            <a:off x="581867" y="863823"/>
            <a:ext cx="1266693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800" b="1" dirty="0">
                <a:solidFill>
                  <a:srgbClr val="FF3300"/>
                </a:solidFill>
                <a:ea typeface="楷体_GB2312" pitchFamily="49" charset="-122"/>
              </a:rPr>
              <a:t>零水准</a:t>
            </a:r>
            <a:endParaRPr lang="zh-CN" altLang="en-US" sz="2800" dirty="0"/>
          </a:p>
        </p:txBody>
      </p:sp>
      <p:sp>
        <p:nvSpPr>
          <p:cNvPr id="3" name="矩形 2"/>
          <p:cNvSpPr/>
          <p:nvPr/>
        </p:nvSpPr>
        <p:spPr>
          <a:xfrm>
            <a:off x="1440557" y="1306356"/>
            <a:ext cx="4515980" cy="45159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05000"/>
              </a:lnSpc>
            </a:pPr>
            <a:r>
              <a:rPr lang="zh-CN" altLang="en-US" sz="2400" b="1" dirty="0">
                <a:ea typeface="楷体_GB2312" pitchFamily="49" charset="-122"/>
              </a:rPr>
              <a:t>一般是</a:t>
            </a:r>
            <a:r>
              <a:rPr lang="zh-CN" altLang="en-US" sz="2400" b="1" u="sng" dirty="0">
                <a:solidFill>
                  <a:srgbClr val="FF0000"/>
                </a:solidFill>
                <a:ea typeface="楷体_GB2312" pitchFamily="49" charset="-122"/>
              </a:rPr>
              <a:t>参与质子转移</a:t>
            </a:r>
            <a:r>
              <a:rPr lang="zh-CN" altLang="en-US" sz="2400" b="1" dirty="0">
                <a:ea typeface="楷体_GB2312" pitchFamily="49" charset="-122"/>
              </a:rPr>
              <a:t>的</a:t>
            </a:r>
            <a:r>
              <a:rPr lang="zh-CN" altLang="en-US" sz="2400" b="1" u="sng" dirty="0">
                <a:solidFill>
                  <a:srgbClr val="FF0000"/>
                </a:solidFill>
                <a:ea typeface="楷体_GB2312" pitchFamily="49" charset="-122"/>
              </a:rPr>
              <a:t>大量物质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2714222" y="1727919"/>
            <a:ext cx="49404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b="1" dirty="0" smtClean="0"/>
              <a:t>①</a:t>
            </a:r>
            <a:endParaRPr lang="zh-CN" altLang="en-US" sz="2400" b="1" dirty="0"/>
          </a:p>
        </p:txBody>
      </p:sp>
      <p:sp>
        <p:nvSpPr>
          <p:cNvPr id="6" name="文本框 5"/>
          <p:cNvSpPr txBox="1"/>
          <p:nvPr/>
        </p:nvSpPr>
        <p:spPr>
          <a:xfrm>
            <a:off x="4489144" y="1727919"/>
            <a:ext cx="49404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b="1" dirty="0" smtClean="0"/>
              <a:t>②</a:t>
            </a:r>
            <a:endParaRPr lang="zh-CN" altLang="en-US" sz="2400" b="1" dirty="0"/>
          </a:p>
        </p:txBody>
      </p:sp>
      <p:sp>
        <p:nvSpPr>
          <p:cNvPr id="7" name="矩形 6"/>
          <p:cNvSpPr/>
          <p:nvPr/>
        </p:nvSpPr>
        <p:spPr>
          <a:xfrm>
            <a:off x="720477" y="2202821"/>
            <a:ext cx="324479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="1" dirty="0">
                <a:ea typeface="楷体_GB2312" pitchFamily="49" charset="-122"/>
              </a:rPr>
              <a:t> </a:t>
            </a:r>
            <a:r>
              <a:rPr lang="en-US" altLang="zh-CN" sz="2400" b="1" dirty="0">
                <a:solidFill>
                  <a:schemeClr val="tx2"/>
                </a:solidFill>
                <a:ea typeface="楷体_GB2312" pitchFamily="49" charset="-122"/>
              </a:rPr>
              <a:t>Na</a:t>
            </a:r>
            <a:r>
              <a:rPr lang="en-US" altLang="zh-CN" sz="2400" b="1" baseline="-25000" dirty="0">
                <a:solidFill>
                  <a:schemeClr val="tx2"/>
                </a:solidFill>
                <a:ea typeface="楷体_GB2312" pitchFamily="49" charset="-122"/>
              </a:rPr>
              <a:t>2</a:t>
            </a:r>
            <a:r>
              <a:rPr lang="en-US" altLang="zh-CN" sz="2400" b="1" dirty="0">
                <a:solidFill>
                  <a:schemeClr val="tx2"/>
                </a:solidFill>
                <a:ea typeface="楷体_GB2312" pitchFamily="49" charset="-122"/>
              </a:rPr>
              <a:t>CO</a:t>
            </a:r>
            <a:r>
              <a:rPr lang="en-US" altLang="zh-CN" sz="2400" b="1" baseline="-25000" dirty="0">
                <a:solidFill>
                  <a:schemeClr val="tx2"/>
                </a:solidFill>
                <a:ea typeface="楷体_GB2312" pitchFamily="49" charset="-122"/>
              </a:rPr>
              <a:t>3</a:t>
            </a:r>
            <a:r>
              <a:rPr lang="zh-CN" altLang="en-US" sz="2400" b="1" dirty="0">
                <a:ea typeface="楷体_GB2312" pitchFamily="49" charset="-122"/>
              </a:rPr>
              <a:t>水溶液零水准</a:t>
            </a:r>
            <a:r>
              <a:rPr lang="en-US" altLang="zh-CN" sz="2400" b="1" dirty="0">
                <a:ea typeface="楷体_GB2312" pitchFamily="49" charset="-122"/>
              </a:rPr>
              <a:t>:</a:t>
            </a:r>
            <a:endParaRPr lang="zh-CN" altLang="en-US" sz="2400" dirty="0"/>
          </a:p>
        </p:txBody>
      </p:sp>
      <p:sp>
        <p:nvSpPr>
          <p:cNvPr id="11" name="Rectangle 4"/>
          <p:cNvSpPr>
            <a:spLocks noChangeArrowheads="1"/>
          </p:cNvSpPr>
          <p:nvPr/>
        </p:nvSpPr>
        <p:spPr bwMode="auto">
          <a:xfrm>
            <a:off x="1215213" y="2704063"/>
            <a:ext cx="1355819" cy="900246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</a:pPr>
            <a:r>
              <a:rPr lang="en-US" altLang="zh-CN" sz="2500" b="1" dirty="0" smtClean="0">
                <a:ea typeface="楷体_GB2312" pitchFamily="49" charset="-122"/>
              </a:rPr>
              <a:t>①</a:t>
            </a:r>
            <a:r>
              <a:rPr lang="en-US" altLang="zh-CN" sz="2500" b="1" dirty="0">
                <a:ea typeface="楷体_GB2312" pitchFamily="49" charset="-122"/>
              </a:rPr>
              <a:t>CO</a:t>
            </a:r>
            <a:r>
              <a:rPr lang="en-US" altLang="zh-CN" sz="2500" b="1" baseline="-25000" dirty="0">
                <a:ea typeface="楷体_GB2312" pitchFamily="49" charset="-122"/>
              </a:rPr>
              <a:t>3</a:t>
            </a:r>
            <a:r>
              <a:rPr lang="en-US" altLang="zh-CN" sz="2500" b="1" baseline="30000" dirty="0">
                <a:ea typeface="楷体_GB2312" pitchFamily="49" charset="-122"/>
              </a:rPr>
              <a:t>2-</a:t>
            </a:r>
            <a:r>
              <a:rPr lang="en-US" altLang="zh-CN" sz="2500" b="1" dirty="0" smtClean="0">
                <a:ea typeface="楷体_GB2312" pitchFamily="49" charset="-122"/>
              </a:rPr>
              <a:t>;</a:t>
            </a:r>
          </a:p>
          <a:p>
            <a:pPr>
              <a:lnSpc>
                <a:spcPct val="105000"/>
              </a:lnSpc>
            </a:pPr>
            <a:r>
              <a:rPr lang="en-US" altLang="zh-CN" sz="2500" b="1" dirty="0" smtClean="0">
                <a:ea typeface="楷体_GB2312" pitchFamily="49" charset="-122"/>
              </a:rPr>
              <a:t>②</a:t>
            </a:r>
            <a:r>
              <a:rPr lang="en-US" altLang="zh-CN" sz="2500" b="1" dirty="0">
                <a:ea typeface="楷体_GB2312" pitchFamily="49" charset="-122"/>
              </a:rPr>
              <a:t>H</a:t>
            </a:r>
            <a:r>
              <a:rPr lang="en-US" altLang="zh-CN" sz="2500" b="1" baseline="-25000" dirty="0">
                <a:ea typeface="楷体_GB2312" pitchFamily="49" charset="-122"/>
              </a:rPr>
              <a:t>2</a:t>
            </a:r>
            <a:r>
              <a:rPr lang="en-US" altLang="zh-CN" sz="2500" b="1" dirty="0">
                <a:ea typeface="楷体_GB2312" pitchFamily="49" charset="-122"/>
              </a:rPr>
              <a:t>O.</a:t>
            </a:r>
          </a:p>
        </p:txBody>
      </p:sp>
      <p:sp>
        <p:nvSpPr>
          <p:cNvPr id="12" name="Rectangle 5"/>
          <p:cNvSpPr>
            <a:spLocks noChangeArrowheads="1"/>
          </p:cNvSpPr>
          <p:nvPr/>
        </p:nvSpPr>
        <p:spPr bwMode="auto">
          <a:xfrm>
            <a:off x="4660393" y="2704197"/>
            <a:ext cx="1296144" cy="900246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</a:pPr>
            <a:r>
              <a:rPr lang="en-US" altLang="zh-CN" sz="2500" b="1" dirty="0" smtClean="0">
                <a:ea typeface="楷体_GB2312" pitchFamily="49" charset="-122"/>
              </a:rPr>
              <a:t> ①NH</a:t>
            </a:r>
            <a:r>
              <a:rPr lang="en-US" altLang="zh-CN" sz="2500" b="1" baseline="-25000" dirty="0" smtClean="0">
                <a:ea typeface="楷体_GB2312" pitchFamily="49" charset="-122"/>
              </a:rPr>
              <a:t>3</a:t>
            </a:r>
            <a:r>
              <a:rPr lang="en-US" altLang="zh-CN" sz="2500" b="1" dirty="0" smtClean="0">
                <a:ea typeface="楷体_GB2312" pitchFamily="49" charset="-122"/>
              </a:rPr>
              <a:t>;</a:t>
            </a:r>
            <a:endParaRPr lang="en-US" altLang="zh-CN" sz="2500" b="1" dirty="0">
              <a:ea typeface="楷体_GB2312" pitchFamily="49" charset="-122"/>
            </a:endParaRPr>
          </a:p>
          <a:p>
            <a:pPr>
              <a:lnSpc>
                <a:spcPct val="105000"/>
              </a:lnSpc>
            </a:pPr>
            <a:r>
              <a:rPr lang="en-US" altLang="zh-CN" sz="2500" b="1" dirty="0" smtClean="0">
                <a:ea typeface="楷体_GB2312" pitchFamily="49" charset="-122"/>
              </a:rPr>
              <a:t> </a:t>
            </a:r>
            <a:r>
              <a:rPr lang="en-US" altLang="zh-CN" sz="2500" b="1" dirty="0">
                <a:ea typeface="楷体_GB2312" pitchFamily="49" charset="-122"/>
              </a:rPr>
              <a:t>②H</a:t>
            </a:r>
            <a:r>
              <a:rPr lang="en-US" altLang="zh-CN" sz="2500" b="1" baseline="-25000" dirty="0">
                <a:ea typeface="楷体_GB2312" pitchFamily="49" charset="-122"/>
              </a:rPr>
              <a:t>2</a:t>
            </a:r>
            <a:r>
              <a:rPr lang="en-US" altLang="zh-CN" sz="2500" b="1" dirty="0">
                <a:ea typeface="楷体_GB2312" pitchFamily="49" charset="-122"/>
              </a:rPr>
              <a:t>O.</a:t>
            </a:r>
          </a:p>
        </p:txBody>
      </p:sp>
      <p:sp>
        <p:nvSpPr>
          <p:cNvPr id="13" name="矩形 12"/>
          <p:cNvSpPr/>
          <p:nvPr/>
        </p:nvSpPr>
        <p:spPr>
          <a:xfrm>
            <a:off x="3965276" y="2216058"/>
            <a:ext cx="281679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="1" dirty="0">
                <a:ea typeface="楷体_GB2312" pitchFamily="49" charset="-122"/>
              </a:rPr>
              <a:t> </a:t>
            </a:r>
            <a:r>
              <a:rPr lang="en-US" altLang="zh-CN" sz="2400" b="1" dirty="0" smtClean="0">
                <a:solidFill>
                  <a:schemeClr val="tx2"/>
                </a:solidFill>
                <a:ea typeface="楷体_GB2312" pitchFamily="49" charset="-122"/>
              </a:rPr>
              <a:t>NH</a:t>
            </a:r>
            <a:r>
              <a:rPr lang="en-US" altLang="zh-CN" sz="2400" b="1" baseline="-25000" dirty="0" smtClean="0">
                <a:solidFill>
                  <a:schemeClr val="tx2"/>
                </a:solidFill>
                <a:ea typeface="楷体_GB2312" pitchFamily="49" charset="-122"/>
              </a:rPr>
              <a:t>3</a:t>
            </a:r>
            <a:r>
              <a:rPr lang="zh-CN" altLang="en-US" sz="2400" b="1" dirty="0" smtClean="0">
                <a:ea typeface="楷体_GB2312" pitchFamily="49" charset="-122"/>
              </a:rPr>
              <a:t>水溶液</a:t>
            </a:r>
            <a:r>
              <a:rPr lang="zh-CN" altLang="en-US" sz="2400" b="1" dirty="0">
                <a:ea typeface="楷体_GB2312" pitchFamily="49" charset="-122"/>
              </a:rPr>
              <a:t>零水准</a:t>
            </a:r>
            <a:r>
              <a:rPr lang="en-US" altLang="zh-CN" sz="2400" b="1" dirty="0">
                <a:ea typeface="楷体_GB2312" pitchFamily="49" charset="-122"/>
              </a:rPr>
              <a:t>:</a:t>
            </a:r>
            <a:endParaRPr lang="zh-CN" altLang="en-US" sz="2400" dirty="0"/>
          </a:p>
        </p:txBody>
      </p:sp>
      <p:sp>
        <p:nvSpPr>
          <p:cNvPr id="8" name="矩形 7"/>
          <p:cNvSpPr/>
          <p:nvPr/>
        </p:nvSpPr>
        <p:spPr>
          <a:xfrm>
            <a:off x="6894905" y="2202821"/>
            <a:ext cx="444063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b="1" dirty="0">
                <a:ea typeface="楷体_GB2312" pitchFamily="49" charset="-122"/>
              </a:rPr>
              <a:t>NH</a:t>
            </a:r>
            <a:r>
              <a:rPr lang="en-US" altLang="zh-CN" sz="2400" b="1" baseline="-25000" dirty="0">
                <a:ea typeface="楷体_GB2312" pitchFamily="49" charset="-122"/>
              </a:rPr>
              <a:t>3</a:t>
            </a:r>
            <a:r>
              <a:rPr lang="zh-CN" altLang="en-US" sz="2400" b="1" dirty="0">
                <a:ea typeface="楷体_GB2312" pitchFamily="49" charset="-122"/>
              </a:rPr>
              <a:t>水溶液中加入</a:t>
            </a:r>
            <a:r>
              <a:rPr lang="en-US" altLang="zh-CN" sz="2400" b="1" dirty="0" err="1">
                <a:ea typeface="楷体_GB2312" pitchFamily="49" charset="-122"/>
              </a:rPr>
              <a:t>HCl</a:t>
            </a:r>
            <a:r>
              <a:rPr lang="zh-CN" altLang="en-US" sz="2400" b="1" dirty="0">
                <a:ea typeface="楷体_GB2312" pitchFamily="49" charset="-122"/>
              </a:rPr>
              <a:t>后零水准</a:t>
            </a:r>
          </a:p>
        </p:txBody>
      </p:sp>
      <p:sp>
        <p:nvSpPr>
          <p:cNvPr id="15" name="Rectangle 5"/>
          <p:cNvSpPr>
            <a:spLocks noChangeArrowheads="1"/>
          </p:cNvSpPr>
          <p:nvPr/>
        </p:nvSpPr>
        <p:spPr bwMode="auto">
          <a:xfrm>
            <a:off x="8356475" y="2651475"/>
            <a:ext cx="1355227" cy="900246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</a:pPr>
            <a:r>
              <a:rPr lang="en-US" altLang="zh-CN" sz="2500" b="1" dirty="0" smtClean="0">
                <a:ea typeface="楷体_GB2312" pitchFamily="49" charset="-122"/>
              </a:rPr>
              <a:t> </a:t>
            </a:r>
            <a:r>
              <a:rPr lang="en-US" altLang="zh-CN" sz="2500" b="1" dirty="0">
                <a:ea typeface="楷体_GB2312" pitchFamily="49" charset="-122"/>
              </a:rPr>
              <a:t>①NH</a:t>
            </a:r>
            <a:r>
              <a:rPr lang="en-US" altLang="zh-CN" sz="2500" b="1" baseline="-25000" dirty="0">
                <a:ea typeface="楷体_GB2312" pitchFamily="49" charset="-122"/>
              </a:rPr>
              <a:t>4</a:t>
            </a:r>
            <a:r>
              <a:rPr lang="en-US" altLang="zh-CN" sz="2500" b="1" baseline="30000" dirty="0" smtClean="0">
                <a:ea typeface="楷体_GB2312" pitchFamily="49" charset="-122"/>
              </a:rPr>
              <a:t>+</a:t>
            </a:r>
            <a:endParaRPr lang="en-US" altLang="zh-CN" sz="2500" b="1" dirty="0">
              <a:ea typeface="楷体_GB2312" pitchFamily="49" charset="-122"/>
            </a:endParaRPr>
          </a:p>
          <a:p>
            <a:pPr>
              <a:lnSpc>
                <a:spcPct val="105000"/>
              </a:lnSpc>
            </a:pPr>
            <a:r>
              <a:rPr lang="en-US" altLang="zh-CN" sz="2500" b="1" dirty="0" smtClean="0">
                <a:ea typeface="楷体_GB2312" pitchFamily="49" charset="-122"/>
              </a:rPr>
              <a:t> </a:t>
            </a:r>
            <a:r>
              <a:rPr lang="en-US" altLang="zh-CN" sz="2500" b="1" dirty="0">
                <a:ea typeface="楷体_GB2312" pitchFamily="49" charset="-122"/>
              </a:rPr>
              <a:t>②H</a:t>
            </a:r>
            <a:r>
              <a:rPr lang="en-US" altLang="zh-CN" sz="2500" b="1" baseline="-25000" dirty="0">
                <a:ea typeface="楷体_GB2312" pitchFamily="49" charset="-122"/>
              </a:rPr>
              <a:t>2</a:t>
            </a:r>
            <a:r>
              <a:rPr lang="en-US" altLang="zh-CN" sz="2500" b="1" dirty="0">
                <a:ea typeface="楷体_GB2312" pitchFamily="49" charset="-122"/>
              </a:rPr>
              <a:t>O.</a:t>
            </a:r>
          </a:p>
        </p:txBody>
      </p:sp>
      <p:sp>
        <p:nvSpPr>
          <p:cNvPr id="9" name="矩形 8"/>
          <p:cNvSpPr/>
          <p:nvPr/>
        </p:nvSpPr>
        <p:spPr>
          <a:xfrm>
            <a:off x="818259" y="3955166"/>
            <a:ext cx="304923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b="1" dirty="0" smtClean="0">
                <a:solidFill>
                  <a:schemeClr val="tx2"/>
                </a:solidFill>
                <a:ea typeface="楷体_GB2312" pitchFamily="49" charset="-122"/>
              </a:rPr>
              <a:t>H</a:t>
            </a:r>
            <a:r>
              <a:rPr lang="en-US" altLang="zh-CN" sz="2400" b="1" baseline="-25000" dirty="0" smtClean="0">
                <a:solidFill>
                  <a:schemeClr val="tx2"/>
                </a:solidFill>
                <a:ea typeface="楷体_GB2312" pitchFamily="49" charset="-122"/>
              </a:rPr>
              <a:t>2</a:t>
            </a:r>
            <a:r>
              <a:rPr lang="en-US" altLang="zh-CN" sz="2400" b="1" dirty="0" smtClean="0">
                <a:solidFill>
                  <a:schemeClr val="tx2"/>
                </a:solidFill>
                <a:ea typeface="楷体_GB2312" pitchFamily="49" charset="-122"/>
              </a:rPr>
              <a:t>C</a:t>
            </a:r>
            <a:r>
              <a:rPr lang="en-US" altLang="zh-CN" sz="2400" b="1" baseline="-25000" dirty="0" smtClean="0">
                <a:solidFill>
                  <a:schemeClr val="tx2"/>
                </a:solidFill>
                <a:ea typeface="楷体_GB2312" pitchFamily="49" charset="-122"/>
              </a:rPr>
              <a:t>2</a:t>
            </a:r>
            <a:r>
              <a:rPr lang="en-US" altLang="zh-CN" sz="2400" b="1" dirty="0" smtClean="0">
                <a:solidFill>
                  <a:schemeClr val="tx2"/>
                </a:solidFill>
                <a:ea typeface="楷体_GB2312" pitchFamily="49" charset="-122"/>
              </a:rPr>
              <a:t>O</a:t>
            </a:r>
            <a:r>
              <a:rPr lang="en-US" altLang="zh-CN" sz="2400" b="1" baseline="-25000" dirty="0" smtClean="0">
                <a:solidFill>
                  <a:schemeClr val="tx2"/>
                </a:solidFill>
                <a:ea typeface="楷体_GB2312" pitchFamily="49" charset="-122"/>
              </a:rPr>
              <a:t>4</a:t>
            </a:r>
            <a:r>
              <a:rPr lang="zh-CN" altLang="en-US" sz="2400" b="1" dirty="0" smtClean="0">
                <a:solidFill>
                  <a:schemeClr val="tx2"/>
                </a:solidFill>
                <a:ea typeface="楷体_GB2312" pitchFamily="49" charset="-122"/>
              </a:rPr>
              <a:t>水溶液零水准</a:t>
            </a:r>
            <a:endParaRPr lang="zh-CN" altLang="en-US" sz="2400" b="1" dirty="0">
              <a:solidFill>
                <a:schemeClr val="tx2"/>
              </a:solidFill>
              <a:ea typeface="楷体_GB2312" pitchFamily="49" charset="-122"/>
            </a:endParaRPr>
          </a:p>
        </p:txBody>
      </p:sp>
      <p:sp>
        <p:nvSpPr>
          <p:cNvPr id="17" name="Rectangle 4"/>
          <p:cNvSpPr>
            <a:spLocks noChangeArrowheads="1"/>
          </p:cNvSpPr>
          <p:nvPr/>
        </p:nvSpPr>
        <p:spPr bwMode="auto">
          <a:xfrm>
            <a:off x="1215213" y="4444866"/>
            <a:ext cx="1665504" cy="900246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</a:pPr>
            <a:r>
              <a:rPr lang="en-US" altLang="zh-CN" sz="2500" b="1" dirty="0" smtClean="0">
                <a:ea typeface="楷体_GB2312" pitchFamily="49" charset="-122"/>
              </a:rPr>
              <a:t>①H</a:t>
            </a:r>
            <a:r>
              <a:rPr lang="en-US" altLang="zh-CN" sz="2500" b="1" baseline="-25000" dirty="0" smtClean="0">
                <a:ea typeface="楷体_GB2312" pitchFamily="49" charset="-122"/>
              </a:rPr>
              <a:t>2</a:t>
            </a:r>
            <a:r>
              <a:rPr lang="en-US" altLang="zh-CN" sz="2500" b="1" dirty="0" smtClean="0">
                <a:ea typeface="楷体_GB2312" pitchFamily="49" charset="-122"/>
              </a:rPr>
              <a:t>C</a:t>
            </a:r>
            <a:r>
              <a:rPr lang="en-US" altLang="zh-CN" sz="2500" b="1" baseline="-25000" dirty="0" smtClean="0">
                <a:ea typeface="楷体_GB2312" pitchFamily="49" charset="-122"/>
              </a:rPr>
              <a:t>2</a:t>
            </a:r>
            <a:r>
              <a:rPr lang="en-US" altLang="zh-CN" sz="2500" b="1" dirty="0" smtClean="0">
                <a:ea typeface="楷体_GB2312" pitchFamily="49" charset="-122"/>
              </a:rPr>
              <a:t>O</a:t>
            </a:r>
            <a:r>
              <a:rPr lang="en-US" altLang="zh-CN" sz="2500" b="1" baseline="-25000" dirty="0" smtClean="0">
                <a:ea typeface="楷体_GB2312" pitchFamily="49" charset="-122"/>
              </a:rPr>
              <a:t>4</a:t>
            </a:r>
            <a:r>
              <a:rPr lang="en-US" altLang="zh-CN" sz="2500" b="1" dirty="0" smtClean="0">
                <a:ea typeface="楷体_GB2312" pitchFamily="49" charset="-122"/>
              </a:rPr>
              <a:t>;</a:t>
            </a:r>
          </a:p>
          <a:p>
            <a:pPr>
              <a:lnSpc>
                <a:spcPct val="105000"/>
              </a:lnSpc>
            </a:pPr>
            <a:r>
              <a:rPr lang="en-US" altLang="zh-CN" sz="2500" b="1" dirty="0" smtClean="0">
                <a:ea typeface="楷体_GB2312" pitchFamily="49" charset="-122"/>
              </a:rPr>
              <a:t>②</a:t>
            </a:r>
            <a:r>
              <a:rPr lang="en-US" altLang="zh-CN" sz="2500" b="1" dirty="0">
                <a:ea typeface="楷体_GB2312" pitchFamily="49" charset="-122"/>
              </a:rPr>
              <a:t>H</a:t>
            </a:r>
            <a:r>
              <a:rPr lang="en-US" altLang="zh-CN" sz="2500" b="1" baseline="-25000" dirty="0">
                <a:ea typeface="楷体_GB2312" pitchFamily="49" charset="-122"/>
              </a:rPr>
              <a:t>2</a:t>
            </a:r>
            <a:r>
              <a:rPr lang="en-US" altLang="zh-CN" sz="2500" b="1" dirty="0">
                <a:ea typeface="楷体_GB2312" pitchFamily="49" charset="-122"/>
              </a:rPr>
              <a:t>O.</a:t>
            </a:r>
          </a:p>
        </p:txBody>
      </p:sp>
      <p:sp>
        <p:nvSpPr>
          <p:cNvPr id="10" name="矩形 9"/>
          <p:cNvSpPr/>
          <p:nvPr/>
        </p:nvSpPr>
        <p:spPr>
          <a:xfrm>
            <a:off x="4099126" y="3939223"/>
            <a:ext cx="347723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b="1" dirty="0">
                <a:ea typeface="楷体_GB2312" pitchFamily="49" charset="-122"/>
              </a:rPr>
              <a:t>(NH</a:t>
            </a:r>
            <a:r>
              <a:rPr lang="en-US" altLang="zh-CN" sz="2400" b="1" baseline="-25000" dirty="0">
                <a:ea typeface="楷体_GB2312" pitchFamily="49" charset="-122"/>
              </a:rPr>
              <a:t>4</a:t>
            </a:r>
            <a:r>
              <a:rPr lang="en-US" altLang="zh-CN" sz="2400" b="1" dirty="0">
                <a:ea typeface="楷体_GB2312" pitchFamily="49" charset="-122"/>
              </a:rPr>
              <a:t>)</a:t>
            </a:r>
            <a:r>
              <a:rPr lang="en-US" altLang="zh-CN" sz="2400" b="1" baseline="-25000" dirty="0">
                <a:ea typeface="楷体_GB2312" pitchFamily="49" charset="-122"/>
              </a:rPr>
              <a:t>2</a:t>
            </a:r>
            <a:r>
              <a:rPr lang="en-US" altLang="zh-CN" sz="2400" b="1" dirty="0">
                <a:ea typeface="楷体_GB2312" pitchFamily="49" charset="-122"/>
              </a:rPr>
              <a:t>CO</a:t>
            </a:r>
            <a:r>
              <a:rPr lang="en-US" altLang="zh-CN" sz="2400" b="1" baseline="-25000" dirty="0">
                <a:ea typeface="楷体_GB2312" pitchFamily="49" charset="-122"/>
              </a:rPr>
              <a:t>3</a:t>
            </a:r>
            <a:r>
              <a:rPr lang="zh-CN" altLang="en-US" sz="2400" b="1" dirty="0" smtClean="0">
                <a:ea typeface="楷体_GB2312" pitchFamily="49" charset="-122"/>
              </a:rPr>
              <a:t>水溶液零水准</a:t>
            </a:r>
            <a:endParaRPr lang="zh-CN" altLang="en-US" sz="2400" dirty="0"/>
          </a:p>
        </p:txBody>
      </p:sp>
      <p:sp>
        <p:nvSpPr>
          <p:cNvPr id="19" name="Rectangle 4"/>
          <p:cNvSpPr>
            <a:spLocks noChangeArrowheads="1"/>
          </p:cNvSpPr>
          <p:nvPr/>
        </p:nvSpPr>
        <p:spPr bwMode="auto">
          <a:xfrm>
            <a:off x="4099126" y="4444866"/>
            <a:ext cx="1445887" cy="1304203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</a:pPr>
            <a:r>
              <a:rPr lang="en-US" altLang="zh-CN" sz="2500" b="1" dirty="0" smtClean="0">
                <a:ea typeface="楷体_GB2312" pitchFamily="49" charset="-122"/>
              </a:rPr>
              <a:t>①</a:t>
            </a:r>
            <a:r>
              <a:rPr lang="en-US" altLang="zh-CN" sz="2400" b="1" dirty="0" smtClean="0">
                <a:solidFill>
                  <a:srgbClr val="000000"/>
                </a:solidFill>
                <a:ea typeface="楷体_GB2312" pitchFamily="49" charset="-122"/>
              </a:rPr>
              <a:t>NH</a:t>
            </a:r>
            <a:r>
              <a:rPr lang="en-US" altLang="zh-CN" sz="2400" b="1" baseline="-25000" dirty="0" smtClean="0">
                <a:solidFill>
                  <a:srgbClr val="000000"/>
                </a:solidFill>
                <a:ea typeface="楷体_GB2312" pitchFamily="49" charset="-122"/>
              </a:rPr>
              <a:t>4</a:t>
            </a:r>
            <a:r>
              <a:rPr lang="en-US" altLang="zh-CN" sz="2500" b="1" baseline="30000" dirty="0">
                <a:ea typeface="楷体_GB2312" pitchFamily="49" charset="-122"/>
              </a:rPr>
              <a:t>+</a:t>
            </a:r>
            <a:r>
              <a:rPr lang="en-US" altLang="zh-CN" sz="2500" b="1" dirty="0" smtClean="0">
                <a:ea typeface="楷体_GB2312" pitchFamily="49" charset="-122"/>
              </a:rPr>
              <a:t>;</a:t>
            </a:r>
          </a:p>
          <a:p>
            <a:pPr>
              <a:lnSpc>
                <a:spcPct val="105000"/>
              </a:lnSpc>
            </a:pPr>
            <a:r>
              <a:rPr lang="en-US" altLang="zh-CN" sz="2500" b="1" dirty="0" smtClean="0">
                <a:ea typeface="楷体_GB2312" pitchFamily="49" charset="-122"/>
              </a:rPr>
              <a:t>②CO</a:t>
            </a:r>
            <a:r>
              <a:rPr lang="en-US" altLang="zh-CN" sz="2500" b="1" baseline="-25000" dirty="0" smtClean="0">
                <a:ea typeface="楷体_GB2312" pitchFamily="49" charset="-122"/>
              </a:rPr>
              <a:t>3 </a:t>
            </a:r>
            <a:r>
              <a:rPr lang="en-US" altLang="zh-CN" sz="2500" b="1" baseline="30000" dirty="0" smtClean="0">
                <a:ea typeface="楷体_GB2312" pitchFamily="49" charset="-122"/>
              </a:rPr>
              <a:t>2-</a:t>
            </a:r>
          </a:p>
          <a:p>
            <a:pPr>
              <a:lnSpc>
                <a:spcPct val="105000"/>
              </a:lnSpc>
            </a:pPr>
            <a:r>
              <a:rPr lang="zh-CN" altLang="en-US" sz="2500" b="1" dirty="0">
                <a:ea typeface="楷体_GB2312" pitchFamily="49" charset="-122"/>
              </a:rPr>
              <a:t>③</a:t>
            </a:r>
            <a:r>
              <a:rPr lang="en-US" altLang="zh-CN" sz="2500" b="1" dirty="0" smtClean="0">
                <a:ea typeface="楷体_GB2312" pitchFamily="49" charset="-122"/>
              </a:rPr>
              <a:t>H</a:t>
            </a:r>
            <a:r>
              <a:rPr lang="en-US" altLang="zh-CN" sz="2500" b="1" baseline="-25000" dirty="0" smtClean="0">
                <a:ea typeface="楷体_GB2312" pitchFamily="49" charset="-122"/>
              </a:rPr>
              <a:t>2</a:t>
            </a:r>
            <a:r>
              <a:rPr lang="en-US" altLang="zh-CN" sz="2500" b="1" dirty="0" smtClean="0">
                <a:ea typeface="楷体_GB2312" pitchFamily="49" charset="-122"/>
              </a:rPr>
              <a:t>O</a:t>
            </a:r>
            <a:r>
              <a:rPr lang="en-US" altLang="zh-CN" sz="2500" b="1" dirty="0">
                <a:ea typeface="楷体_GB2312" pitchFamily="49" charset="-122"/>
              </a:rPr>
              <a:t>.</a:t>
            </a:r>
          </a:p>
        </p:txBody>
      </p:sp>
      <p:sp>
        <p:nvSpPr>
          <p:cNvPr id="16" name="文本框 15"/>
          <p:cNvSpPr txBox="1"/>
          <p:nvPr/>
        </p:nvSpPr>
        <p:spPr>
          <a:xfrm>
            <a:off x="7921277" y="4000375"/>
            <a:ext cx="2883913" cy="1569660"/>
          </a:xfrm>
          <a:prstGeom prst="rect">
            <a:avLst/>
          </a:prstGeom>
          <a:noFill/>
          <a:ln w="25400">
            <a:solidFill>
              <a:srgbClr val="FF00FF"/>
            </a:solidFill>
            <a:prstDash val="dash"/>
          </a:ln>
        </p:spPr>
        <p:txBody>
          <a:bodyPr wrap="square" rtlCol="0">
            <a:spAutoFit/>
          </a:bodyPr>
          <a:lstStyle/>
          <a:p>
            <a:r>
              <a:rPr lang="zh-CN" altLang="en-US" sz="2400" b="1" dirty="0" smtClean="0">
                <a:solidFill>
                  <a:srgbClr val="FF0000"/>
                </a:solidFill>
              </a:rPr>
              <a:t>大量物质：</a:t>
            </a:r>
            <a:endParaRPr lang="en-US" altLang="zh-CN" sz="2400" b="1" dirty="0" smtClean="0">
              <a:solidFill>
                <a:srgbClr val="FF0000"/>
              </a:solidFill>
            </a:endParaRPr>
          </a:p>
          <a:p>
            <a:r>
              <a:rPr lang="zh-CN" altLang="en-US" sz="2400" b="1" dirty="0" smtClean="0"/>
              <a:t>解离之前的物质</a:t>
            </a:r>
            <a:endParaRPr lang="en-US" altLang="zh-CN" sz="2400" b="1" dirty="0" smtClean="0"/>
          </a:p>
          <a:p>
            <a:r>
              <a:rPr lang="zh-CN" altLang="en-US" sz="2400" b="1" dirty="0" smtClean="0"/>
              <a:t>水溶液则一定包含</a:t>
            </a:r>
            <a:r>
              <a:rPr lang="en-US" altLang="zh-CN" sz="2400" b="1" dirty="0" smtClean="0"/>
              <a:t>H</a:t>
            </a:r>
            <a:r>
              <a:rPr lang="en-US" altLang="zh-CN" sz="2400" b="1" baseline="-25000" dirty="0" smtClean="0"/>
              <a:t>2</a:t>
            </a:r>
            <a:r>
              <a:rPr lang="en-US" altLang="zh-CN" sz="2400" b="1" dirty="0" smtClean="0"/>
              <a:t>O</a:t>
            </a:r>
            <a:r>
              <a:rPr lang="zh-CN" altLang="en-US" sz="2400" b="1" dirty="0" smtClean="0"/>
              <a:t> </a:t>
            </a:r>
            <a:endParaRPr lang="zh-CN" altLang="en-US" sz="2400" b="1" dirty="0"/>
          </a:p>
        </p:txBody>
      </p:sp>
    </p:spTree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5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down)">
                                      <p:cBhvr>
                                        <p:cTn id="34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5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down)">
                                      <p:cBhvr>
                                        <p:cTn id="39" dur="500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5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down)">
                                      <p:cBhvr>
                                        <p:cTn id="49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5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down)">
                                      <p:cBhvr>
                                        <p:cTn id="54" dur="500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5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down)">
                                      <p:cBhvr>
                                        <p:cTn id="64" dur="50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5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down)">
                                      <p:cBhvr>
                                        <p:cTn id="69" dur="500"/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5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down)">
                                      <p:cBhvr>
                                        <p:cTn id="79" dur="500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5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down)">
                                      <p:cBhvr>
                                        <p:cTn id="84" dur="500"/>
                                        <p:tgtEl>
                                          <p:spTgt spid="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5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down)">
                                      <p:cBhvr>
                                        <p:cTn id="94" dur="500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5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down)">
                                      <p:cBhvr>
                                        <p:cTn id="99" dur="500"/>
                                        <p:tgtEl>
                                          <p:spTgt spid="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5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down)">
                                      <p:cBhvr>
                                        <p:cTn id="104" dur="500"/>
                                        <p:tgtEl>
                                          <p:spTgt spid="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5" grpId="0"/>
      <p:bldP spid="6" grpId="0"/>
      <p:bldP spid="7" grpId="0"/>
      <p:bldP spid="11" grpId="0" build="p" autoUpdateAnimBg="0"/>
      <p:bldP spid="12" grpId="0" build="p" autoUpdateAnimBg="0"/>
      <p:bldP spid="13" grpId="0"/>
      <p:bldP spid="8" grpId="0"/>
      <p:bldP spid="15" grpId="0" build="p" autoUpdateAnimBg="0"/>
      <p:bldP spid="9" grpId="0"/>
      <p:bldP spid="17" grpId="0" build="p" autoUpdateAnimBg="0"/>
      <p:bldP spid="10" grpId="0"/>
      <p:bldP spid="19" grpId="0" build="p" autoUpdateAnimBg="0"/>
      <p:bldP spid="16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8"/>
          <p:cNvSpPr>
            <a:spLocks noChangeArrowheads="1"/>
          </p:cNvSpPr>
          <p:nvPr/>
        </p:nvSpPr>
        <p:spPr bwMode="auto">
          <a:xfrm>
            <a:off x="576461" y="935831"/>
            <a:ext cx="10231437" cy="90011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lnSpc>
                <a:spcPct val="105000"/>
              </a:lnSpc>
            </a:pPr>
            <a:r>
              <a:rPr lang="en-US" altLang="zh-CN" sz="2500" b="1" dirty="0">
                <a:ea typeface="楷体_GB2312" pitchFamily="49" charset="-122"/>
              </a:rPr>
              <a:t>        </a:t>
            </a:r>
            <a:r>
              <a:rPr lang="en-US" altLang="zh-CN" sz="2500" b="1" dirty="0">
                <a:solidFill>
                  <a:schemeClr val="tx2"/>
                </a:solidFill>
                <a:ea typeface="楷体_GB2312" pitchFamily="49" charset="-122"/>
              </a:rPr>
              <a:t>NH</a:t>
            </a:r>
            <a:r>
              <a:rPr lang="en-US" altLang="zh-CN" sz="2500" b="1" baseline="-25000" dirty="0">
                <a:solidFill>
                  <a:schemeClr val="tx2"/>
                </a:solidFill>
                <a:ea typeface="楷体_GB2312" pitchFamily="49" charset="-122"/>
              </a:rPr>
              <a:t>3</a:t>
            </a:r>
            <a:r>
              <a:rPr lang="zh-CN" altLang="en-US" sz="2500" b="1" dirty="0">
                <a:solidFill>
                  <a:schemeClr val="tx2"/>
                </a:solidFill>
                <a:ea typeface="楷体_GB2312" pitchFamily="49" charset="-122"/>
              </a:rPr>
              <a:t>水溶液中</a:t>
            </a:r>
            <a:r>
              <a:rPr lang="zh-CN" altLang="en-US" sz="2500" b="1" dirty="0" smtClean="0">
                <a:solidFill>
                  <a:schemeClr val="tx2"/>
                </a:solidFill>
                <a:ea typeface="楷体_GB2312" pitchFamily="49" charset="-122"/>
              </a:rPr>
              <a:t>加入等体积等浓度</a:t>
            </a:r>
            <a:r>
              <a:rPr lang="en-US" altLang="zh-CN" sz="2500" b="1" dirty="0" err="1" smtClean="0">
                <a:solidFill>
                  <a:schemeClr val="tx2"/>
                </a:solidFill>
                <a:ea typeface="楷体_GB2312" pitchFamily="49" charset="-122"/>
              </a:rPr>
              <a:t>HCl</a:t>
            </a:r>
            <a:r>
              <a:rPr lang="zh-CN" altLang="en-US" sz="2500" b="1" dirty="0">
                <a:solidFill>
                  <a:schemeClr val="tx2"/>
                </a:solidFill>
                <a:ea typeface="楷体_GB2312" pitchFamily="49" charset="-122"/>
              </a:rPr>
              <a:t>标准溶液</a:t>
            </a:r>
            <a:r>
              <a:rPr lang="en-US" altLang="zh-CN" sz="2500" b="1" dirty="0">
                <a:ea typeface="楷体_GB2312" pitchFamily="49" charset="-122"/>
              </a:rPr>
              <a:t>,</a:t>
            </a:r>
            <a:r>
              <a:rPr lang="zh-CN" altLang="en-US" sz="2500" b="1" dirty="0">
                <a:ea typeface="楷体_GB2312" pitchFamily="49" charset="-122"/>
              </a:rPr>
              <a:t>使它们</a:t>
            </a:r>
            <a:r>
              <a:rPr lang="zh-CN" altLang="en-US" sz="2500" b="1" dirty="0">
                <a:solidFill>
                  <a:schemeClr val="tx2"/>
                </a:solidFill>
                <a:ea typeface="楷体_GB2312" pitchFamily="49" charset="-122"/>
              </a:rPr>
              <a:t>按化学计量方程式</a:t>
            </a:r>
            <a:r>
              <a:rPr lang="zh-CN" altLang="en-US" sz="2500" b="1" dirty="0">
                <a:solidFill>
                  <a:srgbClr val="FF0000"/>
                </a:solidFill>
                <a:ea typeface="楷体_GB2312" pitchFamily="49" charset="-122"/>
              </a:rPr>
              <a:t>作用完全</a:t>
            </a:r>
            <a:r>
              <a:rPr lang="zh-CN" altLang="en-US" sz="2500" b="1" dirty="0">
                <a:ea typeface="楷体_GB2312" pitchFamily="49" charset="-122"/>
              </a:rPr>
              <a:t>时水溶液的零水准</a:t>
            </a:r>
            <a:r>
              <a:rPr lang="en-US" altLang="zh-CN" sz="2500" b="1" dirty="0">
                <a:ea typeface="楷体_GB2312" pitchFamily="49" charset="-122"/>
              </a:rPr>
              <a:t>:             </a:t>
            </a:r>
          </a:p>
        </p:txBody>
      </p:sp>
      <p:sp>
        <p:nvSpPr>
          <p:cNvPr id="5" name="AutoShape 23"/>
          <p:cNvSpPr>
            <a:spLocks/>
          </p:cNvSpPr>
          <p:nvPr/>
        </p:nvSpPr>
        <p:spPr bwMode="auto">
          <a:xfrm>
            <a:off x="2644973" y="1969289"/>
            <a:ext cx="180975" cy="509588"/>
          </a:xfrm>
          <a:prstGeom prst="leftBrace">
            <a:avLst>
              <a:gd name="adj1" fmla="val 33333"/>
              <a:gd name="adj2" fmla="val 50000"/>
            </a:avLst>
          </a:prstGeom>
          <a:ln>
            <a:headEnd/>
            <a:tailEnd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anchor="ctr">
            <a:spAutoFit/>
          </a:bodyPr>
          <a:lstStyle/>
          <a:p>
            <a:pPr>
              <a:defRPr/>
            </a:pPr>
            <a:endParaRPr lang="zh-CN" altLang="en-US" sz="2500">
              <a:ea typeface="楷体_GB2312"/>
            </a:endParaRPr>
          </a:p>
        </p:txBody>
      </p:sp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1716286" y="1754977"/>
            <a:ext cx="3584575" cy="90011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lnSpc>
                <a:spcPct val="105000"/>
              </a:lnSpc>
            </a:pPr>
            <a:r>
              <a:rPr lang="en-US" altLang="zh-CN" sz="2500" b="1" dirty="0">
                <a:ea typeface="楷体_GB2312" pitchFamily="49" charset="-122"/>
              </a:rPr>
              <a:t>             ①NH</a:t>
            </a:r>
            <a:r>
              <a:rPr lang="en-US" altLang="zh-CN" sz="2500" b="1" baseline="-25000" dirty="0">
                <a:ea typeface="楷体_GB2312" pitchFamily="49" charset="-122"/>
              </a:rPr>
              <a:t>4</a:t>
            </a:r>
            <a:r>
              <a:rPr lang="en-US" altLang="zh-CN" sz="2500" b="1" baseline="30000" dirty="0">
                <a:ea typeface="楷体_GB2312" pitchFamily="49" charset="-122"/>
              </a:rPr>
              <a:t>+</a:t>
            </a:r>
            <a:r>
              <a:rPr lang="en-US" altLang="zh-CN" sz="2500" b="1" dirty="0">
                <a:ea typeface="楷体_GB2312" pitchFamily="49" charset="-122"/>
              </a:rPr>
              <a:t>;</a:t>
            </a:r>
          </a:p>
          <a:p>
            <a:pPr>
              <a:lnSpc>
                <a:spcPct val="105000"/>
              </a:lnSpc>
            </a:pPr>
            <a:r>
              <a:rPr lang="en-US" altLang="zh-CN" sz="2500" b="1" dirty="0">
                <a:ea typeface="楷体_GB2312" pitchFamily="49" charset="-122"/>
              </a:rPr>
              <a:t>             ②H</a:t>
            </a:r>
            <a:r>
              <a:rPr lang="en-US" altLang="zh-CN" sz="2500" b="1" baseline="-25000" dirty="0">
                <a:ea typeface="楷体_GB2312" pitchFamily="49" charset="-122"/>
              </a:rPr>
              <a:t>2</a:t>
            </a:r>
            <a:r>
              <a:rPr lang="en-US" altLang="zh-CN" sz="2500" b="1" dirty="0">
                <a:ea typeface="楷体_GB2312" pitchFamily="49" charset="-122"/>
              </a:rPr>
              <a:t>O.</a:t>
            </a:r>
          </a:p>
        </p:txBody>
      </p:sp>
    </p:spTree>
    <p:extLst>
      <p:ext uri="{BB962C8B-B14F-4D97-AF65-F5344CB8AC3E}">
        <p14:creationId xmlns:p14="http://schemas.microsoft.com/office/powerpoint/2010/main" val="3991462950"/>
      </p:ext>
    </p:extLst>
  </p:cSld>
  <p:clrMapOvr>
    <a:masterClrMapping/>
  </p:clrMapOvr>
  <p:transition spd="slow">
    <p:split orient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5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down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down)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down)">
                                      <p:cBhvr>
                                        <p:cTn id="17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RECYCL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 autoUpdateAnimBg="0"/>
      <p:bldP spid="5" grpId="0" animBg="1"/>
      <p:bldP spid="6" grpId="0" build="p" autoUpdateAnimBg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61" name="AutoShape 9"/>
          <p:cNvSpPr>
            <a:spLocks/>
          </p:cNvSpPr>
          <p:nvPr/>
        </p:nvSpPr>
        <p:spPr bwMode="auto">
          <a:xfrm>
            <a:off x="906463" y="1606550"/>
            <a:ext cx="271462" cy="1065213"/>
          </a:xfrm>
          <a:prstGeom prst="leftBrace">
            <a:avLst>
              <a:gd name="adj1" fmla="val 43600"/>
              <a:gd name="adj2" fmla="val 50000"/>
            </a:avLst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zh-CN" altLang="en-US" sz="2500">
              <a:ea typeface="楷体_GB2312" pitchFamily="49" charset="-122"/>
            </a:endParaRPr>
          </a:p>
        </p:txBody>
      </p:sp>
      <p:sp>
        <p:nvSpPr>
          <p:cNvPr id="49171" name="Rectangle 19"/>
          <p:cNvSpPr>
            <a:spLocks noChangeArrowheads="1"/>
          </p:cNvSpPr>
          <p:nvPr/>
        </p:nvSpPr>
        <p:spPr bwMode="auto">
          <a:xfrm>
            <a:off x="906463" y="1428750"/>
            <a:ext cx="10328275" cy="1304925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pPr>
              <a:lnSpc>
                <a:spcPct val="105000"/>
              </a:lnSpc>
            </a:pPr>
            <a:r>
              <a:rPr lang="en-US" altLang="zh-CN" sz="2500" b="1" dirty="0">
                <a:ea typeface="楷体_GB2312" pitchFamily="49" charset="-122"/>
                <a:sym typeface="Monotype Sorts" pitchFamily="2" charset="2"/>
              </a:rPr>
              <a:t>  ①</a:t>
            </a:r>
            <a:r>
              <a:rPr lang="zh-CN" altLang="en-US" sz="2500" b="1" dirty="0">
                <a:ea typeface="楷体_GB2312" pitchFamily="49" charset="-122"/>
              </a:rPr>
              <a:t>确定零水准</a:t>
            </a:r>
            <a:r>
              <a:rPr lang="en-US" altLang="zh-CN" sz="2500" b="1" dirty="0">
                <a:ea typeface="楷体_GB2312" pitchFamily="49" charset="-122"/>
              </a:rPr>
              <a:t>;</a:t>
            </a:r>
          </a:p>
          <a:p>
            <a:pPr>
              <a:lnSpc>
                <a:spcPct val="105000"/>
              </a:lnSpc>
            </a:pPr>
            <a:r>
              <a:rPr lang="en-US" altLang="zh-CN" sz="2500" b="1" dirty="0">
                <a:ea typeface="楷体_GB2312" pitchFamily="49" charset="-122"/>
                <a:sym typeface="Monotype Sorts" pitchFamily="2" charset="2"/>
              </a:rPr>
              <a:t>  ②</a:t>
            </a:r>
            <a:r>
              <a:rPr lang="zh-CN" altLang="en-US" sz="2500" b="1" dirty="0">
                <a:ea typeface="楷体_GB2312" pitchFamily="49" charset="-122"/>
                <a:sym typeface="Monotype Sorts" pitchFamily="2" charset="2"/>
              </a:rPr>
              <a:t>找出质子得失与量的关系</a:t>
            </a:r>
            <a:r>
              <a:rPr lang="en-US" altLang="zh-CN" sz="2500" b="1" dirty="0">
                <a:ea typeface="楷体_GB2312" pitchFamily="49" charset="-122"/>
                <a:sym typeface="Monotype Sorts" pitchFamily="2" charset="2"/>
              </a:rPr>
              <a:t>;</a:t>
            </a:r>
          </a:p>
          <a:p>
            <a:pPr>
              <a:lnSpc>
                <a:spcPct val="105000"/>
              </a:lnSpc>
            </a:pPr>
            <a:r>
              <a:rPr lang="en-US" altLang="zh-CN" sz="2500" b="1" dirty="0">
                <a:ea typeface="楷体_GB2312" pitchFamily="49" charset="-122"/>
                <a:sym typeface="Monotype Sorts" pitchFamily="2" charset="2"/>
              </a:rPr>
              <a:t>  ③</a:t>
            </a:r>
            <a:r>
              <a:rPr lang="zh-CN" altLang="en-US" sz="2500" b="1" dirty="0">
                <a:ea typeface="楷体_GB2312" pitchFamily="49" charset="-122"/>
                <a:sym typeface="Monotype Sorts" pitchFamily="2" charset="2"/>
              </a:rPr>
              <a:t>据</a:t>
            </a:r>
            <a:r>
              <a:rPr lang="en-US" altLang="zh-CN" sz="2500" b="1" i="1" dirty="0">
                <a:solidFill>
                  <a:srgbClr val="FF0000"/>
                </a:solidFill>
                <a:ea typeface="楷体_GB2312" pitchFamily="49" charset="-122"/>
                <a:sym typeface="Monotype Sorts" pitchFamily="2" charset="2"/>
              </a:rPr>
              <a:t>n</a:t>
            </a:r>
            <a:r>
              <a:rPr lang="en-US" altLang="zh-CN" sz="2500" b="1" dirty="0">
                <a:solidFill>
                  <a:srgbClr val="FF0000"/>
                </a:solidFill>
                <a:ea typeface="楷体_GB2312" pitchFamily="49" charset="-122"/>
                <a:sym typeface="Monotype Sorts" pitchFamily="2" charset="2"/>
              </a:rPr>
              <a:t>(</a:t>
            </a:r>
            <a:r>
              <a:rPr lang="zh-CN" altLang="en-US" sz="2500" b="1" dirty="0">
                <a:solidFill>
                  <a:srgbClr val="FF0000"/>
                </a:solidFill>
                <a:ea typeface="楷体_GB2312" pitchFamily="49" charset="-122"/>
                <a:sym typeface="Monotype Sorts" pitchFamily="2" charset="2"/>
              </a:rPr>
              <a:t>失质子</a:t>
            </a:r>
            <a:r>
              <a:rPr lang="en-US" altLang="zh-CN" sz="2500" b="1" dirty="0">
                <a:solidFill>
                  <a:srgbClr val="FF0000"/>
                </a:solidFill>
                <a:ea typeface="楷体_GB2312" pitchFamily="49" charset="-122"/>
                <a:sym typeface="Monotype Sorts" pitchFamily="2" charset="2"/>
              </a:rPr>
              <a:t>) = </a:t>
            </a:r>
            <a:r>
              <a:rPr lang="en-US" altLang="zh-CN" sz="2500" b="1" i="1" dirty="0">
                <a:solidFill>
                  <a:srgbClr val="FF0000"/>
                </a:solidFill>
                <a:ea typeface="楷体_GB2312" pitchFamily="49" charset="-122"/>
                <a:sym typeface="Monotype Sorts" pitchFamily="2" charset="2"/>
              </a:rPr>
              <a:t>n</a:t>
            </a:r>
            <a:r>
              <a:rPr lang="en-US" altLang="zh-CN" sz="2500" b="1" dirty="0">
                <a:solidFill>
                  <a:srgbClr val="FF0000"/>
                </a:solidFill>
                <a:ea typeface="楷体_GB2312" pitchFamily="49" charset="-122"/>
                <a:sym typeface="Monotype Sorts" pitchFamily="2" charset="2"/>
              </a:rPr>
              <a:t>(</a:t>
            </a:r>
            <a:r>
              <a:rPr lang="zh-CN" altLang="en-US" sz="2500" b="1" dirty="0">
                <a:solidFill>
                  <a:srgbClr val="FF0000"/>
                </a:solidFill>
                <a:ea typeface="楷体_GB2312" pitchFamily="49" charset="-122"/>
                <a:sym typeface="Monotype Sorts" pitchFamily="2" charset="2"/>
              </a:rPr>
              <a:t>得质子</a:t>
            </a:r>
            <a:r>
              <a:rPr lang="en-US" altLang="zh-CN" sz="2500" b="1" dirty="0">
                <a:solidFill>
                  <a:srgbClr val="FF0000"/>
                </a:solidFill>
                <a:ea typeface="楷体_GB2312" pitchFamily="49" charset="-122"/>
                <a:sym typeface="Monotype Sorts" pitchFamily="2" charset="2"/>
              </a:rPr>
              <a:t>)</a:t>
            </a:r>
            <a:r>
              <a:rPr lang="zh-CN" altLang="en-US" sz="2500" b="1" dirty="0">
                <a:ea typeface="楷体_GB2312" pitchFamily="49" charset="-122"/>
                <a:sym typeface="Monotype Sorts" pitchFamily="2" charset="2"/>
              </a:rPr>
              <a:t>原则写出等式</a:t>
            </a:r>
            <a:r>
              <a:rPr lang="en-US" altLang="zh-CN" sz="2500" b="1" dirty="0">
                <a:ea typeface="楷体_GB2312" pitchFamily="49" charset="-122"/>
                <a:sym typeface="Monotype Sorts" pitchFamily="2" charset="2"/>
              </a:rPr>
              <a:t>.</a:t>
            </a:r>
          </a:p>
        </p:txBody>
      </p:sp>
      <p:sp>
        <p:nvSpPr>
          <p:cNvPr id="49172" name="Rectangle 20"/>
          <p:cNvSpPr>
            <a:spLocks noChangeArrowheads="1"/>
          </p:cNvSpPr>
          <p:nvPr/>
        </p:nvSpPr>
        <p:spPr bwMode="auto">
          <a:xfrm>
            <a:off x="903288" y="882650"/>
            <a:ext cx="3191899" cy="477054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r>
              <a:rPr lang="zh-CN" altLang="en-US" sz="2500" b="1" dirty="0" smtClean="0">
                <a:solidFill>
                  <a:srgbClr val="FF3300"/>
                </a:solidFill>
                <a:ea typeface="楷体_GB2312" pitchFamily="49" charset="-122"/>
              </a:rPr>
              <a:t>质子条件式基本</a:t>
            </a:r>
            <a:r>
              <a:rPr lang="zh-CN" altLang="en-US" sz="2500" b="1" dirty="0">
                <a:solidFill>
                  <a:srgbClr val="FF3300"/>
                </a:solidFill>
                <a:ea typeface="楷体_GB2312" pitchFamily="49" charset="-122"/>
              </a:rPr>
              <a:t>步骤</a:t>
            </a:r>
            <a:r>
              <a:rPr lang="en-US" altLang="zh-CN" sz="2500" b="1" dirty="0">
                <a:solidFill>
                  <a:srgbClr val="FF3300"/>
                </a:solidFill>
                <a:ea typeface="楷体_GB2312" pitchFamily="49" charset="-122"/>
              </a:rPr>
              <a:t>:</a:t>
            </a:r>
          </a:p>
        </p:txBody>
      </p:sp>
      <p:sp>
        <p:nvSpPr>
          <p:cNvPr id="8198" name="Rectangle 23"/>
          <p:cNvSpPr>
            <a:spLocks noGrp="1" noChangeArrowheads="1"/>
          </p:cNvSpPr>
          <p:nvPr>
            <p:ph type="title"/>
          </p:nvPr>
        </p:nvSpPr>
        <p:spPr>
          <a:xfrm>
            <a:off x="576263" y="258763"/>
            <a:ext cx="10369550" cy="431800"/>
          </a:xfrm>
        </p:spPr>
        <p:txBody>
          <a:bodyPr/>
          <a:lstStyle/>
          <a:p>
            <a:r>
              <a:rPr lang="en-US" altLang="zh-CN" smtClean="0">
                <a:ea typeface="黑体" pitchFamily="49" charset="-122"/>
              </a:rPr>
              <a:t>3.4.2</a:t>
            </a:r>
            <a:r>
              <a:rPr lang="zh-CN" altLang="en-US" smtClean="0">
                <a:ea typeface="黑体" pitchFamily="49" charset="-122"/>
              </a:rPr>
              <a:t>酸碱质子理论中的代数法</a:t>
            </a:r>
            <a:endParaRPr lang="zh-CN" altLang="en-US" sz="1800" smtClean="0">
              <a:ea typeface="黑体" pitchFamily="49" charset="-122"/>
            </a:endParaRPr>
          </a:p>
        </p:txBody>
      </p:sp>
      <p:sp>
        <p:nvSpPr>
          <p:cNvPr id="8202" name="Oval 26" descr="图片8">
            <a:hlinkClick r:id="" action="ppaction://hlinkshowjump?jump=previousslide"/>
          </p:cNvPr>
          <p:cNvSpPr>
            <a:spLocks noChangeAspect="1" noChangeArrowheads="1"/>
          </p:cNvSpPr>
          <p:nvPr/>
        </p:nvSpPr>
        <p:spPr bwMode="gray">
          <a:xfrm>
            <a:off x="0" y="5597525"/>
            <a:ext cx="360363" cy="360363"/>
          </a:xfrm>
          <a:prstGeom prst="ellipse">
            <a:avLst/>
          </a:prstGeom>
          <a:blipFill dpi="0" rotWithShape="1">
            <a:blip r:embed="rId4"/>
            <a:srcRect/>
            <a:stretch>
              <a:fillRect/>
            </a:stretch>
          </a:blipFill>
          <a:ln w="9525">
            <a:solidFill>
              <a:srgbClr val="808080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203" name="Oval 27" descr="图片9">
            <a:hlinkClick r:id="" action="ppaction://hlinkshowjump?jump=nextslide"/>
          </p:cNvPr>
          <p:cNvSpPr>
            <a:spLocks noChangeAspect="1" noChangeArrowheads="1"/>
          </p:cNvSpPr>
          <p:nvPr/>
        </p:nvSpPr>
        <p:spPr bwMode="gray">
          <a:xfrm>
            <a:off x="11155363" y="5688013"/>
            <a:ext cx="360362" cy="360362"/>
          </a:xfrm>
          <a:prstGeom prst="ellipse">
            <a:avLst/>
          </a:prstGeom>
          <a:blipFill dpi="0" rotWithShape="1">
            <a:blip r:embed="rId5"/>
            <a:srcRect/>
            <a:stretch>
              <a:fillRect/>
            </a:stretch>
          </a:blipFill>
          <a:ln w="9525">
            <a:solidFill>
              <a:srgbClr val="808080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" name="矩形 11"/>
          <p:cNvSpPr/>
          <p:nvPr/>
        </p:nvSpPr>
        <p:spPr>
          <a:xfrm>
            <a:off x="576263" y="2856732"/>
            <a:ext cx="386355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="1" dirty="0">
                <a:ea typeface="楷体_GB2312" pitchFamily="49" charset="-122"/>
              </a:rPr>
              <a:t> </a:t>
            </a:r>
            <a:r>
              <a:rPr lang="en-US" altLang="zh-CN" sz="2400" b="1" dirty="0">
                <a:solidFill>
                  <a:schemeClr val="tx2"/>
                </a:solidFill>
                <a:ea typeface="楷体_GB2312" pitchFamily="49" charset="-122"/>
              </a:rPr>
              <a:t>Na</a:t>
            </a:r>
            <a:r>
              <a:rPr lang="en-US" altLang="zh-CN" sz="2400" b="1" baseline="-25000" dirty="0">
                <a:solidFill>
                  <a:schemeClr val="tx2"/>
                </a:solidFill>
                <a:ea typeface="楷体_GB2312" pitchFamily="49" charset="-122"/>
              </a:rPr>
              <a:t>2</a:t>
            </a:r>
            <a:r>
              <a:rPr lang="en-US" altLang="zh-CN" sz="2400" b="1" dirty="0">
                <a:solidFill>
                  <a:schemeClr val="tx2"/>
                </a:solidFill>
                <a:ea typeface="楷体_GB2312" pitchFamily="49" charset="-122"/>
              </a:rPr>
              <a:t>CO</a:t>
            </a:r>
            <a:r>
              <a:rPr lang="en-US" altLang="zh-CN" sz="2400" b="1" baseline="-25000" dirty="0">
                <a:solidFill>
                  <a:schemeClr val="tx2"/>
                </a:solidFill>
                <a:ea typeface="楷体_GB2312" pitchFamily="49" charset="-122"/>
              </a:rPr>
              <a:t>3</a:t>
            </a:r>
            <a:r>
              <a:rPr lang="zh-CN" altLang="en-US" sz="2400" b="1" dirty="0" smtClean="0">
                <a:ea typeface="楷体_GB2312" pitchFamily="49" charset="-122"/>
              </a:rPr>
              <a:t>水溶液质子条件式</a:t>
            </a:r>
            <a:r>
              <a:rPr lang="en-US" altLang="zh-CN" sz="2400" b="1" dirty="0" smtClean="0">
                <a:ea typeface="楷体_GB2312" pitchFamily="49" charset="-122"/>
              </a:rPr>
              <a:t>:</a:t>
            </a:r>
            <a:endParaRPr lang="zh-CN" altLang="en-US" sz="2400" dirty="0"/>
          </a:p>
        </p:txBody>
      </p:sp>
      <p:sp>
        <p:nvSpPr>
          <p:cNvPr id="13" name="Rectangle 4"/>
          <p:cNvSpPr>
            <a:spLocks noChangeArrowheads="1"/>
          </p:cNvSpPr>
          <p:nvPr/>
        </p:nvSpPr>
        <p:spPr bwMode="auto">
          <a:xfrm>
            <a:off x="391520" y="3909469"/>
            <a:ext cx="1355819" cy="900246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</a:pPr>
            <a:r>
              <a:rPr lang="en-US" altLang="zh-CN" sz="2500" b="1" dirty="0" smtClean="0">
                <a:ea typeface="楷体_GB2312" pitchFamily="49" charset="-122"/>
              </a:rPr>
              <a:t>①</a:t>
            </a:r>
            <a:r>
              <a:rPr lang="en-US" altLang="zh-CN" sz="2500" b="1" dirty="0">
                <a:ea typeface="楷体_GB2312" pitchFamily="49" charset="-122"/>
              </a:rPr>
              <a:t>CO</a:t>
            </a:r>
            <a:r>
              <a:rPr lang="en-US" altLang="zh-CN" sz="2500" b="1" baseline="-25000" dirty="0">
                <a:ea typeface="楷体_GB2312" pitchFamily="49" charset="-122"/>
              </a:rPr>
              <a:t>3</a:t>
            </a:r>
            <a:r>
              <a:rPr lang="en-US" altLang="zh-CN" sz="2500" b="1" baseline="30000" dirty="0">
                <a:ea typeface="楷体_GB2312" pitchFamily="49" charset="-122"/>
              </a:rPr>
              <a:t>2-</a:t>
            </a:r>
            <a:r>
              <a:rPr lang="en-US" altLang="zh-CN" sz="2500" b="1" dirty="0" smtClean="0">
                <a:ea typeface="楷体_GB2312" pitchFamily="49" charset="-122"/>
              </a:rPr>
              <a:t>;</a:t>
            </a:r>
          </a:p>
          <a:p>
            <a:pPr>
              <a:lnSpc>
                <a:spcPct val="105000"/>
              </a:lnSpc>
            </a:pPr>
            <a:r>
              <a:rPr lang="en-US" altLang="zh-CN" sz="2500" b="1" dirty="0" smtClean="0">
                <a:ea typeface="楷体_GB2312" pitchFamily="49" charset="-122"/>
              </a:rPr>
              <a:t>②</a:t>
            </a:r>
            <a:r>
              <a:rPr lang="en-US" altLang="zh-CN" sz="2500" b="1" dirty="0">
                <a:ea typeface="楷体_GB2312" pitchFamily="49" charset="-122"/>
              </a:rPr>
              <a:t>H</a:t>
            </a:r>
            <a:r>
              <a:rPr lang="en-US" altLang="zh-CN" sz="2500" b="1" baseline="-25000" dirty="0">
                <a:ea typeface="楷体_GB2312" pitchFamily="49" charset="-122"/>
              </a:rPr>
              <a:t>2</a:t>
            </a:r>
            <a:r>
              <a:rPr lang="en-US" altLang="zh-CN" sz="2500" b="1" dirty="0">
                <a:ea typeface="楷体_GB2312" pitchFamily="49" charset="-122"/>
              </a:rPr>
              <a:t>O.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466833" y="3382019"/>
            <a:ext cx="142218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b="1" dirty="0" smtClean="0">
                <a:ea typeface="楷体_GB2312" pitchFamily="49" charset="-122"/>
              </a:rPr>
              <a:t>①零</a:t>
            </a:r>
            <a:r>
              <a:rPr lang="zh-CN" altLang="en-US" sz="2400" b="1" dirty="0">
                <a:ea typeface="楷体_GB2312" pitchFamily="49" charset="-122"/>
              </a:rPr>
              <a:t>水准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3461940" y="3287225"/>
            <a:ext cx="265970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b="1" dirty="0" smtClean="0">
                <a:ea typeface="楷体_GB2312"/>
              </a:rPr>
              <a:t>②得失质子关系式</a:t>
            </a:r>
            <a:endParaRPr lang="zh-CN" altLang="en-US" sz="2400" b="1" dirty="0">
              <a:ea typeface="楷体_GB231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3359088" y="3916114"/>
            <a:ext cx="92044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b="1" dirty="0">
                <a:ea typeface="楷体_GB2312" pitchFamily="49" charset="-122"/>
              </a:rPr>
              <a:t>CO</a:t>
            </a:r>
            <a:r>
              <a:rPr lang="en-US" altLang="zh-CN" sz="2400" b="1" baseline="-25000" dirty="0">
                <a:ea typeface="楷体_GB2312" pitchFamily="49" charset="-122"/>
              </a:rPr>
              <a:t>3</a:t>
            </a:r>
            <a:r>
              <a:rPr lang="en-US" altLang="zh-CN" sz="2400" b="1" baseline="30000" dirty="0">
                <a:ea typeface="楷体_GB2312" pitchFamily="49" charset="-122"/>
              </a:rPr>
              <a:t>2-</a:t>
            </a:r>
            <a:endParaRPr lang="zh-CN" altLang="en-US" sz="2400" dirty="0"/>
          </a:p>
        </p:txBody>
      </p:sp>
      <p:cxnSp>
        <p:nvCxnSpPr>
          <p:cNvPr id="7" name="直接箭头连接符 6"/>
          <p:cNvCxnSpPr/>
          <p:nvPr/>
        </p:nvCxnSpPr>
        <p:spPr>
          <a:xfrm>
            <a:off x="4214877" y="4176191"/>
            <a:ext cx="673144" cy="0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文本框 7"/>
          <p:cNvSpPr txBox="1"/>
          <p:nvPr/>
        </p:nvSpPr>
        <p:spPr>
          <a:xfrm>
            <a:off x="4144030" y="3634178"/>
            <a:ext cx="84991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b="1" dirty="0" smtClean="0">
                <a:ea typeface="楷体_GB2312"/>
              </a:rPr>
              <a:t>得</a:t>
            </a:r>
            <a:r>
              <a:rPr lang="en-US" altLang="zh-CN" sz="2400" b="1" dirty="0" smtClean="0">
                <a:ea typeface="楷体_GB2312"/>
              </a:rPr>
              <a:t>H</a:t>
            </a:r>
            <a:r>
              <a:rPr lang="en-US" altLang="zh-CN" sz="2400" b="1" baseline="30000" dirty="0" smtClean="0">
                <a:ea typeface="楷体_GB2312"/>
              </a:rPr>
              <a:t>+</a:t>
            </a:r>
            <a:endParaRPr lang="zh-CN" altLang="en-US" sz="2400" b="1" baseline="30000" dirty="0">
              <a:ea typeface="楷体_GB231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4916174" y="3909585"/>
            <a:ext cx="110799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b="1" dirty="0" smtClean="0">
                <a:ea typeface="楷体_GB2312"/>
              </a:rPr>
              <a:t>HCO</a:t>
            </a:r>
            <a:r>
              <a:rPr lang="en-US" altLang="zh-CN" sz="2400" b="1" baseline="-25000" dirty="0" smtClean="0">
                <a:ea typeface="楷体_GB2312"/>
              </a:rPr>
              <a:t>3 </a:t>
            </a:r>
            <a:r>
              <a:rPr lang="en-US" altLang="zh-CN" sz="2400" b="1" baseline="30000" dirty="0" smtClean="0">
                <a:ea typeface="楷体_GB2312"/>
              </a:rPr>
              <a:t>-</a:t>
            </a:r>
            <a:endParaRPr lang="zh-CN" altLang="en-US" sz="2400" b="1" baseline="30000" dirty="0">
              <a:ea typeface="楷体_GB2312"/>
            </a:endParaRPr>
          </a:p>
        </p:txBody>
      </p:sp>
      <p:cxnSp>
        <p:nvCxnSpPr>
          <p:cNvPr id="14" name="直接连接符 13"/>
          <p:cNvCxnSpPr/>
          <p:nvPr/>
        </p:nvCxnSpPr>
        <p:spPr>
          <a:xfrm flipH="1">
            <a:off x="3835245" y="4285446"/>
            <a:ext cx="1" cy="547132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接箭头连接符 24"/>
          <p:cNvCxnSpPr/>
          <p:nvPr/>
        </p:nvCxnSpPr>
        <p:spPr>
          <a:xfrm>
            <a:off x="3836174" y="4832578"/>
            <a:ext cx="1080000" cy="0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文本框 26"/>
          <p:cNvSpPr txBox="1"/>
          <p:nvPr/>
        </p:nvSpPr>
        <p:spPr>
          <a:xfrm>
            <a:off x="3868060" y="4397448"/>
            <a:ext cx="100380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b="1" dirty="0" smtClean="0">
                <a:ea typeface="楷体_GB2312"/>
              </a:rPr>
              <a:t>得</a:t>
            </a:r>
            <a:r>
              <a:rPr lang="en-US" altLang="zh-CN" sz="2400" b="1" dirty="0" smtClean="0">
                <a:ea typeface="楷体_GB2312"/>
              </a:rPr>
              <a:t>2H</a:t>
            </a:r>
            <a:r>
              <a:rPr lang="en-US" altLang="zh-CN" sz="2400" b="1" baseline="30000" dirty="0" smtClean="0">
                <a:ea typeface="楷体_GB2312"/>
              </a:rPr>
              <a:t>+</a:t>
            </a:r>
            <a:endParaRPr lang="zh-CN" altLang="en-US" sz="2400" b="1" baseline="30000" dirty="0">
              <a:ea typeface="楷体_GB2312"/>
            </a:endParaRPr>
          </a:p>
        </p:txBody>
      </p:sp>
      <p:sp>
        <p:nvSpPr>
          <p:cNvPr id="28" name="文本框 27"/>
          <p:cNvSpPr txBox="1"/>
          <p:nvPr/>
        </p:nvSpPr>
        <p:spPr>
          <a:xfrm>
            <a:off x="4920091" y="4578883"/>
            <a:ext cx="129554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b="1" dirty="0" smtClean="0">
                <a:ea typeface="楷体_GB2312"/>
              </a:rPr>
              <a:t>2H</a:t>
            </a:r>
            <a:r>
              <a:rPr lang="en-US" altLang="zh-CN" sz="2400" b="1" baseline="-25000" dirty="0" smtClean="0">
                <a:ea typeface="楷体_GB2312"/>
              </a:rPr>
              <a:t>2</a:t>
            </a:r>
            <a:r>
              <a:rPr lang="en-US" altLang="zh-CN" sz="2400" b="1" dirty="0" smtClean="0">
                <a:ea typeface="楷体_GB2312"/>
              </a:rPr>
              <a:t>CO</a:t>
            </a:r>
            <a:r>
              <a:rPr lang="en-US" altLang="zh-CN" sz="2400" b="1" baseline="-25000" dirty="0" smtClean="0">
                <a:ea typeface="楷体_GB2312"/>
              </a:rPr>
              <a:t>3 </a:t>
            </a:r>
            <a:endParaRPr lang="zh-CN" altLang="en-US" sz="2400" b="1" baseline="30000" dirty="0">
              <a:ea typeface="楷体_GB2312"/>
            </a:endParaRPr>
          </a:p>
        </p:txBody>
      </p:sp>
      <p:sp>
        <p:nvSpPr>
          <p:cNvPr id="29" name="矩形 28"/>
          <p:cNvSpPr/>
          <p:nvPr/>
        </p:nvSpPr>
        <p:spPr>
          <a:xfrm>
            <a:off x="3571198" y="5132387"/>
            <a:ext cx="76495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b="1" dirty="0" smtClean="0">
                <a:ea typeface="楷体_GB2312" pitchFamily="49" charset="-122"/>
              </a:rPr>
              <a:t>H</a:t>
            </a:r>
            <a:r>
              <a:rPr lang="en-US" altLang="zh-CN" sz="2400" b="1" baseline="-25000" dirty="0" smtClean="0">
                <a:ea typeface="楷体_GB2312" pitchFamily="49" charset="-122"/>
              </a:rPr>
              <a:t>2</a:t>
            </a:r>
            <a:r>
              <a:rPr lang="en-US" altLang="zh-CN" sz="2400" b="1" dirty="0" smtClean="0">
                <a:ea typeface="楷体_GB2312" pitchFamily="49" charset="-122"/>
              </a:rPr>
              <a:t>O</a:t>
            </a:r>
            <a:endParaRPr lang="zh-CN" altLang="en-US" sz="2400" dirty="0"/>
          </a:p>
        </p:txBody>
      </p:sp>
      <p:cxnSp>
        <p:nvCxnSpPr>
          <p:cNvPr id="30" name="直接箭头连接符 29"/>
          <p:cNvCxnSpPr/>
          <p:nvPr/>
        </p:nvCxnSpPr>
        <p:spPr>
          <a:xfrm>
            <a:off x="4269237" y="5400327"/>
            <a:ext cx="673144" cy="0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文本框 30"/>
          <p:cNvSpPr txBox="1"/>
          <p:nvPr/>
        </p:nvSpPr>
        <p:spPr>
          <a:xfrm>
            <a:off x="4978005" y="5132386"/>
            <a:ext cx="175721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b="1" dirty="0" smtClean="0">
                <a:ea typeface="楷体_GB2312"/>
              </a:rPr>
              <a:t>H</a:t>
            </a:r>
            <a:r>
              <a:rPr lang="en-US" altLang="zh-CN" sz="2400" b="1" baseline="-25000" dirty="0">
                <a:ea typeface="楷体_GB2312"/>
              </a:rPr>
              <a:t>3</a:t>
            </a:r>
            <a:r>
              <a:rPr lang="en-US" altLang="zh-CN" sz="2400" b="1" dirty="0" smtClean="0">
                <a:ea typeface="楷体_GB2312"/>
              </a:rPr>
              <a:t>O</a:t>
            </a:r>
            <a:r>
              <a:rPr lang="en-US" altLang="zh-CN" sz="2400" b="1" baseline="-25000" dirty="0" smtClean="0">
                <a:ea typeface="楷体_GB2312"/>
              </a:rPr>
              <a:t> </a:t>
            </a:r>
            <a:r>
              <a:rPr lang="en-US" altLang="zh-CN" sz="2400" b="1" baseline="30000" dirty="0" smtClean="0">
                <a:ea typeface="楷体_GB2312"/>
              </a:rPr>
              <a:t>+    </a:t>
            </a:r>
            <a:r>
              <a:rPr lang="en-US" altLang="zh-CN" sz="2400" b="1" dirty="0" smtClean="0">
                <a:ea typeface="楷体_GB2312"/>
              </a:rPr>
              <a:t>(H</a:t>
            </a:r>
            <a:r>
              <a:rPr lang="en-US" altLang="zh-CN" sz="2400" b="1" baseline="30000" dirty="0" smtClean="0">
                <a:ea typeface="楷体_GB2312"/>
              </a:rPr>
              <a:t>+</a:t>
            </a:r>
            <a:r>
              <a:rPr lang="en-US" altLang="zh-CN" sz="2400" b="1" dirty="0" smtClean="0">
                <a:ea typeface="楷体_GB2312"/>
              </a:rPr>
              <a:t>)</a:t>
            </a:r>
            <a:endParaRPr lang="zh-CN" altLang="en-US" sz="2400" b="1" dirty="0">
              <a:ea typeface="楷体_GB2312"/>
            </a:endParaRPr>
          </a:p>
        </p:txBody>
      </p:sp>
      <p:cxnSp>
        <p:nvCxnSpPr>
          <p:cNvPr id="32" name="直接箭头连接符 31"/>
          <p:cNvCxnSpPr/>
          <p:nvPr/>
        </p:nvCxnSpPr>
        <p:spPr>
          <a:xfrm flipH="1" flipV="1">
            <a:off x="2866905" y="5390987"/>
            <a:ext cx="760478" cy="9340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文本框 34"/>
          <p:cNvSpPr txBox="1"/>
          <p:nvPr/>
        </p:nvSpPr>
        <p:spPr>
          <a:xfrm>
            <a:off x="2836460" y="4924911"/>
            <a:ext cx="84991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b="1" dirty="0" smtClean="0">
                <a:ea typeface="楷体_GB2312"/>
              </a:rPr>
              <a:t>失</a:t>
            </a:r>
            <a:r>
              <a:rPr lang="en-US" altLang="zh-CN" sz="2400" b="1" dirty="0" smtClean="0">
                <a:ea typeface="楷体_GB2312"/>
              </a:rPr>
              <a:t>H</a:t>
            </a:r>
            <a:r>
              <a:rPr lang="en-US" altLang="zh-CN" sz="2400" b="1" baseline="30000" dirty="0" smtClean="0">
                <a:ea typeface="楷体_GB2312"/>
              </a:rPr>
              <a:t>+</a:t>
            </a:r>
            <a:endParaRPr lang="zh-CN" altLang="en-US" sz="2400" b="1" baseline="30000" dirty="0">
              <a:ea typeface="楷体_GB2312"/>
            </a:endParaRPr>
          </a:p>
        </p:txBody>
      </p:sp>
      <p:sp>
        <p:nvSpPr>
          <p:cNvPr id="36" name="文本框 35"/>
          <p:cNvSpPr txBox="1"/>
          <p:nvPr/>
        </p:nvSpPr>
        <p:spPr>
          <a:xfrm>
            <a:off x="2105170" y="5160154"/>
            <a:ext cx="73129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b="1" dirty="0" smtClean="0">
                <a:ea typeface="楷体_GB2312"/>
              </a:rPr>
              <a:t>OH</a:t>
            </a:r>
            <a:r>
              <a:rPr lang="en-US" altLang="zh-CN" sz="2400" b="1" baseline="30000" dirty="0" smtClean="0">
                <a:ea typeface="楷体_GB2312"/>
              </a:rPr>
              <a:t>-</a:t>
            </a:r>
            <a:endParaRPr lang="zh-CN" altLang="en-US" sz="2400" b="1" baseline="30000" dirty="0">
              <a:ea typeface="楷体_GB2312"/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6913165" y="3053800"/>
            <a:ext cx="343235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 smtClean="0">
                <a:ea typeface="楷体_GB2312" pitchFamily="49" charset="-122"/>
                <a:sym typeface="Monotype Sorts" pitchFamily="2" charset="2"/>
              </a:rPr>
              <a:t>③</a:t>
            </a:r>
            <a:r>
              <a:rPr lang="en-US" altLang="zh-CN" sz="2400" b="1" i="1" dirty="0" smtClean="0">
                <a:ea typeface="楷体_GB2312" pitchFamily="49" charset="-122"/>
                <a:sym typeface="Monotype Sorts" pitchFamily="2" charset="2"/>
              </a:rPr>
              <a:t>n</a:t>
            </a:r>
            <a:r>
              <a:rPr lang="en-US" altLang="zh-CN" sz="2400" b="1" dirty="0">
                <a:ea typeface="楷体_GB2312" pitchFamily="49" charset="-122"/>
                <a:sym typeface="Monotype Sorts" pitchFamily="2" charset="2"/>
              </a:rPr>
              <a:t>(</a:t>
            </a:r>
            <a:r>
              <a:rPr lang="zh-CN" altLang="en-US" sz="2400" b="1" dirty="0">
                <a:ea typeface="楷体_GB2312" pitchFamily="49" charset="-122"/>
                <a:sym typeface="Monotype Sorts" pitchFamily="2" charset="2"/>
              </a:rPr>
              <a:t>失质子</a:t>
            </a:r>
            <a:r>
              <a:rPr lang="en-US" altLang="zh-CN" sz="2400" b="1" dirty="0">
                <a:ea typeface="楷体_GB2312" pitchFamily="49" charset="-122"/>
                <a:sym typeface="Monotype Sorts" pitchFamily="2" charset="2"/>
              </a:rPr>
              <a:t>) = </a:t>
            </a:r>
            <a:r>
              <a:rPr lang="en-US" altLang="zh-CN" sz="2400" b="1" i="1" dirty="0">
                <a:ea typeface="楷体_GB2312" pitchFamily="49" charset="-122"/>
                <a:sym typeface="Monotype Sorts" pitchFamily="2" charset="2"/>
              </a:rPr>
              <a:t>n</a:t>
            </a:r>
            <a:r>
              <a:rPr lang="en-US" altLang="zh-CN" sz="2400" b="1" dirty="0">
                <a:ea typeface="楷体_GB2312" pitchFamily="49" charset="-122"/>
                <a:sym typeface="Monotype Sorts" pitchFamily="2" charset="2"/>
              </a:rPr>
              <a:t>(</a:t>
            </a:r>
            <a:r>
              <a:rPr lang="zh-CN" altLang="en-US" sz="2400" b="1" dirty="0">
                <a:ea typeface="楷体_GB2312" pitchFamily="49" charset="-122"/>
                <a:sym typeface="Monotype Sorts" pitchFamily="2" charset="2"/>
              </a:rPr>
              <a:t>得质子</a:t>
            </a:r>
            <a:r>
              <a:rPr lang="en-US" altLang="zh-CN" sz="2400" b="1" dirty="0">
                <a:ea typeface="楷体_GB2312" pitchFamily="49" charset="-122"/>
                <a:sym typeface="Monotype Sorts" pitchFamily="2" charset="2"/>
              </a:rPr>
              <a:t>)</a:t>
            </a:r>
            <a:endParaRPr lang="zh-CN" altLang="en-US" sz="2400" dirty="0"/>
          </a:p>
        </p:txBody>
      </p:sp>
      <p:sp>
        <p:nvSpPr>
          <p:cNvPr id="38" name="文本框 37"/>
          <p:cNvSpPr txBox="1"/>
          <p:nvPr/>
        </p:nvSpPr>
        <p:spPr>
          <a:xfrm>
            <a:off x="6553682" y="3724918"/>
            <a:ext cx="451279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 smtClean="0">
                <a:ea typeface="楷体_GB2312"/>
              </a:rPr>
              <a:t>[OH</a:t>
            </a:r>
            <a:r>
              <a:rPr lang="en-US" altLang="zh-CN" sz="2400" b="1" baseline="30000" dirty="0" smtClean="0">
                <a:ea typeface="楷体_GB2312"/>
              </a:rPr>
              <a:t>-</a:t>
            </a:r>
            <a:r>
              <a:rPr lang="en-US" altLang="zh-CN" sz="2400" b="1" dirty="0" smtClean="0">
                <a:ea typeface="楷体_GB2312"/>
              </a:rPr>
              <a:t>]= [HCO</a:t>
            </a:r>
            <a:r>
              <a:rPr lang="en-US" altLang="zh-CN" sz="2400" b="1" baseline="-25000" dirty="0" smtClean="0">
                <a:ea typeface="楷体_GB2312"/>
              </a:rPr>
              <a:t>3 </a:t>
            </a:r>
            <a:r>
              <a:rPr lang="en-US" altLang="zh-CN" sz="2400" b="1" baseline="30000" dirty="0" smtClean="0">
                <a:ea typeface="楷体_GB2312"/>
              </a:rPr>
              <a:t>- </a:t>
            </a:r>
            <a:r>
              <a:rPr lang="en-US" altLang="zh-CN" sz="2400" b="1" dirty="0" smtClean="0">
                <a:ea typeface="楷体_GB2312"/>
              </a:rPr>
              <a:t>]+2[H</a:t>
            </a:r>
            <a:r>
              <a:rPr lang="en-US" altLang="zh-CN" sz="2400" b="1" baseline="-25000" dirty="0" smtClean="0">
                <a:ea typeface="楷体_GB2312"/>
              </a:rPr>
              <a:t>2</a:t>
            </a:r>
            <a:r>
              <a:rPr lang="en-US" altLang="zh-CN" sz="2400" b="1" dirty="0" smtClean="0">
                <a:ea typeface="楷体_GB2312"/>
              </a:rPr>
              <a:t>CO</a:t>
            </a:r>
            <a:r>
              <a:rPr lang="en-US" altLang="zh-CN" sz="2400" b="1" baseline="-25000" dirty="0" smtClean="0">
                <a:ea typeface="楷体_GB2312"/>
              </a:rPr>
              <a:t>3</a:t>
            </a:r>
            <a:r>
              <a:rPr lang="en-US" altLang="zh-CN" sz="2400" b="1" dirty="0" smtClean="0">
                <a:ea typeface="楷体_GB2312"/>
              </a:rPr>
              <a:t>]+[H</a:t>
            </a:r>
            <a:r>
              <a:rPr lang="en-US" altLang="zh-CN" sz="2400" b="1" baseline="30000" dirty="0" smtClean="0">
                <a:ea typeface="楷体_GB2312"/>
              </a:rPr>
              <a:t>+</a:t>
            </a:r>
            <a:r>
              <a:rPr lang="en-US" altLang="zh-CN" sz="2400" b="1" dirty="0" smtClean="0">
                <a:ea typeface="楷体_GB2312"/>
              </a:rPr>
              <a:t>]</a:t>
            </a:r>
            <a:endParaRPr lang="zh-CN" altLang="en-US" sz="2400" b="1" dirty="0" smtClean="0">
              <a:ea typeface="楷体_GB2312"/>
            </a:endParaRPr>
          </a:p>
          <a:p>
            <a:endParaRPr lang="zh-CN" altLang="en-US" sz="2400" b="1" dirty="0">
              <a:ea typeface="楷体_GB2312"/>
            </a:endParaRPr>
          </a:p>
        </p:txBody>
      </p:sp>
      <p:sp>
        <p:nvSpPr>
          <p:cNvPr id="40" name="文本框 39"/>
          <p:cNvSpPr txBox="1"/>
          <p:nvPr/>
        </p:nvSpPr>
        <p:spPr>
          <a:xfrm>
            <a:off x="4232122" y="4946167"/>
            <a:ext cx="84991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b="1" dirty="0" smtClean="0">
                <a:ea typeface="楷体_GB2312"/>
              </a:rPr>
              <a:t>得</a:t>
            </a:r>
            <a:r>
              <a:rPr lang="en-US" altLang="zh-CN" sz="2400" b="1" dirty="0" smtClean="0">
                <a:ea typeface="楷体_GB2312"/>
              </a:rPr>
              <a:t>H</a:t>
            </a:r>
            <a:r>
              <a:rPr lang="en-US" altLang="zh-CN" sz="2400" b="1" baseline="30000" dirty="0" smtClean="0">
                <a:ea typeface="楷体_GB2312"/>
              </a:rPr>
              <a:t>+</a:t>
            </a:r>
            <a:endParaRPr lang="zh-CN" altLang="en-US" sz="2400" b="1" baseline="30000" dirty="0">
              <a:ea typeface="楷体_GB2312"/>
            </a:endParaRPr>
          </a:p>
        </p:txBody>
      </p:sp>
    </p:spTree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7" dur="500"/>
                                        <p:tgtEl>
                                          <p:spTgt spid="491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down)">
                                      <p:cBhvr>
                                        <p:cTn id="12" dur="500"/>
                                        <p:tgtEl>
                                          <p:spTgt spid="491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down)">
                                      <p:cBhvr>
                                        <p:cTn id="17" dur="500"/>
                                        <p:tgtEl>
                                          <p:spTgt spid="491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down)">
                                      <p:cBhvr>
                                        <p:cTn id="22" dur="500"/>
                                        <p:tgtEl>
                                          <p:spTgt spid="491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4" presetID="5" presetClass="entr" presetSubtype="5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down)">
                                      <p:cBhvr>
                                        <p:cTn id="26" dur="500"/>
                                        <p:tgtEl>
                                          <p:spTgt spid="4916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5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down)">
                                      <p:cBhvr>
                                        <p:cTn id="41" dur="5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5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down)">
                                      <p:cBhvr>
                                        <p:cTn id="46" dur="500"/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>
                      <p:stCondLst>
                        <p:cond delay="indefinite"/>
                      </p:stCondLst>
                      <p:childTnLst>
                        <p:par>
                          <p:cTn id="111" fill="hold">
                            <p:stCondLst>
                              <p:cond delay="0"/>
                            </p:stCondLst>
                            <p:childTnLst>
                              <p:par>
                                <p:cTn id="11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9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0" fill="hold">
                      <p:stCondLst>
                        <p:cond delay="indefinite"/>
                      </p:stCondLst>
                      <p:childTnLst>
                        <p:par>
                          <p:cTn id="121" fill="hold">
                            <p:stCondLst>
                              <p:cond delay="0"/>
                            </p:stCondLst>
                            <p:childTnLst>
                              <p:par>
                                <p:cTn id="1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>
                      <p:stCondLst>
                        <p:cond delay="indefinite"/>
                      </p:stCondLst>
                      <p:childTnLst>
                        <p:par>
                          <p:cTn id="126" fill="hold">
                            <p:stCondLst>
                              <p:cond delay="0"/>
                            </p:stCondLst>
                            <p:childTnLst>
                              <p:par>
                                <p:cTn id="1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0" fill="hold">
                      <p:stCondLst>
                        <p:cond delay="indefinite"/>
                      </p:stCondLst>
                      <p:childTnLst>
                        <p:par>
                          <p:cTn id="131" fill="hold">
                            <p:stCondLst>
                              <p:cond delay="0"/>
                            </p:stCondLst>
                            <p:childTnLst>
                              <p:par>
                                <p:cTn id="1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4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161" grpId="0" animBg="1"/>
      <p:bldP spid="49171" grpId="0" build="p" autoUpdateAnimBg="0"/>
      <p:bldP spid="49172" grpId="0" autoUpdateAnimBg="0"/>
      <p:bldP spid="12" grpId="0"/>
      <p:bldP spid="13" grpId="0" build="p" autoUpdateAnimBg="0"/>
      <p:bldP spid="2" grpId="0"/>
      <p:bldP spid="3" grpId="0"/>
      <p:bldP spid="5" grpId="0"/>
      <p:bldP spid="8" grpId="0"/>
      <p:bldP spid="10" grpId="0"/>
      <p:bldP spid="27" grpId="0"/>
      <p:bldP spid="28" grpId="0"/>
      <p:bldP spid="29" grpId="0"/>
      <p:bldP spid="31" grpId="0"/>
      <p:bldP spid="35" grpId="0"/>
      <p:bldP spid="36" grpId="0"/>
      <p:bldP spid="18" grpId="0"/>
      <p:bldP spid="38" grpId="0"/>
      <p:bldP spid="40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矩形 3"/>
          <p:cNvSpPr/>
          <p:nvPr/>
        </p:nvSpPr>
        <p:spPr>
          <a:xfrm>
            <a:off x="485029" y="901152"/>
            <a:ext cx="409599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b="1" dirty="0">
                <a:ea typeface="楷体_GB2312" pitchFamily="49" charset="-122"/>
              </a:rPr>
              <a:t>(NH</a:t>
            </a:r>
            <a:r>
              <a:rPr lang="en-US" altLang="zh-CN" sz="2400" b="1" baseline="-25000" dirty="0">
                <a:ea typeface="楷体_GB2312" pitchFamily="49" charset="-122"/>
              </a:rPr>
              <a:t>4</a:t>
            </a:r>
            <a:r>
              <a:rPr lang="en-US" altLang="zh-CN" sz="2400" b="1" dirty="0">
                <a:ea typeface="楷体_GB2312" pitchFamily="49" charset="-122"/>
              </a:rPr>
              <a:t>)</a:t>
            </a:r>
            <a:r>
              <a:rPr lang="en-US" altLang="zh-CN" sz="2400" b="1" baseline="-25000" dirty="0">
                <a:ea typeface="楷体_GB2312" pitchFamily="49" charset="-122"/>
              </a:rPr>
              <a:t>2</a:t>
            </a:r>
            <a:r>
              <a:rPr lang="en-US" altLang="zh-CN" sz="2400" b="1" dirty="0">
                <a:ea typeface="楷体_GB2312" pitchFamily="49" charset="-122"/>
              </a:rPr>
              <a:t>CO</a:t>
            </a:r>
            <a:r>
              <a:rPr lang="en-US" altLang="zh-CN" sz="2400" b="1" baseline="-25000" dirty="0">
                <a:ea typeface="楷体_GB2312" pitchFamily="49" charset="-122"/>
              </a:rPr>
              <a:t>3</a:t>
            </a:r>
            <a:r>
              <a:rPr lang="zh-CN" altLang="en-US" sz="2400" b="1" dirty="0" smtClean="0">
                <a:ea typeface="楷体_GB2312" pitchFamily="49" charset="-122"/>
              </a:rPr>
              <a:t>水溶液质子条件式</a:t>
            </a:r>
            <a:endParaRPr lang="zh-CN" altLang="en-US" sz="2400" dirty="0"/>
          </a:p>
        </p:txBody>
      </p:sp>
      <p:sp>
        <p:nvSpPr>
          <p:cNvPr id="5" name="文本框 4"/>
          <p:cNvSpPr txBox="1"/>
          <p:nvPr/>
        </p:nvSpPr>
        <p:spPr>
          <a:xfrm>
            <a:off x="576263" y="1691915"/>
            <a:ext cx="142218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b="1" dirty="0" smtClean="0">
                <a:ea typeface="楷体_GB2312" pitchFamily="49" charset="-122"/>
              </a:rPr>
              <a:t>①零</a:t>
            </a:r>
            <a:r>
              <a:rPr lang="zh-CN" altLang="en-US" sz="2400" b="1" dirty="0">
                <a:ea typeface="楷体_GB2312" pitchFamily="49" charset="-122"/>
              </a:rPr>
              <a:t>水准</a:t>
            </a:r>
          </a:p>
        </p:txBody>
      </p:sp>
      <p:sp>
        <p:nvSpPr>
          <p:cNvPr id="6" name="Rectangle 4"/>
          <p:cNvSpPr>
            <a:spLocks noChangeArrowheads="1"/>
          </p:cNvSpPr>
          <p:nvPr/>
        </p:nvSpPr>
        <p:spPr bwMode="auto">
          <a:xfrm>
            <a:off x="504148" y="2185554"/>
            <a:ext cx="1665504" cy="1304203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</a:pPr>
            <a:r>
              <a:rPr lang="en-US" altLang="zh-CN" sz="2500" b="1" dirty="0" smtClean="0">
                <a:ea typeface="楷体_GB2312" pitchFamily="49" charset="-122"/>
              </a:rPr>
              <a:t>①</a:t>
            </a:r>
            <a:r>
              <a:rPr lang="en-US" altLang="zh-CN" sz="2400" b="1" dirty="0" smtClean="0">
                <a:solidFill>
                  <a:srgbClr val="000000"/>
                </a:solidFill>
                <a:ea typeface="楷体_GB2312" pitchFamily="49" charset="-122"/>
              </a:rPr>
              <a:t>NH</a:t>
            </a:r>
            <a:r>
              <a:rPr lang="en-US" altLang="zh-CN" sz="2400" b="1" baseline="-25000" dirty="0" smtClean="0">
                <a:solidFill>
                  <a:srgbClr val="000000"/>
                </a:solidFill>
                <a:ea typeface="楷体_GB2312" pitchFamily="49" charset="-122"/>
              </a:rPr>
              <a:t>4</a:t>
            </a:r>
            <a:r>
              <a:rPr lang="en-US" altLang="zh-CN" sz="2500" b="1" baseline="30000" dirty="0">
                <a:ea typeface="楷体_GB2312" pitchFamily="49" charset="-122"/>
              </a:rPr>
              <a:t>+</a:t>
            </a:r>
            <a:r>
              <a:rPr lang="en-US" altLang="zh-CN" sz="2500" b="1" dirty="0" smtClean="0">
                <a:ea typeface="楷体_GB2312" pitchFamily="49" charset="-122"/>
              </a:rPr>
              <a:t>;</a:t>
            </a:r>
          </a:p>
          <a:p>
            <a:pPr>
              <a:lnSpc>
                <a:spcPct val="105000"/>
              </a:lnSpc>
            </a:pPr>
            <a:r>
              <a:rPr lang="en-US" altLang="zh-CN" sz="2500" b="1" dirty="0" smtClean="0">
                <a:ea typeface="楷体_GB2312" pitchFamily="49" charset="-122"/>
              </a:rPr>
              <a:t>②CO</a:t>
            </a:r>
            <a:r>
              <a:rPr lang="en-US" altLang="zh-CN" sz="2500" b="1" baseline="-25000" dirty="0" smtClean="0">
                <a:ea typeface="楷体_GB2312" pitchFamily="49" charset="-122"/>
              </a:rPr>
              <a:t>3 </a:t>
            </a:r>
            <a:r>
              <a:rPr lang="en-US" altLang="zh-CN" sz="2500" b="1" baseline="30000" dirty="0" smtClean="0">
                <a:ea typeface="楷体_GB2312" pitchFamily="49" charset="-122"/>
              </a:rPr>
              <a:t>2-</a:t>
            </a:r>
          </a:p>
          <a:p>
            <a:pPr>
              <a:lnSpc>
                <a:spcPct val="105000"/>
              </a:lnSpc>
            </a:pPr>
            <a:r>
              <a:rPr lang="zh-CN" altLang="en-US" sz="2500" b="1" dirty="0">
                <a:ea typeface="楷体_GB2312" pitchFamily="49" charset="-122"/>
              </a:rPr>
              <a:t>③</a:t>
            </a:r>
            <a:r>
              <a:rPr lang="en-US" altLang="zh-CN" sz="2500" b="1" dirty="0" smtClean="0">
                <a:ea typeface="楷体_GB2312" pitchFamily="49" charset="-122"/>
              </a:rPr>
              <a:t>H</a:t>
            </a:r>
            <a:r>
              <a:rPr lang="en-US" altLang="zh-CN" sz="2500" b="1" baseline="-25000" dirty="0" smtClean="0">
                <a:ea typeface="楷体_GB2312" pitchFamily="49" charset="-122"/>
              </a:rPr>
              <a:t>2</a:t>
            </a:r>
            <a:r>
              <a:rPr lang="en-US" altLang="zh-CN" sz="2500" b="1" dirty="0" smtClean="0">
                <a:ea typeface="楷体_GB2312" pitchFamily="49" charset="-122"/>
              </a:rPr>
              <a:t>O</a:t>
            </a:r>
            <a:r>
              <a:rPr lang="en-US" altLang="zh-CN" sz="2500" b="1" dirty="0">
                <a:ea typeface="楷体_GB2312" pitchFamily="49" charset="-122"/>
              </a:rPr>
              <a:t>.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2750157" y="1693470"/>
            <a:ext cx="265970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b="1" dirty="0" smtClean="0">
                <a:ea typeface="楷体_GB2312"/>
              </a:rPr>
              <a:t>②得失质子关系式</a:t>
            </a:r>
            <a:endParaRPr lang="zh-CN" altLang="en-US" sz="2400" b="1" dirty="0">
              <a:ea typeface="楷体_GB231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3736350" y="2565321"/>
            <a:ext cx="86594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b="1" dirty="0" smtClean="0">
                <a:ea typeface="楷体_GB2312" pitchFamily="49" charset="-122"/>
              </a:rPr>
              <a:t>NH</a:t>
            </a:r>
            <a:r>
              <a:rPr lang="en-US" altLang="zh-CN" sz="2400" b="1" baseline="-25000" dirty="0" smtClean="0">
                <a:ea typeface="楷体_GB2312" pitchFamily="49" charset="-122"/>
              </a:rPr>
              <a:t>4</a:t>
            </a:r>
            <a:r>
              <a:rPr lang="en-US" altLang="zh-CN" sz="2400" b="1" baseline="30000" dirty="0" smtClean="0">
                <a:ea typeface="楷体_GB2312" pitchFamily="49" charset="-122"/>
              </a:rPr>
              <a:t>+</a:t>
            </a:r>
            <a:endParaRPr lang="zh-CN" altLang="en-US" sz="2400" baseline="30000" dirty="0"/>
          </a:p>
        </p:txBody>
      </p:sp>
      <p:cxnSp>
        <p:nvCxnSpPr>
          <p:cNvPr id="10" name="直接箭头连接符 9"/>
          <p:cNvCxnSpPr/>
          <p:nvPr/>
        </p:nvCxnSpPr>
        <p:spPr>
          <a:xfrm flipH="1" flipV="1">
            <a:off x="3003856" y="2780253"/>
            <a:ext cx="760478" cy="9340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文本框 10"/>
          <p:cNvSpPr txBox="1"/>
          <p:nvPr/>
        </p:nvSpPr>
        <p:spPr>
          <a:xfrm>
            <a:off x="3001277" y="2363912"/>
            <a:ext cx="84991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b="1" dirty="0" smtClean="0">
                <a:ea typeface="楷体_GB2312"/>
              </a:rPr>
              <a:t>失</a:t>
            </a:r>
            <a:r>
              <a:rPr lang="en-US" altLang="zh-CN" sz="2400" b="1" dirty="0" smtClean="0">
                <a:ea typeface="楷体_GB2312"/>
              </a:rPr>
              <a:t>H</a:t>
            </a:r>
            <a:r>
              <a:rPr lang="en-US" altLang="zh-CN" sz="2400" b="1" baseline="30000" dirty="0" smtClean="0">
                <a:ea typeface="楷体_GB2312"/>
              </a:rPr>
              <a:t>+</a:t>
            </a:r>
            <a:endParaRPr lang="zh-CN" altLang="en-US" sz="2400" b="1" baseline="30000" dirty="0">
              <a:ea typeface="楷体_GB231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2211003" y="2504716"/>
            <a:ext cx="74892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b="1" dirty="0" smtClean="0">
                <a:ea typeface="楷体_GB2312"/>
              </a:rPr>
              <a:t>NH</a:t>
            </a:r>
            <a:r>
              <a:rPr lang="en-US" altLang="zh-CN" sz="2400" b="1" baseline="-25000" dirty="0" smtClean="0">
                <a:ea typeface="楷体_GB2312"/>
              </a:rPr>
              <a:t>3</a:t>
            </a:r>
            <a:endParaRPr lang="zh-CN" altLang="en-US" sz="2400" b="1" baseline="-25000" dirty="0">
              <a:ea typeface="楷体_GB2312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3641435" y="3359993"/>
            <a:ext cx="92044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b="1" dirty="0">
                <a:ea typeface="楷体_GB2312" pitchFamily="49" charset="-122"/>
              </a:rPr>
              <a:t>CO</a:t>
            </a:r>
            <a:r>
              <a:rPr lang="en-US" altLang="zh-CN" sz="2400" b="1" baseline="-25000" dirty="0">
                <a:ea typeface="楷体_GB2312" pitchFamily="49" charset="-122"/>
              </a:rPr>
              <a:t>3</a:t>
            </a:r>
            <a:r>
              <a:rPr lang="en-US" altLang="zh-CN" sz="2400" b="1" baseline="30000" dirty="0">
                <a:ea typeface="楷体_GB2312" pitchFamily="49" charset="-122"/>
              </a:rPr>
              <a:t>2-</a:t>
            </a:r>
            <a:endParaRPr lang="zh-CN" altLang="en-US" sz="2400" dirty="0"/>
          </a:p>
        </p:txBody>
      </p:sp>
      <p:cxnSp>
        <p:nvCxnSpPr>
          <p:cNvPr id="14" name="直接箭头连接符 13"/>
          <p:cNvCxnSpPr/>
          <p:nvPr/>
        </p:nvCxnSpPr>
        <p:spPr>
          <a:xfrm>
            <a:off x="4497224" y="3620070"/>
            <a:ext cx="673144" cy="0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文本框 14"/>
          <p:cNvSpPr txBox="1"/>
          <p:nvPr/>
        </p:nvSpPr>
        <p:spPr>
          <a:xfrm>
            <a:off x="4408839" y="3102985"/>
            <a:ext cx="84991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b="1" dirty="0" smtClean="0">
                <a:ea typeface="楷体_GB2312"/>
              </a:rPr>
              <a:t>得</a:t>
            </a:r>
            <a:r>
              <a:rPr lang="en-US" altLang="zh-CN" sz="2400" b="1" dirty="0" smtClean="0">
                <a:ea typeface="楷体_GB2312"/>
              </a:rPr>
              <a:t>H</a:t>
            </a:r>
            <a:r>
              <a:rPr lang="en-US" altLang="zh-CN" sz="2400" b="1" baseline="30000" dirty="0" smtClean="0">
                <a:ea typeface="楷体_GB2312"/>
              </a:rPr>
              <a:t>+</a:t>
            </a:r>
            <a:endParaRPr lang="zh-CN" altLang="en-US" sz="2400" b="1" baseline="30000" dirty="0">
              <a:ea typeface="楷体_GB2312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5179295" y="3325462"/>
            <a:ext cx="110799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b="1" dirty="0" smtClean="0">
                <a:ea typeface="楷体_GB2312"/>
              </a:rPr>
              <a:t>HCO</a:t>
            </a:r>
            <a:r>
              <a:rPr lang="en-US" altLang="zh-CN" sz="2400" b="1" baseline="-25000" dirty="0" smtClean="0">
                <a:ea typeface="楷体_GB2312"/>
              </a:rPr>
              <a:t>3 </a:t>
            </a:r>
            <a:r>
              <a:rPr lang="en-US" altLang="zh-CN" sz="2400" b="1" baseline="30000" dirty="0" smtClean="0">
                <a:ea typeface="楷体_GB2312"/>
              </a:rPr>
              <a:t>-</a:t>
            </a:r>
            <a:endParaRPr lang="zh-CN" altLang="en-US" sz="2400" b="1" baseline="30000" dirty="0">
              <a:ea typeface="楷体_GB2312"/>
            </a:endParaRPr>
          </a:p>
        </p:txBody>
      </p:sp>
      <p:cxnSp>
        <p:nvCxnSpPr>
          <p:cNvPr id="17" name="直接连接符 16"/>
          <p:cNvCxnSpPr/>
          <p:nvPr/>
        </p:nvCxnSpPr>
        <p:spPr>
          <a:xfrm flipH="1">
            <a:off x="4117592" y="3729325"/>
            <a:ext cx="1" cy="547132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箭头连接符 17"/>
          <p:cNvCxnSpPr/>
          <p:nvPr/>
        </p:nvCxnSpPr>
        <p:spPr>
          <a:xfrm>
            <a:off x="4118521" y="4276457"/>
            <a:ext cx="1080000" cy="0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文本框 18"/>
          <p:cNvSpPr txBox="1"/>
          <p:nvPr/>
        </p:nvSpPr>
        <p:spPr>
          <a:xfrm>
            <a:off x="4172011" y="3790669"/>
            <a:ext cx="100380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b="1" dirty="0" smtClean="0">
                <a:ea typeface="楷体_GB2312"/>
              </a:rPr>
              <a:t>得</a:t>
            </a:r>
            <a:r>
              <a:rPr lang="en-US" altLang="zh-CN" sz="2400" b="1" dirty="0" smtClean="0">
                <a:ea typeface="楷体_GB2312"/>
              </a:rPr>
              <a:t>2H</a:t>
            </a:r>
            <a:r>
              <a:rPr lang="en-US" altLang="zh-CN" sz="2400" b="1" baseline="30000" dirty="0" smtClean="0">
                <a:ea typeface="楷体_GB2312"/>
              </a:rPr>
              <a:t>+</a:t>
            </a:r>
            <a:endParaRPr lang="zh-CN" altLang="en-US" sz="2400" b="1" baseline="30000" dirty="0">
              <a:ea typeface="楷体_GB231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5188129" y="3957725"/>
            <a:ext cx="129554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b="1" dirty="0" smtClean="0">
                <a:ea typeface="楷体_GB2312"/>
              </a:rPr>
              <a:t>2H</a:t>
            </a:r>
            <a:r>
              <a:rPr lang="en-US" altLang="zh-CN" sz="2400" b="1" baseline="-25000" dirty="0" smtClean="0">
                <a:ea typeface="楷体_GB2312"/>
              </a:rPr>
              <a:t>2</a:t>
            </a:r>
            <a:r>
              <a:rPr lang="en-US" altLang="zh-CN" sz="2400" b="1" dirty="0" smtClean="0">
                <a:ea typeface="楷体_GB2312"/>
              </a:rPr>
              <a:t>CO</a:t>
            </a:r>
            <a:r>
              <a:rPr lang="en-US" altLang="zh-CN" sz="2400" b="1" baseline="-25000" dirty="0" smtClean="0">
                <a:ea typeface="楷体_GB2312"/>
              </a:rPr>
              <a:t>3 </a:t>
            </a:r>
            <a:endParaRPr lang="zh-CN" altLang="en-US" sz="2400" b="1" baseline="30000" dirty="0">
              <a:ea typeface="楷体_GB2312"/>
            </a:endParaRPr>
          </a:p>
        </p:txBody>
      </p:sp>
      <p:sp>
        <p:nvSpPr>
          <p:cNvPr id="22" name="矩形 21"/>
          <p:cNvSpPr/>
          <p:nvPr/>
        </p:nvSpPr>
        <p:spPr>
          <a:xfrm>
            <a:off x="3626665" y="4764032"/>
            <a:ext cx="76495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b="1" dirty="0" smtClean="0">
                <a:ea typeface="楷体_GB2312" pitchFamily="49" charset="-122"/>
              </a:rPr>
              <a:t>H</a:t>
            </a:r>
            <a:r>
              <a:rPr lang="en-US" altLang="zh-CN" sz="2400" b="1" baseline="-25000" dirty="0" smtClean="0">
                <a:ea typeface="楷体_GB2312" pitchFamily="49" charset="-122"/>
              </a:rPr>
              <a:t>2</a:t>
            </a:r>
            <a:r>
              <a:rPr lang="en-US" altLang="zh-CN" sz="2400" b="1" dirty="0" smtClean="0">
                <a:ea typeface="楷体_GB2312" pitchFamily="49" charset="-122"/>
              </a:rPr>
              <a:t>O</a:t>
            </a:r>
            <a:endParaRPr lang="zh-CN" altLang="en-US" sz="2400" dirty="0"/>
          </a:p>
        </p:txBody>
      </p:sp>
      <p:cxnSp>
        <p:nvCxnSpPr>
          <p:cNvPr id="23" name="直接箭头连接符 22"/>
          <p:cNvCxnSpPr/>
          <p:nvPr/>
        </p:nvCxnSpPr>
        <p:spPr>
          <a:xfrm>
            <a:off x="4324704" y="5031972"/>
            <a:ext cx="673144" cy="0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文本框 23"/>
          <p:cNvSpPr txBox="1"/>
          <p:nvPr/>
        </p:nvSpPr>
        <p:spPr>
          <a:xfrm>
            <a:off x="5033472" y="4764031"/>
            <a:ext cx="175721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b="1" dirty="0" smtClean="0">
                <a:ea typeface="楷体_GB2312"/>
              </a:rPr>
              <a:t>H</a:t>
            </a:r>
            <a:r>
              <a:rPr lang="en-US" altLang="zh-CN" sz="2400" b="1" baseline="-25000" dirty="0">
                <a:ea typeface="楷体_GB2312"/>
              </a:rPr>
              <a:t>3</a:t>
            </a:r>
            <a:r>
              <a:rPr lang="en-US" altLang="zh-CN" sz="2400" b="1" dirty="0" smtClean="0">
                <a:ea typeface="楷体_GB2312"/>
              </a:rPr>
              <a:t>O</a:t>
            </a:r>
            <a:r>
              <a:rPr lang="en-US" altLang="zh-CN" sz="2400" b="1" baseline="-25000" dirty="0" smtClean="0">
                <a:ea typeface="楷体_GB2312"/>
              </a:rPr>
              <a:t> </a:t>
            </a:r>
            <a:r>
              <a:rPr lang="en-US" altLang="zh-CN" sz="2400" b="1" baseline="30000" dirty="0" smtClean="0">
                <a:ea typeface="楷体_GB2312"/>
              </a:rPr>
              <a:t>+    </a:t>
            </a:r>
            <a:r>
              <a:rPr lang="en-US" altLang="zh-CN" sz="2400" b="1" dirty="0" smtClean="0">
                <a:ea typeface="楷体_GB2312"/>
              </a:rPr>
              <a:t>(H+)</a:t>
            </a:r>
            <a:endParaRPr lang="zh-CN" altLang="en-US" sz="2400" b="1" dirty="0">
              <a:ea typeface="楷体_GB2312"/>
            </a:endParaRPr>
          </a:p>
        </p:txBody>
      </p:sp>
      <p:cxnSp>
        <p:nvCxnSpPr>
          <p:cNvPr id="25" name="直接箭头连接符 24"/>
          <p:cNvCxnSpPr/>
          <p:nvPr/>
        </p:nvCxnSpPr>
        <p:spPr>
          <a:xfrm flipH="1" flipV="1">
            <a:off x="2922372" y="5022632"/>
            <a:ext cx="760478" cy="9340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文本框 25"/>
          <p:cNvSpPr txBox="1"/>
          <p:nvPr/>
        </p:nvSpPr>
        <p:spPr>
          <a:xfrm>
            <a:off x="2959926" y="4546427"/>
            <a:ext cx="84991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b="1" dirty="0" smtClean="0">
                <a:ea typeface="楷体_GB2312"/>
              </a:rPr>
              <a:t>失</a:t>
            </a:r>
            <a:r>
              <a:rPr lang="en-US" altLang="zh-CN" sz="2400" b="1" dirty="0" smtClean="0">
                <a:ea typeface="楷体_GB2312"/>
              </a:rPr>
              <a:t>H</a:t>
            </a:r>
            <a:r>
              <a:rPr lang="en-US" altLang="zh-CN" sz="2400" b="1" baseline="30000" dirty="0" smtClean="0">
                <a:ea typeface="楷体_GB2312"/>
              </a:rPr>
              <a:t>+</a:t>
            </a:r>
            <a:endParaRPr lang="zh-CN" altLang="en-US" sz="2400" b="1" baseline="30000" dirty="0">
              <a:ea typeface="楷体_GB2312"/>
            </a:endParaRPr>
          </a:p>
        </p:txBody>
      </p:sp>
      <p:sp>
        <p:nvSpPr>
          <p:cNvPr id="27" name="文本框 26"/>
          <p:cNvSpPr txBox="1"/>
          <p:nvPr/>
        </p:nvSpPr>
        <p:spPr>
          <a:xfrm>
            <a:off x="2160637" y="4791799"/>
            <a:ext cx="73129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b="1" dirty="0" smtClean="0">
                <a:ea typeface="楷体_GB2312"/>
              </a:rPr>
              <a:t>OH</a:t>
            </a:r>
            <a:r>
              <a:rPr lang="en-US" altLang="zh-CN" sz="2400" b="1" baseline="30000" dirty="0" smtClean="0">
                <a:ea typeface="楷体_GB2312"/>
              </a:rPr>
              <a:t>-</a:t>
            </a:r>
            <a:endParaRPr lang="zh-CN" altLang="en-US" sz="2400" b="1" baseline="30000" dirty="0">
              <a:ea typeface="楷体_GB2312"/>
            </a:endParaRPr>
          </a:p>
        </p:txBody>
      </p:sp>
      <p:sp>
        <p:nvSpPr>
          <p:cNvPr id="28" name="文本框 27"/>
          <p:cNvSpPr txBox="1"/>
          <p:nvPr/>
        </p:nvSpPr>
        <p:spPr>
          <a:xfrm>
            <a:off x="4187160" y="4544398"/>
            <a:ext cx="84991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b="1" dirty="0" smtClean="0">
                <a:ea typeface="楷体_GB2312"/>
              </a:rPr>
              <a:t>得</a:t>
            </a:r>
            <a:r>
              <a:rPr lang="en-US" altLang="zh-CN" sz="2400" b="1" dirty="0" smtClean="0">
                <a:ea typeface="楷体_GB2312"/>
              </a:rPr>
              <a:t>H</a:t>
            </a:r>
            <a:r>
              <a:rPr lang="en-US" altLang="zh-CN" sz="2400" b="1" baseline="30000" dirty="0" smtClean="0">
                <a:ea typeface="楷体_GB2312"/>
              </a:rPr>
              <a:t>+</a:t>
            </a:r>
            <a:endParaRPr lang="zh-CN" altLang="en-US" sz="2400" b="1" baseline="30000" dirty="0">
              <a:ea typeface="楷体_GB2312"/>
            </a:endParaRPr>
          </a:p>
        </p:txBody>
      </p:sp>
      <p:sp>
        <p:nvSpPr>
          <p:cNvPr id="29" name="矩形 28"/>
          <p:cNvSpPr/>
          <p:nvPr/>
        </p:nvSpPr>
        <p:spPr>
          <a:xfrm>
            <a:off x="7057181" y="1673719"/>
            <a:ext cx="343235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 smtClean="0">
                <a:ea typeface="楷体_GB2312" pitchFamily="49" charset="-122"/>
                <a:sym typeface="Monotype Sorts" pitchFamily="2" charset="2"/>
              </a:rPr>
              <a:t>③</a:t>
            </a:r>
            <a:r>
              <a:rPr lang="en-US" altLang="zh-CN" sz="2400" b="1" i="1" dirty="0" smtClean="0">
                <a:ea typeface="楷体_GB2312" pitchFamily="49" charset="-122"/>
                <a:sym typeface="Monotype Sorts" pitchFamily="2" charset="2"/>
              </a:rPr>
              <a:t>n</a:t>
            </a:r>
            <a:r>
              <a:rPr lang="en-US" altLang="zh-CN" sz="2400" b="1" dirty="0">
                <a:ea typeface="楷体_GB2312" pitchFamily="49" charset="-122"/>
                <a:sym typeface="Monotype Sorts" pitchFamily="2" charset="2"/>
              </a:rPr>
              <a:t>(</a:t>
            </a:r>
            <a:r>
              <a:rPr lang="zh-CN" altLang="en-US" sz="2400" b="1" dirty="0">
                <a:ea typeface="楷体_GB2312" pitchFamily="49" charset="-122"/>
                <a:sym typeface="Monotype Sorts" pitchFamily="2" charset="2"/>
              </a:rPr>
              <a:t>失质子</a:t>
            </a:r>
            <a:r>
              <a:rPr lang="en-US" altLang="zh-CN" sz="2400" b="1" dirty="0">
                <a:ea typeface="楷体_GB2312" pitchFamily="49" charset="-122"/>
                <a:sym typeface="Monotype Sorts" pitchFamily="2" charset="2"/>
              </a:rPr>
              <a:t>) = </a:t>
            </a:r>
            <a:r>
              <a:rPr lang="en-US" altLang="zh-CN" sz="2400" b="1" i="1" dirty="0">
                <a:ea typeface="楷体_GB2312" pitchFamily="49" charset="-122"/>
                <a:sym typeface="Monotype Sorts" pitchFamily="2" charset="2"/>
              </a:rPr>
              <a:t>n</a:t>
            </a:r>
            <a:r>
              <a:rPr lang="en-US" altLang="zh-CN" sz="2400" b="1" dirty="0">
                <a:ea typeface="楷体_GB2312" pitchFamily="49" charset="-122"/>
                <a:sym typeface="Monotype Sorts" pitchFamily="2" charset="2"/>
              </a:rPr>
              <a:t>(</a:t>
            </a:r>
            <a:r>
              <a:rPr lang="zh-CN" altLang="en-US" sz="2400" b="1" dirty="0">
                <a:ea typeface="楷体_GB2312" pitchFamily="49" charset="-122"/>
                <a:sym typeface="Monotype Sorts" pitchFamily="2" charset="2"/>
              </a:rPr>
              <a:t>得质子</a:t>
            </a:r>
            <a:r>
              <a:rPr lang="en-US" altLang="zh-CN" sz="2400" b="1" dirty="0">
                <a:ea typeface="楷体_GB2312" pitchFamily="49" charset="-122"/>
                <a:sym typeface="Monotype Sorts" pitchFamily="2" charset="2"/>
              </a:rPr>
              <a:t>)</a:t>
            </a:r>
            <a:endParaRPr lang="zh-CN" altLang="en-US" sz="2400" dirty="0"/>
          </a:p>
        </p:txBody>
      </p:sp>
      <p:sp>
        <p:nvSpPr>
          <p:cNvPr id="30" name="文本框 29"/>
          <p:cNvSpPr txBox="1"/>
          <p:nvPr/>
        </p:nvSpPr>
        <p:spPr>
          <a:xfrm>
            <a:off x="5761038" y="2135384"/>
            <a:ext cx="561564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b="1" dirty="0" smtClean="0">
                <a:ea typeface="楷体_GB2312"/>
              </a:rPr>
              <a:t>[NH</a:t>
            </a:r>
            <a:r>
              <a:rPr lang="en-US" altLang="zh-CN" sz="2400" b="1" baseline="-25000" dirty="0" smtClean="0">
                <a:ea typeface="楷体_GB2312"/>
              </a:rPr>
              <a:t>3</a:t>
            </a:r>
            <a:r>
              <a:rPr lang="en-US" altLang="zh-CN" sz="2400" b="1" dirty="0" smtClean="0">
                <a:ea typeface="楷体_GB2312"/>
              </a:rPr>
              <a:t>]+[OH</a:t>
            </a:r>
            <a:r>
              <a:rPr lang="en-US" altLang="zh-CN" sz="2400" b="1" baseline="30000" dirty="0" smtClean="0">
                <a:ea typeface="楷体_GB2312"/>
              </a:rPr>
              <a:t>-</a:t>
            </a:r>
            <a:r>
              <a:rPr lang="en-US" altLang="zh-CN" sz="2400" b="1" dirty="0" smtClean="0">
                <a:ea typeface="楷体_GB2312"/>
              </a:rPr>
              <a:t>]= [HCO</a:t>
            </a:r>
            <a:r>
              <a:rPr lang="en-US" altLang="zh-CN" sz="2400" b="1" baseline="-25000" dirty="0" smtClean="0">
                <a:ea typeface="楷体_GB2312"/>
              </a:rPr>
              <a:t>3 </a:t>
            </a:r>
            <a:r>
              <a:rPr lang="en-US" altLang="zh-CN" sz="2400" b="1" baseline="30000" dirty="0" smtClean="0">
                <a:ea typeface="楷体_GB2312"/>
              </a:rPr>
              <a:t>-</a:t>
            </a:r>
            <a:r>
              <a:rPr lang="en-US" altLang="zh-CN" sz="2400" b="1" dirty="0" smtClean="0">
                <a:ea typeface="楷体_GB2312"/>
              </a:rPr>
              <a:t>] </a:t>
            </a:r>
            <a:r>
              <a:rPr lang="en-US" altLang="zh-CN" sz="2400" b="1" dirty="0">
                <a:ea typeface="楷体_GB2312"/>
              </a:rPr>
              <a:t>+2[H</a:t>
            </a:r>
            <a:r>
              <a:rPr lang="en-US" altLang="zh-CN" sz="2400" b="1" baseline="-25000" dirty="0">
                <a:ea typeface="楷体_GB2312"/>
              </a:rPr>
              <a:t>2</a:t>
            </a:r>
            <a:r>
              <a:rPr lang="en-US" altLang="zh-CN" sz="2400" b="1" dirty="0">
                <a:ea typeface="楷体_GB2312"/>
              </a:rPr>
              <a:t>CO</a:t>
            </a:r>
            <a:r>
              <a:rPr lang="en-US" altLang="zh-CN" sz="2400" b="1" baseline="-25000" dirty="0">
                <a:ea typeface="楷体_GB2312"/>
              </a:rPr>
              <a:t>3</a:t>
            </a:r>
            <a:r>
              <a:rPr lang="en-US" altLang="zh-CN" sz="2400" b="1" dirty="0">
                <a:ea typeface="楷体_GB2312"/>
              </a:rPr>
              <a:t>]+[H</a:t>
            </a:r>
            <a:r>
              <a:rPr lang="en-US" altLang="zh-CN" sz="2400" b="1" baseline="30000" dirty="0">
                <a:ea typeface="楷体_GB2312"/>
              </a:rPr>
              <a:t>+</a:t>
            </a:r>
            <a:r>
              <a:rPr lang="en-US" altLang="zh-CN" sz="2400" b="1" dirty="0">
                <a:ea typeface="楷体_GB2312"/>
              </a:rPr>
              <a:t>]</a:t>
            </a:r>
            <a:endParaRPr lang="zh-CN" altLang="en-US" sz="2400" b="1" dirty="0">
              <a:ea typeface="楷体_GB2312"/>
            </a:endParaRPr>
          </a:p>
          <a:p>
            <a:r>
              <a:rPr lang="en-US" altLang="zh-CN" sz="2400" b="1" dirty="0" smtClean="0">
                <a:ea typeface="楷体_GB2312"/>
              </a:rPr>
              <a:t> </a:t>
            </a:r>
            <a:endParaRPr lang="zh-CN" altLang="en-US" sz="2400" b="1" dirty="0">
              <a:ea typeface="楷体_GB2312"/>
            </a:endParaRPr>
          </a:p>
        </p:txBody>
      </p:sp>
    </p:spTree>
    <p:extLst>
      <p:ext uri="{BB962C8B-B14F-4D97-AF65-F5344CB8AC3E}">
        <p14:creationId xmlns:p14="http://schemas.microsoft.com/office/powerpoint/2010/main" val="2129798767"/>
      </p:ext>
    </p:extLst>
  </p:cSld>
  <p:clrMapOvr>
    <a:masterClrMapping/>
  </p:clrMapOvr>
  <p:transition spd="slow">
    <p:split orient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down)">
                                      <p:cBhvr>
                                        <p:cTn id="1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down)">
                                      <p:cBhvr>
                                        <p:cTn id="22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down)">
                                      <p:cBhvr>
                                        <p:cTn id="27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>
                      <p:stCondLst>
                        <p:cond delay="indefinite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>
                      <p:stCondLst>
                        <p:cond delay="indefinite"/>
                      </p:stCondLst>
                      <p:childTnLst>
                        <p:par>
                          <p:cTn id="117" fill="hold">
                            <p:stCondLst>
                              <p:cond delay="0"/>
                            </p:stCondLst>
                            <p:childTnLst>
                              <p:par>
                                <p:cTn id="1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0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>
                      <p:stCondLst>
                        <p:cond delay="indefinite"/>
                      </p:stCondLst>
                      <p:childTnLst>
                        <p:par>
                          <p:cTn id="122" fill="hold">
                            <p:stCondLst>
                              <p:cond delay="0"/>
                            </p:stCondLst>
                            <p:childTnLst>
                              <p:par>
                                <p:cTn id="1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5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6" fill="hold">
                      <p:stCondLst>
                        <p:cond delay="indefinite"/>
                      </p:stCondLst>
                      <p:childTnLst>
                        <p:par>
                          <p:cTn id="127" fill="hold">
                            <p:stCondLst>
                              <p:cond delay="0"/>
                            </p:stCondLst>
                            <p:childTnLst>
                              <p:par>
                                <p:cTn id="1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>
                      <p:stCondLst>
                        <p:cond delay="indefinite"/>
                      </p:stCondLst>
                      <p:childTnLst>
                        <p:par>
                          <p:cTn id="132" fill="hold">
                            <p:stCondLst>
                              <p:cond delay="0"/>
                            </p:stCondLst>
                            <p:childTnLst>
                              <p:par>
                                <p:cTn id="1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5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 build="p" autoUpdateAnimBg="0"/>
      <p:bldP spid="7" grpId="0"/>
      <p:bldP spid="8" grpId="0"/>
      <p:bldP spid="11" grpId="0"/>
      <p:bldP spid="12" grpId="0"/>
      <p:bldP spid="13" grpId="0"/>
      <p:bldP spid="15" grpId="0"/>
      <p:bldP spid="16" grpId="0"/>
      <p:bldP spid="19" grpId="0"/>
      <p:bldP spid="20" grpId="0"/>
      <p:bldP spid="22" grpId="0"/>
      <p:bldP spid="24" grpId="0"/>
      <p:bldP spid="26" grpId="0"/>
      <p:bldP spid="27" grpId="0"/>
      <p:bldP spid="28" grpId="0"/>
      <p:bldP spid="29" grpId="0"/>
      <p:bldP spid="30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37" name="Rectangle 17"/>
          <p:cNvSpPr>
            <a:spLocks noChangeArrowheads="1"/>
          </p:cNvSpPr>
          <p:nvPr/>
        </p:nvSpPr>
        <p:spPr bwMode="auto">
          <a:xfrm>
            <a:off x="504453" y="1709941"/>
            <a:ext cx="629703" cy="477838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zh-CN" altLang="en-US" sz="2500" b="1" dirty="0" smtClean="0">
                <a:ea typeface="楷体_GB2312" pitchFamily="49" charset="-122"/>
                <a:hlinkClick r:id="rId2" action="ppaction://hlinkpres?slideindex=4&amp;slidetitle=幻灯片 4"/>
              </a:rPr>
              <a:t>解</a:t>
            </a:r>
            <a:r>
              <a:rPr lang="en-US" altLang="zh-CN" sz="2500" b="1" dirty="0" smtClean="0">
                <a:ea typeface="楷体_GB2312" pitchFamily="49" charset="-122"/>
              </a:rPr>
              <a:t>:</a:t>
            </a:r>
            <a:endParaRPr lang="en-US" altLang="zh-CN" sz="2500" b="1" dirty="0">
              <a:ea typeface="楷体_GB2312" pitchFamily="49" charset="-122"/>
            </a:endParaRPr>
          </a:p>
        </p:txBody>
      </p:sp>
      <p:sp>
        <p:nvSpPr>
          <p:cNvPr id="9220" name="Rectangle 21"/>
          <p:cNvSpPr>
            <a:spLocks noGrp="1" noChangeArrowheads="1"/>
          </p:cNvSpPr>
          <p:nvPr>
            <p:ph type="title"/>
          </p:nvPr>
        </p:nvSpPr>
        <p:spPr>
          <a:xfrm>
            <a:off x="576263" y="258763"/>
            <a:ext cx="10369550" cy="431800"/>
          </a:xfrm>
        </p:spPr>
        <p:txBody>
          <a:bodyPr/>
          <a:lstStyle/>
          <a:p>
            <a:r>
              <a:rPr lang="en-US" altLang="zh-CN" smtClean="0">
                <a:ea typeface="黑体" pitchFamily="49" charset="-122"/>
              </a:rPr>
              <a:t>3.4.2</a:t>
            </a:r>
            <a:r>
              <a:rPr lang="zh-CN" altLang="en-US" smtClean="0">
                <a:ea typeface="黑体" pitchFamily="49" charset="-122"/>
              </a:rPr>
              <a:t>酸碱质子理论中的代数法</a:t>
            </a:r>
            <a:endParaRPr lang="zh-CN" altLang="en-US" sz="1800" smtClean="0">
              <a:ea typeface="黑体" pitchFamily="49" charset="-122"/>
            </a:endParaRPr>
          </a:p>
        </p:txBody>
      </p:sp>
      <p:sp>
        <p:nvSpPr>
          <p:cNvPr id="9223" name="Oval 26" descr="图片8">
            <a:hlinkClick r:id="" action="ppaction://hlinkshowjump?jump=previousslide"/>
          </p:cNvPr>
          <p:cNvSpPr>
            <a:spLocks noChangeAspect="1" noChangeArrowheads="1"/>
          </p:cNvSpPr>
          <p:nvPr/>
        </p:nvSpPr>
        <p:spPr bwMode="gray">
          <a:xfrm>
            <a:off x="0" y="5597525"/>
            <a:ext cx="360363" cy="360363"/>
          </a:xfrm>
          <a:prstGeom prst="ellipse">
            <a:avLst/>
          </a:prstGeom>
          <a:blipFill dpi="0" rotWithShape="1">
            <a:blip r:embed="rId3"/>
            <a:srcRect/>
            <a:stretch>
              <a:fillRect/>
            </a:stretch>
          </a:blipFill>
          <a:ln w="9525">
            <a:solidFill>
              <a:srgbClr val="808080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224" name="Oval 27" descr="图片9">
            <a:hlinkClick r:id="" action="ppaction://hlinkshowjump?jump=nextslide"/>
          </p:cNvPr>
          <p:cNvSpPr>
            <a:spLocks noChangeAspect="1" noChangeArrowheads="1"/>
          </p:cNvSpPr>
          <p:nvPr/>
        </p:nvSpPr>
        <p:spPr bwMode="gray">
          <a:xfrm>
            <a:off x="11155363" y="5688013"/>
            <a:ext cx="360362" cy="360362"/>
          </a:xfrm>
          <a:prstGeom prst="ellipse">
            <a:avLst/>
          </a:prstGeom>
          <a:blipFill dpi="0" rotWithShape="1">
            <a:blip r:embed="rId4"/>
            <a:srcRect/>
            <a:stretch>
              <a:fillRect/>
            </a:stretch>
          </a:blipFill>
          <a:ln w="9525">
            <a:solidFill>
              <a:srgbClr val="808080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" name="Rectangle 7"/>
          <p:cNvSpPr>
            <a:spLocks noChangeArrowheads="1"/>
          </p:cNvSpPr>
          <p:nvPr/>
        </p:nvSpPr>
        <p:spPr bwMode="auto">
          <a:xfrm>
            <a:off x="702108" y="1007839"/>
            <a:ext cx="8280920" cy="477054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square">
            <a:spAutoFit/>
          </a:bodyPr>
          <a:lstStyle/>
          <a:p>
            <a:r>
              <a:rPr lang="zh-CN" altLang="en-US" sz="2500" b="1" dirty="0" smtClean="0">
                <a:latin typeface="+mn-lt"/>
                <a:ea typeface="楷体_GB2312" pitchFamily="49" charset="-122"/>
              </a:rPr>
              <a:t>例</a:t>
            </a:r>
            <a:r>
              <a:rPr lang="en-US" altLang="zh-CN" sz="2500" b="1" dirty="0" smtClean="0">
                <a:latin typeface="+mn-lt"/>
                <a:ea typeface="楷体_GB2312" pitchFamily="49" charset="-122"/>
              </a:rPr>
              <a:t>4.</a:t>
            </a:r>
            <a:r>
              <a:rPr lang="zh-CN" altLang="en-US" sz="2500" b="1" dirty="0" smtClean="0">
                <a:latin typeface="+mn-lt"/>
                <a:ea typeface="楷体_GB2312" pitchFamily="49" charset="-122"/>
              </a:rPr>
              <a:t>分别写出</a:t>
            </a:r>
            <a:r>
              <a:rPr lang="en-US" altLang="zh-CN" sz="2500" b="1" dirty="0" smtClean="0">
                <a:latin typeface="+mn-lt"/>
                <a:ea typeface="楷体_GB2312" pitchFamily="49" charset="-122"/>
              </a:rPr>
              <a:t>NaCO</a:t>
            </a:r>
            <a:r>
              <a:rPr lang="en-US" altLang="zh-CN" sz="2500" b="1" baseline="-25000" dirty="0" smtClean="0">
                <a:latin typeface="+mn-lt"/>
                <a:ea typeface="楷体_GB2312" pitchFamily="49" charset="-122"/>
              </a:rPr>
              <a:t>3 </a:t>
            </a:r>
            <a:r>
              <a:rPr lang="en-US" altLang="zh-CN" sz="2500" b="1" dirty="0" smtClean="0">
                <a:latin typeface="+mn-lt"/>
                <a:ea typeface="楷体_GB2312" pitchFamily="49" charset="-122"/>
              </a:rPr>
              <a:t>  H</a:t>
            </a:r>
            <a:r>
              <a:rPr lang="en-US" altLang="zh-CN" sz="2500" b="1" baseline="-25000" dirty="0" smtClean="0">
                <a:latin typeface="+mn-lt"/>
                <a:ea typeface="楷体_GB2312" pitchFamily="49" charset="-122"/>
              </a:rPr>
              <a:t>2</a:t>
            </a:r>
            <a:r>
              <a:rPr lang="en-US" altLang="zh-CN" sz="2500" b="1" dirty="0" smtClean="0">
                <a:latin typeface="+mn-lt"/>
                <a:ea typeface="楷体_GB2312" pitchFamily="49" charset="-122"/>
              </a:rPr>
              <a:t>C</a:t>
            </a:r>
            <a:r>
              <a:rPr lang="en-US" altLang="zh-CN" sz="2500" b="1" baseline="-25000" dirty="0" smtClean="0">
                <a:latin typeface="+mn-lt"/>
                <a:ea typeface="楷体_GB2312" pitchFamily="49" charset="-122"/>
              </a:rPr>
              <a:t>2</a:t>
            </a:r>
            <a:r>
              <a:rPr lang="en-US" altLang="zh-CN" sz="2500" b="1" dirty="0" smtClean="0">
                <a:latin typeface="+mn-lt"/>
                <a:ea typeface="楷体_GB2312" pitchFamily="49" charset="-122"/>
              </a:rPr>
              <a:t>O</a:t>
            </a:r>
            <a:r>
              <a:rPr lang="en-US" altLang="zh-CN" sz="2500" b="1" baseline="-25000" dirty="0" smtClean="0">
                <a:latin typeface="+mn-lt"/>
                <a:ea typeface="楷体_GB2312" pitchFamily="49" charset="-122"/>
              </a:rPr>
              <a:t>4</a:t>
            </a:r>
            <a:r>
              <a:rPr lang="zh-CN" altLang="en-US" sz="2500" b="1" dirty="0">
                <a:latin typeface="+mn-lt"/>
                <a:ea typeface="楷体_GB2312" pitchFamily="49" charset="-122"/>
              </a:rPr>
              <a:t>以及</a:t>
            </a:r>
            <a:r>
              <a:rPr lang="en-US" altLang="zh-CN" sz="2500" b="1" dirty="0">
                <a:latin typeface="+mn-lt"/>
                <a:ea typeface="楷体_GB2312" pitchFamily="49" charset="-122"/>
              </a:rPr>
              <a:t>(NH</a:t>
            </a:r>
            <a:r>
              <a:rPr lang="en-US" altLang="zh-CN" sz="2500" b="1" baseline="-25000" dirty="0">
                <a:latin typeface="+mn-lt"/>
                <a:ea typeface="楷体_GB2312" pitchFamily="49" charset="-122"/>
              </a:rPr>
              <a:t>4</a:t>
            </a:r>
            <a:r>
              <a:rPr lang="en-US" altLang="zh-CN" sz="2500" b="1" dirty="0">
                <a:latin typeface="+mn-lt"/>
                <a:ea typeface="楷体_GB2312" pitchFamily="49" charset="-122"/>
              </a:rPr>
              <a:t>)</a:t>
            </a:r>
            <a:r>
              <a:rPr lang="en-US" altLang="zh-CN" sz="2500" b="1" baseline="-25000" dirty="0">
                <a:latin typeface="+mn-lt"/>
                <a:ea typeface="楷体_GB2312" pitchFamily="49" charset="-122"/>
              </a:rPr>
              <a:t>2</a:t>
            </a:r>
            <a:r>
              <a:rPr lang="en-US" altLang="zh-CN" sz="2500" b="1" dirty="0">
                <a:latin typeface="+mn-lt"/>
                <a:ea typeface="楷体_GB2312" pitchFamily="49" charset="-122"/>
              </a:rPr>
              <a:t>CO</a:t>
            </a:r>
            <a:r>
              <a:rPr lang="en-US" altLang="zh-CN" sz="2500" b="1" baseline="-25000" dirty="0">
                <a:latin typeface="+mn-lt"/>
                <a:ea typeface="楷体_GB2312" pitchFamily="49" charset="-122"/>
              </a:rPr>
              <a:t>3</a:t>
            </a:r>
            <a:r>
              <a:rPr lang="zh-CN" altLang="en-US" sz="2500" b="1" dirty="0">
                <a:latin typeface="+mn-lt"/>
                <a:ea typeface="楷体_GB2312" pitchFamily="49" charset="-122"/>
              </a:rPr>
              <a:t>水溶液的</a:t>
            </a:r>
            <a:r>
              <a:rPr lang="en-US" altLang="zh-CN" sz="2500" b="1" dirty="0">
                <a:latin typeface="+mn-lt"/>
                <a:ea typeface="楷体_GB2312" pitchFamily="49" charset="-122"/>
              </a:rPr>
              <a:t>PBE.</a:t>
            </a:r>
            <a:endParaRPr lang="en-US" altLang="zh-CN" sz="2500" b="1" dirty="0">
              <a:solidFill>
                <a:srgbClr val="0000FF"/>
              </a:solidFill>
              <a:latin typeface="+mn-lt"/>
              <a:ea typeface="楷体_GB2312" pitchFamily="49" charset="-122"/>
            </a:endParaRPr>
          </a:p>
        </p:txBody>
      </p:sp>
    </p:spTree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down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19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1937" grpId="0" autoUpdateAnimBg="0"/>
      <p:bldP spid="9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10" name="Text Box 6"/>
          <p:cNvSpPr txBox="1">
            <a:spLocks noChangeArrowheads="1"/>
          </p:cNvSpPr>
          <p:nvPr/>
        </p:nvSpPr>
        <p:spPr bwMode="auto">
          <a:xfrm>
            <a:off x="903288" y="1311275"/>
            <a:ext cx="3000375" cy="477838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square">
            <a:spAutoFit/>
          </a:bodyPr>
          <a:lstStyle/>
          <a:p>
            <a:r>
              <a:rPr lang="en-US" altLang="zh-CN" sz="2500" b="1" dirty="0" err="1">
                <a:solidFill>
                  <a:srgbClr val="FF3300"/>
                </a:solidFill>
                <a:ea typeface="楷体_GB2312" pitchFamily="49" charset="-122"/>
              </a:rPr>
              <a:t>NaHA</a:t>
            </a:r>
            <a:r>
              <a:rPr lang="zh-CN" altLang="en-US" sz="2500" b="1" dirty="0">
                <a:ea typeface="楷体_GB2312" pitchFamily="49" charset="-122"/>
              </a:rPr>
              <a:t>水溶液的</a:t>
            </a:r>
            <a:r>
              <a:rPr lang="en-US" altLang="zh-CN" sz="2500" b="1" dirty="0">
                <a:ea typeface="楷体_GB2312" pitchFamily="49" charset="-122"/>
              </a:rPr>
              <a:t>PBE:</a:t>
            </a:r>
          </a:p>
        </p:txBody>
      </p:sp>
      <p:sp>
        <p:nvSpPr>
          <p:cNvPr id="1028" name="Rectangle 18"/>
          <p:cNvSpPr>
            <a:spLocks noGrp="1" noChangeArrowheads="1"/>
          </p:cNvSpPr>
          <p:nvPr>
            <p:ph type="title"/>
          </p:nvPr>
        </p:nvSpPr>
        <p:spPr>
          <a:xfrm>
            <a:off x="576263" y="258763"/>
            <a:ext cx="10369550" cy="431800"/>
          </a:xfrm>
        </p:spPr>
        <p:txBody>
          <a:bodyPr/>
          <a:lstStyle/>
          <a:p>
            <a:r>
              <a:rPr lang="en-US" altLang="zh-CN" smtClean="0">
                <a:ea typeface="黑体" pitchFamily="49" charset="-122"/>
              </a:rPr>
              <a:t>3.4.2</a:t>
            </a:r>
            <a:r>
              <a:rPr lang="zh-CN" altLang="en-US" smtClean="0">
                <a:ea typeface="黑体" pitchFamily="49" charset="-122"/>
              </a:rPr>
              <a:t>酸碱质子理论中的代数法</a:t>
            </a:r>
            <a:endParaRPr lang="zh-CN" altLang="en-US" sz="1800" smtClean="0">
              <a:ea typeface="黑体" pitchFamily="49" charset="-122"/>
            </a:endParaRPr>
          </a:p>
        </p:txBody>
      </p:sp>
      <p:sp>
        <p:nvSpPr>
          <p:cNvPr id="47134" name="Text Box 30"/>
          <p:cNvSpPr txBox="1">
            <a:spLocks noChangeArrowheads="1"/>
          </p:cNvSpPr>
          <p:nvPr/>
        </p:nvSpPr>
        <p:spPr bwMode="auto">
          <a:xfrm>
            <a:off x="5108117" y="1354880"/>
            <a:ext cx="4163342" cy="47625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square">
            <a:spAutoFit/>
          </a:bodyPr>
          <a:lstStyle/>
          <a:p>
            <a:r>
              <a:rPr lang="en-US" altLang="zh-CN" sz="2500" b="1" dirty="0">
                <a:ea typeface="楷体_GB2312" pitchFamily="49" charset="-122"/>
              </a:rPr>
              <a:t>[H</a:t>
            </a:r>
            <a:r>
              <a:rPr lang="en-US" altLang="zh-CN" sz="2500" b="1" baseline="30000" dirty="0">
                <a:ea typeface="楷体_GB2312" pitchFamily="49" charset="-122"/>
              </a:rPr>
              <a:t>+</a:t>
            </a:r>
            <a:r>
              <a:rPr lang="en-US" altLang="zh-CN" sz="2500" b="1" dirty="0">
                <a:ea typeface="楷体_GB2312" pitchFamily="49" charset="-122"/>
              </a:rPr>
              <a:t>] = [OH</a:t>
            </a:r>
            <a:r>
              <a:rPr lang="en-US" altLang="zh-CN" sz="2500" b="1" baseline="30000" dirty="0">
                <a:ea typeface="楷体_GB2312" pitchFamily="49" charset="-122"/>
              </a:rPr>
              <a:t>-</a:t>
            </a:r>
            <a:r>
              <a:rPr lang="en-US" altLang="zh-CN" sz="2500" b="1" dirty="0">
                <a:ea typeface="楷体_GB2312" pitchFamily="49" charset="-122"/>
              </a:rPr>
              <a:t>] + [A</a:t>
            </a:r>
            <a:r>
              <a:rPr lang="en-US" altLang="zh-CN" sz="2500" b="1" baseline="30000" dirty="0">
                <a:ea typeface="楷体_GB2312" pitchFamily="49" charset="-122"/>
              </a:rPr>
              <a:t>2-</a:t>
            </a:r>
            <a:r>
              <a:rPr lang="en-US" altLang="zh-CN" sz="2500" b="1" dirty="0">
                <a:ea typeface="楷体_GB2312" pitchFamily="49" charset="-122"/>
              </a:rPr>
              <a:t>] – [H</a:t>
            </a:r>
            <a:r>
              <a:rPr lang="en-US" altLang="zh-CN" sz="2500" b="1" baseline="-25000" dirty="0">
                <a:ea typeface="楷体_GB2312" pitchFamily="49" charset="-122"/>
              </a:rPr>
              <a:t>2</a:t>
            </a:r>
            <a:r>
              <a:rPr lang="en-US" altLang="zh-CN" sz="2500" b="1" dirty="0">
                <a:ea typeface="楷体_GB2312" pitchFamily="49" charset="-122"/>
              </a:rPr>
              <a:t>A]</a:t>
            </a:r>
          </a:p>
        </p:txBody>
      </p:sp>
      <p:sp>
        <p:nvSpPr>
          <p:cNvPr id="1032" name="Line 0"/>
          <p:cNvSpPr>
            <a:spLocks noChangeShapeType="1"/>
          </p:cNvSpPr>
          <p:nvPr/>
        </p:nvSpPr>
        <p:spPr bwMode="auto">
          <a:xfrm>
            <a:off x="4975225" y="1811338"/>
            <a:ext cx="998538" cy="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/>
          </a:ln>
        </p:spPr>
        <p:txBody>
          <a:bodyPr wrap="none">
            <a:spAutoFit/>
          </a:bodyPr>
          <a:lstStyle/>
          <a:p>
            <a:endParaRPr lang="zh-CN" altLang="en-US"/>
          </a:p>
        </p:txBody>
      </p:sp>
      <p:sp>
        <p:nvSpPr>
          <p:cNvPr id="47105" name="Line 1"/>
          <p:cNvSpPr>
            <a:spLocks noChangeShapeType="1"/>
          </p:cNvSpPr>
          <p:nvPr/>
        </p:nvSpPr>
        <p:spPr bwMode="auto">
          <a:xfrm>
            <a:off x="6046788" y="1811338"/>
            <a:ext cx="998537" cy="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/>
          </a:ln>
        </p:spPr>
        <p:txBody>
          <a:bodyPr wrap="none">
            <a:spAutoFit/>
          </a:bodyPr>
          <a:lstStyle/>
          <a:p>
            <a:endParaRPr lang="zh-CN" altLang="en-US"/>
          </a:p>
        </p:txBody>
      </p:sp>
      <p:sp>
        <p:nvSpPr>
          <p:cNvPr id="47106" name="Line 2"/>
          <p:cNvSpPr>
            <a:spLocks noChangeShapeType="1"/>
          </p:cNvSpPr>
          <p:nvPr/>
        </p:nvSpPr>
        <p:spPr bwMode="auto">
          <a:xfrm>
            <a:off x="7189788" y="1811338"/>
            <a:ext cx="998537" cy="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/>
          </a:ln>
        </p:spPr>
        <p:txBody>
          <a:bodyPr wrap="none">
            <a:spAutoFit/>
          </a:bodyPr>
          <a:lstStyle/>
          <a:p>
            <a:endParaRPr lang="zh-CN" altLang="en-US"/>
          </a:p>
        </p:txBody>
      </p:sp>
      <p:sp>
        <p:nvSpPr>
          <p:cNvPr id="47107" name="Rectangle 3"/>
          <p:cNvSpPr>
            <a:spLocks noChangeArrowheads="1"/>
          </p:cNvSpPr>
          <p:nvPr/>
        </p:nvSpPr>
        <p:spPr bwMode="auto">
          <a:xfrm>
            <a:off x="6245828" y="2169318"/>
            <a:ext cx="3115609" cy="477054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square">
            <a:spAutoFit/>
          </a:bodyPr>
          <a:lstStyle/>
          <a:p>
            <a:r>
              <a:rPr lang="en-US" altLang="zh-CN" sz="2500" b="1" dirty="0">
                <a:ea typeface="楷体_GB2312" pitchFamily="49" charset="-122"/>
              </a:rPr>
              <a:t> [OH</a:t>
            </a:r>
            <a:r>
              <a:rPr lang="en-US" altLang="zh-CN" sz="2500" b="1" baseline="30000" dirty="0">
                <a:ea typeface="楷体_GB2312" pitchFamily="49" charset="-122"/>
              </a:rPr>
              <a:t>-</a:t>
            </a:r>
            <a:r>
              <a:rPr lang="en-US" altLang="zh-CN" sz="2500" b="1" dirty="0">
                <a:ea typeface="楷体_GB2312" pitchFamily="49" charset="-122"/>
              </a:rPr>
              <a:t>] = </a:t>
            </a:r>
            <a:r>
              <a:rPr lang="en-US" altLang="zh-CN" sz="2500" b="1" i="1" dirty="0" err="1">
                <a:ea typeface="楷体_GB2312" pitchFamily="49" charset="-122"/>
              </a:rPr>
              <a:t>K</a:t>
            </a:r>
            <a:r>
              <a:rPr lang="en-US" altLang="zh-CN" sz="1600" b="1" baseline="100000" dirty="0" err="1">
                <a:ea typeface="楷体_GB2312" pitchFamily="49" charset="-122"/>
                <a:sym typeface="Webdings" pitchFamily="18" charset="2"/>
              </a:rPr>
              <a:t></a:t>
            </a:r>
            <a:r>
              <a:rPr lang="en-US" altLang="zh-CN" sz="2500" b="1" baseline="-25000" dirty="0" err="1" smtClean="0">
                <a:ea typeface="楷体_GB2312" pitchFamily="49" charset="-122"/>
                <a:sym typeface="Webdings" pitchFamily="18" charset="2"/>
              </a:rPr>
              <a:t>w</a:t>
            </a:r>
            <a:r>
              <a:rPr lang="en-US" altLang="zh-CN" sz="2500" b="1" dirty="0">
                <a:ea typeface="楷体_GB2312" pitchFamily="49" charset="-122"/>
                <a:sym typeface="Webdings" pitchFamily="18" charset="2"/>
              </a:rPr>
              <a:t>/</a:t>
            </a:r>
            <a:r>
              <a:rPr lang="en-US" altLang="zh-CN" sz="2500" b="1" baseline="-25000" dirty="0" smtClean="0">
                <a:ea typeface="楷体_GB2312" pitchFamily="49" charset="-122"/>
                <a:sym typeface="Webdings" pitchFamily="18" charset="2"/>
              </a:rPr>
              <a:t> </a:t>
            </a:r>
            <a:r>
              <a:rPr lang="en-US" altLang="zh-CN" sz="2500" b="1" dirty="0">
                <a:ea typeface="楷体_GB2312" pitchFamily="49" charset="-122"/>
              </a:rPr>
              <a:t>[H</a:t>
            </a:r>
            <a:r>
              <a:rPr lang="en-US" altLang="zh-CN" sz="2500" b="1" baseline="30000" dirty="0">
                <a:ea typeface="楷体_GB2312" pitchFamily="49" charset="-122"/>
              </a:rPr>
              <a:t>+</a:t>
            </a:r>
            <a:r>
              <a:rPr lang="en-US" altLang="zh-CN" sz="2500" b="1" dirty="0">
                <a:ea typeface="楷体_GB2312" pitchFamily="49" charset="-122"/>
              </a:rPr>
              <a:t>]</a:t>
            </a:r>
          </a:p>
        </p:txBody>
      </p:sp>
      <p:sp>
        <p:nvSpPr>
          <p:cNvPr id="47108" name="Line 4"/>
          <p:cNvSpPr>
            <a:spLocks noChangeShapeType="1"/>
          </p:cNvSpPr>
          <p:nvPr/>
        </p:nvSpPr>
        <p:spPr bwMode="auto">
          <a:xfrm>
            <a:off x="7019875" y="3260054"/>
            <a:ext cx="2111375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7109" name="Rectangle 5"/>
          <p:cNvSpPr>
            <a:spLocks noChangeArrowheads="1"/>
          </p:cNvSpPr>
          <p:nvPr/>
        </p:nvSpPr>
        <p:spPr bwMode="auto">
          <a:xfrm>
            <a:off x="7278637" y="2715542"/>
            <a:ext cx="1514475" cy="477837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pPr algn="ctr"/>
            <a:r>
              <a:rPr lang="en-US" altLang="zh-CN" sz="2500" b="1" i="1">
                <a:ea typeface="楷体_GB2312" pitchFamily="49" charset="-122"/>
              </a:rPr>
              <a:t>K</a:t>
            </a:r>
            <a:r>
              <a:rPr lang="en-US" altLang="zh-CN" sz="1600" b="1" baseline="100000">
                <a:ea typeface="楷体_GB2312" pitchFamily="49" charset="-122"/>
                <a:sym typeface="Webdings" pitchFamily="18" charset="2"/>
              </a:rPr>
              <a:t></a:t>
            </a:r>
            <a:r>
              <a:rPr lang="en-US" altLang="zh-CN" sz="2500" b="1" baseline="-25000">
                <a:ea typeface="楷体_GB2312" pitchFamily="49" charset="-122"/>
                <a:sym typeface="Webdings" pitchFamily="18" charset="2"/>
              </a:rPr>
              <a:t>a2</a:t>
            </a:r>
            <a:r>
              <a:rPr lang="en-US" altLang="zh-CN" sz="2500" b="1">
                <a:ea typeface="楷体_GB2312" pitchFamily="49" charset="-122"/>
                <a:sym typeface="Webdings" pitchFamily="18" charset="2"/>
              </a:rPr>
              <a:t>[HA</a:t>
            </a:r>
            <a:r>
              <a:rPr lang="en-US" altLang="zh-CN" sz="2500" b="1" baseline="30000">
                <a:ea typeface="楷体_GB2312" pitchFamily="49" charset="-122"/>
                <a:sym typeface="Webdings" pitchFamily="18" charset="2"/>
              </a:rPr>
              <a:t>-</a:t>
            </a:r>
            <a:r>
              <a:rPr lang="en-US" altLang="zh-CN" sz="2500" b="1">
                <a:ea typeface="楷体_GB2312" pitchFamily="49" charset="-122"/>
                <a:sym typeface="Webdings" pitchFamily="18" charset="2"/>
              </a:rPr>
              <a:t>]</a:t>
            </a:r>
          </a:p>
        </p:txBody>
      </p:sp>
      <p:sp>
        <p:nvSpPr>
          <p:cNvPr id="1038" name="Rectangle 6"/>
          <p:cNvSpPr>
            <a:spLocks noChangeArrowheads="1"/>
          </p:cNvSpPr>
          <p:nvPr/>
        </p:nvSpPr>
        <p:spPr bwMode="auto">
          <a:xfrm>
            <a:off x="7716787" y="3260054"/>
            <a:ext cx="771525" cy="477838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pPr algn="ctr"/>
            <a:r>
              <a:rPr lang="en-US" altLang="zh-CN" sz="2500" b="1">
                <a:ea typeface="楷体_GB2312" pitchFamily="49" charset="-122"/>
              </a:rPr>
              <a:t>[H</a:t>
            </a:r>
            <a:r>
              <a:rPr lang="en-US" altLang="zh-CN" sz="2500" b="1" baseline="30000">
                <a:ea typeface="楷体_GB2312" pitchFamily="49" charset="-122"/>
              </a:rPr>
              <a:t>+</a:t>
            </a:r>
            <a:r>
              <a:rPr lang="en-US" altLang="zh-CN" sz="2500" b="1">
                <a:ea typeface="楷体_GB2312" pitchFamily="49" charset="-122"/>
              </a:rPr>
              <a:t>]</a:t>
            </a:r>
          </a:p>
        </p:txBody>
      </p:sp>
      <p:sp>
        <p:nvSpPr>
          <p:cNvPr id="47111" name="Rectangle 7"/>
          <p:cNvSpPr>
            <a:spLocks noChangeArrowheads="1"/>
          </p:cNvSpPr>
          <p:nvPr/>
        </p:nvSpPr>
        <p:spPr bwMode="auto">
          <a:xfrm>
            <a:off x="5878462" y="2974304"/>
            <a:ext cx="1093788" cy="477838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pPr algn="ctr"/>
            <a:r>
              <a:rPr lang="en-US" altLang="zh-CN" sz="2500" b="1" dirty="0">
                <a:ea typeface="楷体_GB2312" pitchFamily="49" charset="-122"/>
              </a:rPr>
              <a:t>[A</a:t>
            </a:r>
            <a:r>
              <a:rPr lang="en-US" altLang="zh-CN" sz="2500" b="1" baseline="30000" dirty="0">
                <a:ea typeface="楷体_GB2312" pitchFamily="49" charset="-122"/>
              </a:rPr>
              <a:t>2-</a:t>
            </a:r>
            <a:r>
              <a:rPr lang="en-US" altLang="zh-CN" sz="2500" b="1" dirty="0">
                <a:ea typeface="楷体_GB2312" pitchFamily="49" charset="-122"/>
              </a:rPr>
              <a:t>] =</a:t>
            </a:r>
          </a:p>
        </p:txBody>
      </p:sp>
      <p:sp>
        <p:nvSpPr>
          <p:cNvPr id="47112" name="Line 8"/>
          <p:cNvSpPr>
            <a:spLocks noChangeShapeType="1"/>
          </p:cNvSpPr>
          <p:nvPr/>
        </p:nvSpPr>
        <p:spPr bwMode="auto">
          <a:xfrm>
            <a:off x="7250062" y="4212554"/>
            <a:ext cx="2111375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7113" name="Rectangle 9"/>
          <p:cNvSpPr>
            <a:spLocks noChangeArrowheads="1"/>
          </p:cNvSpPr>
          <p:nvPr/>
        </p:nvSpPr>
        <p:spPr bwMode="auto">
          <a:xfrm>
            <a:off x="7939037" y="4212554"/>
            <a:ext cx="749300" cy="477838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pPr algn="ctr"/>
            <a:r>
              <a:rPr lang="en-US" altLang="zh-CN" sz="2500" b="1" i="1">
                <a:ea typeface="楷体_GB2312" pitchFamily="49" charset="-122"/>
              </a:rPr>
              <a:t>K</a:t>
            </a:r>
            <a:r>
              <a:rPr lang="en-US" altLang="zh-CN" sz="1600" b="1" baseline="100000">
                <a:ea typeface="楷体_GB2312" pitchFamily="49" charset="-122"/>
                <a:sym typeface="Webdings" pitchFamily="18" charset="2"/>
              </a:rPr>
              <a:t></a:t>
            </a:r>
            <a:r>
              <a:rPr lang="en-US" altLang="zh-CN" sz="2500" b="1" baseline="-25000">
                <a:ea typeface="楷体_GB2312" pitchFamily="49" charset="-122"/>
                <a:sym typeface="Webdings" pitchFamily="18" charset="2"/>
              </a:rPr>
              <a:t>a1</a:t>
            </a:r>
            <a:endParaRPr lang="en-US" altLang="zh-CN" sz="2500" b="1">
              <a:ea typeface="楷体_GB2312" pitchFamily="49" charset="-122"/>
              <a:sym typeface="Webdings" pitchFamily="18" charset="2"/>
            </a:endParaRPr>
          </a:p>
        </p:txBody>
      </p:sp>
      <p:sp>
        <p:nvSpPr>
          <p:cNvPr id="47114" name="Rectangle 10"/>
          <p:cNvSpPr>
            <a:spLocks noChangeArrowheads="1"/>
          </p:cNvSpPr>
          <p:nvPr/>
        </p:nvSpPr>
        <p:spPr bwMode="auto">
          <a:xfrm>
            <a:off x="7464375" y="3668042"/>
            <a:ext cx="1538287" cy="477837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pPr algn="ctr"/>
            <a:r>
              <a:rPr lang="en-US" altLang="zh-CN" sz="2500" b="1">
                <a:ea typeface="楷体_GB2312" pitchFamily="49" charset="-122"/>
              </a:rPr>
              <a:t>[H</a:t>
            </a:r>
            <a:r>
              <a:rPr lang="en-US" altLang="zh-CN" sz="2500" b="1" baseline="30000">
                <a:ea typeface="楷体_GB2312" pitchFamily="49" charset="-122"/>
              </a:rPr>
              <a:t>+</a:t>
            </a:r>
            <a:r>
              <a:rPr lang="en-US" altLang="zh-CN" sz="2500" b="1">
                <a:ea typeface="楷体_GB2312" pitchFamily="49" charset="-122"/>
              </a:rPr>
              <a:t>]</a:t>
            </a:r>
            <a:r>
              <a:rPr lang="en-US" altLang="zh-CN" sz="2500" b="1">
                <a:ea typeface="楷体_GB2312" pitchFamily="49" charset="-122"/>
                <a:sym typeface="Webdings" pitchFamily="18" charset="2"/>
              </a:rPr>
              <a:t>[HA</a:t>
            </a:r>
            <a:r>
              <a:rPr lang="en-US" altLang="zh-CN" sz="2500" b="1" baseline="30000">
                <a:ea typeface="楷体_GB2312" pitchFamily="49" charset="-122"/>
                <a:sym typeface="Webdings" pitchFamily="18" charset="2"/>
              </a:rPr>
              <a:t>-</a:t>
            </a:r>
            <a:r>
              <a:rPr lang="en-US" altLang="zh-CN" sz="2500" b="1">
                <a:ea typeface="楷体_GB2312" pitchFamily="49" charset="-122"/>
                <a:sym typeface="Webdings" pitchFamily="18" charset="2"/>
              </a:rPr>
              <a:t>]</a:t>
            </a:r>
          </a:p>
        </p:txBody>
      </p:sp>
      <p:sp>
        <p:nvSpPr>
          <p:cNvPr id="47115" name="Rectangle 11"/>
          <p:cNvSpPr>
            <a:spLocks noChangeArrowheads="1"/>
          </p:cNvSpPr>
          <p:nvPr/>
        </p:nvSpPr>
        <p:spPr bwMode="auto">
          <a:xfrm>
            <a:off x="5949900" y="3902992"/>
            <a:ext cx="1250950" cy="477837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pPr algn="ctr"/>
            <a:r>
              <a:rPr lang="en-US" altLang="zh-CN" sz="2500" b="1">
                <a:ea typeface="楷体_GB2312" pitchFamily="49" charset="-122"/>
              </a:rPr>
              <a:t>[H</a:t>
            </a:r>
            <a:r>
              <a:rPr lang="en-US" altLang="zh-CN" sz="2500" b="1" baseline="-25000">
                <a:ea typeface="楷体_GB2312" pitchFamily="49" charset="-122"/>
              </a:rPr>
              <a:t>2</a:t>
            </a:r>
            <a:r>
              <a:rPr lang="en-US" altLang="zh-CN" sz="2500" b="1">
                <a:ea typeface="楷体_GB2312" pitchFamily="49" charset="-122"/>
              </a:rPr>
              <a:t>A] =</a:t>
            </a:r>
          </a:p>
        </p:txBody>
      </p:sp>
      <p:graphicFrame>
        <p:nvGraphicFramePr>
          <p:cNvPr id="47116" name="Object 12"/>
          <p:cNvGraphicFramePr>
            <a:graphicFrameLocks noGrp="1" noChangeAspect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43560757"/>
              </p:ext>
            </p:extLst>
          </p:nvPr>
        </p:nvGraphicFramePr>
        <p:xfrm>
          <a:off x="5464872" y="4603308"/>
          <a:ext cx="4857750" cy="1143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18" name="公式" r:id="rId5" imgW="1854000" imgH="495000" progId="Equation.3">
                  <p:embed/>
                </p:oleObj>
              </mc:Choice>
              <mc:Fallback>
                <p:oleObj name="公式" r:id="rId5" imgW="1854000" imgH="495000" progId="Equation.3">
                  <p:embed/>
                  <p:pic>
                    <p:nvPicPr>
                      <p:cNvPr id="0" name="Object 12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64872" y="4603308"/>
                        <a:ext cx="4857750" cy="1143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2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42" name="Rectangle 18"/>
          <p:cNvSpPr>
            <a:spLocks noChangeArrowheads="1"/>
          </p:cNvSpPr>
          <p:nvPr/>
        </p:nvSpPr>
        <p:spPr bwMode="auto">
          <a:xfrm>
            <a:off x="617538" y="882650"/>
            <a:ext cx="5392823" cy="477054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2500" b="1" dirty="0">
                <a:solidFill>
                  <a:srgbClr val="FF3300"/>
                </a:solidFill>
                <a:ea typeface="楷体_GB2312" pitchFamily="49" charset="-122"/>
              </a:rPr>
              <a:t>(</a:t>
            </a:r>
            <a:r>
              <a:rPr lang="en-US" altLang="zh-CN" sz="2500" b="1" dirty="0" smtClean="0">
                <a:solidFill>
                  <a:srgbClr val="FF3300"/>
                </a:solidFill>
                <a:ea typeface="楷体_GB2312" pitchFamily="49" charset="-122"/>
              </a:rPr>
              <a:t>2)</a:t>
            </a:r>
            <a:r>
              <a:rPr lang="zh-CN" altLang="en-US" sz="2500" b="1" dirty="0" smtClean="0">
                <a:solidFill>
                  <a:srgbClr val="FF3300"/>
                </a:solidFill>
                <a:ea typeface="楷体_GB2312" pitchFamily="49" charset="-122"/>
              </a:rPr>
              <a:t>质子条件式计算两性</a:t>
            </a:r>
            <a:r>
              <a:rPr lang="zh-CN" altLang="en-US" sz="2500" b="1" dirty="0">
                <a:solidFill>
                  <a:srgbClr val="FF3300"/>
                </a:solidFill>
                <a:ea typeface="楷体_GB2312" pitchFamily="49" charset="-122"/>
              </a:rPr>
              <a:t>物质溶液</a:t>
            </a:r>
            <a:r>
              <a:rPr lang="zh-CN" altLang="en-US" sz="2500" b="1" dirty="0" smtClean="0">
                <a:solidFill>
                  <a:srgbClr val="FF3300"/>
                </a:solidFill>
                <a:ea typeface="楷体_GB2312" pitchFamily="49" charset="-122"/>
              </a:rPr>
              <a:t>酸度</a:t>
            </a:r>
            <a:endParaRPr lang="zh-CN" altLang="en-US" sz="2500" b="1" dirty="0">
              <a:solidFill>
                <a:srgbClr val="FF3300"/>
              </a:solidFill>
              <a:ea typeface="楷体_GB2312" pitchFamily="49" charset="-122"/>
            </a:endParaRPr>
          </a:p>
        </p:txBody>
      </p:sp>
      <p:sp>
        <p:nvSpPr>
          <p:cNvPr id="1043" name="Oval 26" descr="图片8">
            <a:hlinkClick r:id="" action="ppaction://hlinkshowjump?jump=previousslide"/>
          </p:cNvPr>
          <p:cNvSpPr>
            <a:spLocks noChangeAspect="1" noChangeArrowheads="1"/>
          </p:cNvSpPr>
          <p:nvPr/>
        </p:nvSpPr>
        <p:spPr bwMode="gray">
          <a:xfrm>
            <a:off x="0" y="5597525"/>
            <a:ext cx="360363" cy="360363"/>
          </a:xfrm>
          <a:prstGeom prst="ellipse">
            <a:avLst/>
          </a:prstGeom>
          <a:blipFill dpi="0" rotWithShape="1">
            <a:blip r:embed="rId7"/>
            <a:srcRect/>
            <a:stretch>
              <a:fillRect/>
            </a:stretch>
          </a:blipFill>
          <a:ln w="9525">
            <a:solidFill>
              <a:srgbClr val="808080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44" name="Oval 27" descr="图片9">
            <a:hlinkClick r:id="" action="ppaction://hlinkshowjump?jump=nextslide"/>
          </p:cNvPr>
          <p:cNvSpPr>
            <a:spLocks noChangeAspect="1" noChangeArrowheads="1"/>
          </p:cNvSpPr>
          <p:nvPr/>
        </p:nvSpPr>
        <p:spPr bwMode="gray">
          <a:xfrm>
            <a:off x="11155363" y="5688013"/>
            <a:ext cx="360362" cy="360362"/>
          </a:xfrm>
          <a:prstGeom prst="ellipse">
            <a:avLst/>
          </a:prstGeom>
          <a:blipFill dpi="0" rotWithShape="1">
            <a:blip r:embed="rId8"/>
            <a:srcRect/>
            <a:stretch>
              <a:fillRect/>
            </a:stretch>
          </a:blipFill>
          <a:ln w="9525">
            <a:solidFill>
              <a:srgbClr val="808080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3" name="矩形 22"/>
          <p:cNvSpPr/>
          <p:nvPr/>
        </p:nvSpPr>
        <p:spPr>
          <a:xfrm>
            <a:off x="1826465" y="2649579"/>
            <a:ext cx="66717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000" b="1" dirty="0" smtClean="0">
                <a:ea typeface="楷体_GB2312" pitchFamily="49" charset="-122"/>
              </a:rPr>
              <a:t>H</a:t>
            </a:r>
            <a:r>
              <a:rPr lang="en-US" altLang="zh-CN" sz="2000" b="1" baseline="-25000" dirty="0" smtClean="0">
                <a:ea typeface="楷体_GB2312" pitchFamily="49" charset="-122"/>
              </a:rPr>
              <a:t>2</a:t>
            </a:r>
            <a:r>
              <a:rPr lang="en-US" altLang="zh-CN" sz="2000" b="1" dirty="0" smtClean="0">
                <a:ea typeface="楷体_GB2312" pitchFamily="49" charset="-122"/>
              </a:rPr>
              <a:t>O</a:t>
            </a:r>
            <a:endParaRPr lang="zh-CN" altLang="en-US" sz="2000" dirty="0"/>
          </a:p>
        </p:txBody>
      </p:sp>
      <p:cxnSp>
        <p:nvCxnSpPr>
          <p:cNvPr id="24" name="直接箭头连接符 23"/>
          <p:cNvCxnSpPr/>
          <p:nvPr/>
        </p:nvCxnSpPr>
        <p:spPr>
          <a:xfrm>
            <a:off x="2524504" y="2917519"/>
            <a:ext cx="673144" cy="0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文本框 24"/>
          <p:cNvSpPr txBox="1"/>
          <p:nvPr/>
        </p:nvSpPr>
        <p:spPr>
          <a:xfrm>
            <a:off x="3233272" y="2649578"/>
            <a:ext cx="149592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b="1" dirty="0" smtClean="0">
                <a:ea typeface="楷体_GB2312"/>
              </a:rPr>
              <a:t>H</a:t>
            </a:r>
            <a:r>
              <a:rPr lang="en-US" altLang="zh-CN" sz="2000" b="1" baseline="-25000" dirty="0">
                <a:ea typeface="楷体_GB2312"/>
              </a:rPr>
              <a:t>3</a:t>
            </a:r>
            <a:r>
              <a:rPr lang="en-US" altLang="zh-CN" sz="2000" b="1" dirty="0" smtClean="0">
                <a:ea typeface="楷体_GB2312"/>
              </a:rPr>
              <a:t>O</a:t>
            </a:r>
            <a:r>
              <a:rPr lang="en-US" altLang="zh-CN" sz="2000" b="1" baseline="-25000" dirty="0" smtClean="0">
                <a:ea typeface="楷体_GB2312"/>
              </a:rPr>
              <a:t> </a:t>
            </a:r>
            <a:r>
              <a:rPr lang="en-US" altLang="zh-CN" sz="2000" b="1" baseline="30000" dirty="0" smtClean="0">
                <a:ea typeface="楷体_GB2312"/>
              </a:rPr>
              <a:t>+    </a:t>
            </a:r>
            <a:r>
              <a:rPr lang="en-US" altLang="zh-CN" sz="2000" b="1" dirty="0" smtClean="0">
                <a:ea typeface="楷体_GB2312"/>
              </a:rPr>
              <a:t>(H+)</a:t>
            </a:r>
            <a:endParaRPr lang="zh-CN" altLang="en-US" sz="2000" b="1" dirty="0">
              <a:ea typeface="楷体_GB2312"/>
            </a:endParaRPr>
          </a:p>
        </p:txBody>
      </p:sp>
      <p:cxnSp>
        <p:nvCxnSpPr>
          <p:cNvPr id="26" name="直接箭头连接符 25"/>
          <p:cNvCxnSpPr/>
          <p:nvPr/>
        </p:nvCxnSpPr>
        <p:spPr>
          <a:xfrm flipH="1" flipV="1">
            <a:off x="1122172" y="2908179"/>
            <a:ext cx="760478" cy="9340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文本框 26"/>
          <p:cNvSpPr txBox="1"/>
          <p:nvPr/>
        </p:nvSpPr>
        <p:spPr>
          <a:xfrm>
            <a:off x="1068361" y="2446513"/>
            <a:ext cx="73930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b="1" dirty="0" smtClean="0">
                <a:ea typeface="楷体_GB2312"/>
              </a:rPr>
              <a:t>失</a:t>
            </a:r>
            <a:r>
              <a:rPr lang="en-US" altLang="zh-CN" sz="2000" b="1" dirty="0" smtClean="0">
                <a:ea typeface="楷体_GB2312"/>
              </a:rPr>
              <a:t>H</a:t>
            </a:r>
            <a:r>
              <a:rPr lang="en-US" altLang="zh-CN" sz="2000" b="1" baseline="30000" dirty="0" smtClean="0">
                <a:ea typeface="楷体_GB2312"/>
              </a:rPr>
              <a:t>+</a:t>
            </a:r>
            <a:endParaRPr lang="zh-CN" altLang="en-US" sz="2000" b="1" baseline="30000" dirty="0">
              <a:ea typeface="楷体_GB2312"/>
            </a:endParaRPr>
          </a:p>
        </p:txBody>
      </p:sp>
      <p:sp>
        <p:nvSpPr>
          <p:cNvPr id="28" name="文本框 27"/>
          <p:cNvSpPr txBox="1"/>
          <p:nvPr/>
        </p:nvSpPr>
        <p:spPr>
          <a:xfrm>
            <a:off x="360437" y="2677346"/>
            <a:ext cx="63991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b="1" dirty="0" smtClean="0">
                <a:ea typeface="楷体_GB2312"/>
              </a:rPr>
              <a:t>OH</a:t>
            </a:r>
            <a:r>
              <a:rPr lang="en-US" altLang="zh-CN" sz="2000" b="1" baseline="30000" dirty="0" smtClean="0">
                <a:ea typeface="楷体_GB2312"/>
              </a:rPr>
              <a:t>-</a:t>
            </a:r>
            <a:endParaRPr lang="zh-CN" altLang="en-US" sz="2000" b="1" baseline="30000" dirty="0">
              <a:ea typeface="楷体_GB2312"/>
            </a:endParaRPr>
          </a:p>
        </p:txBody>
      </p:sp>
      <p:sp>
        <p:nvSpPr>
          <p:cNvPr id="29" name="文本框 28"/>
          <p:cNvSpPr txBox="1"/>
          <p:nvPr/>
        </p:nvSpPr>
        <p:spPr>
          <a:xfrm>
            <a:off x="2524504" y="2429018"/>
            <a:ext cx="73930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b="1" dirty="0" smtClean="0">
                <a:ea typeface="楷体_GB2312"/>
              </a:rPr>
              <a:t>得</a:t>
            </a:r>
            <a:r>
              <a:rPr lang="en-US" altLang="zh-CN" sz="2000" b="1" dirty="0" smtClean="0">
                <a:ea typeface="楷体_GB2312"/>
              </a:rPr>
              <a:t>H</a:t>
            </a:r>
            <a:r>
              <a:rPr lang="en-US" altLang="zh-CN" sz="2000" b="1" baseline="30000" dirty="0" smtClean="0">
                <a:ea typeface="楷体_GB2312"/>
              </a:rPr>
              <a:t>+</a:t>
            </a:r>
            <a:endParaRPr lang="zh-CN" altLang="en-US" sz="2000" b="1" baseline="30000" dirty="0">
              <a:ea typeface="楷体_GB2312"/>
            </a:endParaRPr>
          </a:p>
        </p:txBody>
      </p:sp>
      <p:sp>
        <p:nvSpPr>
          <p:cNvPr id="30" name="矩形 29"/>
          <p:cNvSpPr/>
          <p:nvPr/>
        </p:nvSpPr>
        <p:spPr>
          <a:xfrm>
            <a:off x="1882941" y="2052476"/>
            <a:ext cx="627095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000" b="1" dirty="0">
                <a:ea typeface="楷体_GB2312" pitchFamily="49" charset="-122"/>
              </a:rPr>
              <a:t>HA</a:t>
            </a:r>
            <a:r>
              <a:rPr lang="en-US" altLang="zh-CN" sz="2000" b="1" baseline="30000" dirty="0" smtClean="0">
                <a:ea typeface="楷体_GB2312" pitchFamily="49" charset="-122"/>
              </a:rPr>
              <a:t>-</a:t>
            </a:r>
            <a:endParaRPr lang="zh-CN" altLang="en-US" sz="2000" dirty="0"/>
          </a:p>
        </p:txBody>
      </p:sp>
      <p:cxnSp>
        <p:nvCxnSpPr>
          <p:cNvPr id="31" name="直接箭头连接符 30"/>
          <p:cNvCxnSpPr/>
          <p:nvPr/>
        </p:nvCxnSpPr>
        <p:spPr>
          <a:xfrm>
            <a:off x="2524504" y="2277262"/>
            <a:ext cx="673144" cy="0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文本框 31"/>
          <p:cNvSpPr txBox="1"/>
          <p:nvPr/>
        </p:nvSpPr>
        <p:spPr>
          <a:xfrm>
            <a:off x="2491423" y="1871935"/>
            <a:ext cx="73930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b="1" dirty="0" smtClean="0">
                <a:ea typeface="楷体_GB2312"/>
              </a:rPr>
              <a:t>得</a:t>
            </a:r>
            <a:r>
              <a:rPr lang="en-US" altLang="zh-CN" sz="2000" b="1" dirty="0" smtClean="0">
                <a:ea typeface="楷体_GB2312"/>
              </a:rPr>
              <a:t>H</a:t>
            </a:r>
            <a:r>
              <a:rPr lang="en-US" altLang="zh-CN" sz="2000" b="1" baseline="30000" dirty="0" smtClean="0">
                <a:ea typeface="楷体_GB2312"/>
              </a:rPr>
              <a:t>+</a:t>
            </a:r>
            <a:endParaRPr lang="zh-CN" altLang="en-US" sz="2000" b="1" baseline="30000" dirty="0">
              <a:ea typeface="楷体_GB2312"/>
            </a:endParaRPr>
          </a:p>
        </p:txBody>
      </p:sp>
      <p:sp>
        <p:nvSpPr>
          <p:cNvPr id="33" name="文本框 32"/>
          <p:cNvSpPr txBox="1"/>
          <p:nvPr/>
        </p:nvSpPr>
        <p:spPr>
          <a:xfrm>
            <a:off x="3185965" y="2020114"/>
            <a:ext cx="68345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b="1" dirty="0" smtClean="0">
                <a:ea typeface="楷体_GB2312"/>
              </a:rPr>
              <a:t>H</a:t>
            </a:r>
            <a:r>
              <a:rPr lang="en-US" altLang="zh-CN" sz="2000" b="1" baseline="-25000" dirty="0" smtClean="0">
                <a:ea typeface="楷体_GB2312"/>
              </a:rPr>
              <a:t>2</a:t>
            </a:r>
            <a:r>
              <a:rPr lang="en-US" altLang="zh-CN" sz="2000" b="1" dirty="0" smtClean="0">
                <a:ea typeface="楷体_GB2312"/>
              </a:rPr>
              <a:t>A</a:t>
            </a:r>
            <a:r>
              <a:rPr lang="en-US" altLang="zh-CN" sz="2000" b="1" baseline="-25000" dirty="0" smtClean="0">
                <a:ea typeface="楷体_GB2312"/>
              </a:rPr>
              <a:t> </a:t>
            </a:r>
            <a:endParaRPr lang="zh-CN" altLang="en-US" sz="2000" b="1" baseline="30000" dirty="0">
              <a:ea typeface="楷体_GB2312"/>
            </a:endParaRPr>
          </a:p>
        </p:txBody>
      </p:sp>
      <p:sp>
        <p:nvSpPr>
          <p:cNvPr id="35" name="文本框 34"/>
          <p:cNvSpPr txBox="1"/>
          <p:nvPr/>
        </p:nvSpPr>
        <p:spPr>
          <a:xfrm>
            <a:off x="1277307" y="1920306"/>
            <a:ext cx="73930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b="1" dirty="0" smtClean="0">
                <a:ea typeface="楷体_GB2312"/>
              </a:rPr>
              <a:t>失</a:t>
            </a:r>
            <a:r>
              <a:rPr lang="en-US" altLang="zh-CN" sz="2000" b="1" dirty="0" smtClean="0">
                <a:ea typeface="楷体_GB2312"/>
              </a:rPr>
              <a:t>H</a:t>
            </a:r>
            <a:r>
              <a:rPr lang="en-US" altLang="zh-CN" sz="2000" b="1" baseline="30000" dirty="0" smtClean="0">
                <a:ea typeface="楷体_GB2312"/>
              </a:rPr>
              <a:t>+</a:t>
            </a:r>
            <a:endParaRPr lang="zh-CN" altLang="en-US" sz="2000" b="1" baseline="30000" dirty="0">
              <a:ea typeface="楷体_GB2312"/>
            </a:endParaRPr>
          </a:p>
        </p:txBody>
      </p:sp>
      <p:cxnSp>
        <p:nvCxnSpPr>
          <p:cNvPr id="36" name="直接箭头连接符 35"/>
          <p:cNvCxnSpPr/>
          <p:nvPr/>
        </p:nvCxnSpPr>
        <p:spPr>
          <a:xfrm flipH="1" flipV="1">
            <a:off x="1169668" y="2277262"/>
            <a:ext cx="760478" cy="9340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文本框 36"/>
          <p:cNvSpPr txBox="1"/>
          <p:nvPr/>
        </p:nvSpPr>
        <p:spPr>
          <a:xfrm>
            <a:off x="560882" y="2031130"/>
            <a:ext cx="56323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b="1" dirty="0" smtClean="0">
                <a:ea typeface="楷体_GB2312"/>
              </a:rPr>
              <a:t>A </a:t>
            </a:r>
            <a:r>
              <a:rPr lang="en-US" altLang="zh-CN" sz="2000" b="1" baseline="30000" dirty="0" smtClean="0">
                <a:ea typeface="楷体_GB2312"/>
              </a:rPr>
              <a:t>2-</a:t>
            </a:r>
            <a:endParaRPr lang="zh-CN" altLang="en-US" sz="2000" b="1" baseline="30000" dirty="0">
              <a:ea typeface="楷体_GB2312"/>
            </a:endParaRPr>
          </a:p>
        </p:txBody>
      </p:sp>
      <p:sp>
        <p:nvSpPr>
          <p:cNvPr id="38" name="Text Box 30"/>
          <p:cNvSpPr txBox="1">
            <a:spLocks noChangeArrowheads="1"/>
          </p:cNvSpPr>
          <p:nvPr/>
        </p:nvSpPr>
        <p:spPr bwMode="auto">
          <a:xfrm>
            <a:off x="394871" y="3277602"/>
            <a:ext cx="3182195" cy="40011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square">
            <a:spAutoFit/>
          </a:bodyPr>
          <a:lstStyle/>
          <a:p>
            <a:r>
              <a:rPr lang="en-US" altLang="zh-CN" sz="2000" b="1" dirty="0" smtClean="0">
                <a:ea typeface="楷体_GB2312" pitchFamily="49" charset="-122"/>
              </a:rPr>
              <a:t>[</a:t>
            </a:r>
            <a:r>
              <a:rPr lang="en-US" altLang="zh-CN" sz="2000" b="1" dirty="0">
                <a:ea typeface="楷体_GB2312" pitchFamily="49" charset="-122"/>
              </a:rPr>
              <a:t>A</a:t>
            </a:r>
            <a:r>
              <a:rPr lang="en-US" altLang="zh-CN" sz="2000" b="1" baseline="30000" dirty="0">
                <a:ea typeface="楷体_GB2312" pitchFamily="49" charset="-122"/>
              </a:rPr>
              <a:t>2-</a:t>
            </a:r>
            <a:r>
              <a:rPr lang="en-US" altLang="zh-CN" sz="2000" b="1" dirty="0">
                <a:ea typeface="楷体_GB2312" pitchFamily="49" charset="-122"/>
              </a:rPr>
              <a:t>] </a:t>
            </a:r>
            <a:r>
              <a:rPr lang="en-US" altLang="zh-CN" sz="2000" b="1" dirty="0" smtClean="0">
                <a:ea typeface="楷体_GB2312" pitchFamily="49" charset="-122"/>
              </a:rPr>
              <a:t> +</a:t>
            </a:r>
            <a:r>
              <a:rPr lang="en-US" altLang="zh-CN" sz="2000" b="1" dirty="0">
                <a:ea typeface="楷体_GB2312" pitchFamily="49" charset="-122"/>
              </a:rPr>
              <a:t>[OH</a:t>
            </a:r>
            <a:r>
              <a:rPr lang="en-US" altLang="zh-CN" sz="2000" b="1" baseline="30000" dirty="0">
                <a:ea typeface="楷体_GB2312" pitchFamily="49" charset="-122"/>
              </a:rPr>
              <a:t>-</a:t>
            </a:r>
            <a:r>
              <a:rPr lang="en-US" altLang="zh-CN" sz="2000" b="1" dirty="0">
                <a:ea typeface="楷体_GB2312" pitchFamily="49" charset="-122"/>
              </a:rPr>
              <a:t>] </a:t>
            </a:r>
            <a:r>
              <a:rPr lang="en-US" altLang="zh-CN" sz="2000" b="1" dirty="0" smtClean="0">
                <a:ea typeface="楷体_GB2312" pitchFamily="49" charset="-122"/>
              </a:rPr>
              <a:t> =</a:t>
            </a:r>
            <a:r>
              <a:rPr lang="en-US" altLang="zh-CN" sz="2000" b="1" dirty="0">
                <a:ea typeface="楷体_GB2312" pitchFamily="49" charset="-122"/>
              </a:rPr>
              <a:t>[H</a:t>
            </a:r>
            <a:r>
              <a:rPr lang="en-US" altLang="zh-CN" sz="2000" b="1" baseline="-25000" dirty="0">
                <a:ea typeface="楷体_GB2312" pitchFamily="49" charset="-122"/>
              </a:rPr>
              <a:t>2</a:t>
            </a:r>
            <a:r>
              <a:rPr lang="en-US" altLang="zh-CN" sz="2000" b="1" dirty="0">
                <a:ea typeface="楷体_GB2312" pitchFamily="49" charset="-122"/>
              </a:rPr>
              <a:t>A</a:t>
            </a:r>
            <a:r>
              <a:rPr lang="en-US" altLang="zh-CN" sz="2000" b="1" dirty="0" smtClean="0">
                <a:ea typeface="楷体_GB2312" pitchFamily="49" charset="-122"/>
              </a:rPr>
              <a:t>]+[</a:t>
            </a:r>
            <a:r>
              <a:rPr lang="en-US" altLang="zh-CN" sz="2000" b="1" dirty="0">
                <a:ea typeface="楷体_GB2312" pitchFamily="49" charset="-122"/>
              </a:rPr>
              <a:t>H</a:t>
            </a:r>
            <a:r>
              <a:rPr lang="en-US" altLang="zh-CN" sz="2000" b="1" baseline="30000" dirty="0">
                <a:ea typeface="楷体_GB2312" pitchFamily="49" charset="-122"/>
              </a:rPr>
              <a:t>+</a:t>
            </a:r>
            <a:r>
              <a:rPr lang="en-US" altLang="zh-CN" sz="2000" b="1" dirty="0">
                <a:ea typeface="楷体_GB2312" pitchFamily="49" charset="-122"/>
              </a:rPr>
              <a:t>] </a:t>
            </a:r>
          </a:p>
        </p:txBody>
      </p:sp>
    </p:spTree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0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47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1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1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1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1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3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10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8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5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down)">
                                      <p:cBhvr>
                                        <p:cTn id="94" dur="500"/>
                                        <p:tgtEl>
                                          <p:spTgt spid="471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9" dur="500"/>
                                        <p:tgtEl>
                                          <p:spTgt spid="10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0" fill="hold">
                            <p:stCondLst>
                              <p:cond delay="500"/>
                            </p:stCondLst>
                            <p:childTnLst>
                              <p:par>
                                <p:cTn id="101" presetID="5" presetClass="entr" presetSubtype="5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down)">
                                      <p:cBhvr>
                                        <p:cTn id="103" dur="500"/>
                                        <p:tgtEl>
                                          <p:spTgt spid="471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indefinite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8" dur="500"/>
                                        <p:tgtEl>
                                          <p:spTgt spid="47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9" fill="hold">
                            <p:stCondLst>
                              <p:cond delay="500"/>
                            </p:stCondLst>
                            <p:childTnLst>
                              <p:par>
                                <p:cTn id="110" presetID="5" presetClass="entr" presetSubtype="5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down)">
                                      <p:cBhvr>
                                        <p:cTn id="112" dur="500"/>
                                        <p:tgtEl>
                                          <p:spTgt spid="47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14" presetID="5" presetClass="entr" presetSubtype="5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down)">
                                      <p:cBhvr>
                                        <p:cTn id="116" dur="500"/>
                                        <p:tgtEl>
                                          <p:spTgt spid="47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7" fill="hold">
                            <p:stCondLst>
                              <p:cond delay="1500"/>
                            </p:stCondLst>
                            <p:childTnLst>
                              <p:par>
                                <p:cTn id="118" presetID="5" presetClass="entr" presetSubtype="5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down)">
                                      <p:cBhvr>
                                        <p:cTn id="120" dur="500"/>
                                        <p:tgtEl>
                                          <p:spTgt spid="47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>
                      <p:stCondLst>
                        <p:cond delay="indefinite"/>
                      </p:stCondLst>
                      <p:childTnLst>
                        <p:par>
                          <p:cTn id="122" fill="hold">
                            <p:stCondLst>
                              <p:cond delay="0"/>
                            </p:stCondLst>
                            <p:childTnLst>
                              <p:par>
                                <p:cTn id="12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5" dur="500"/>
                                        <p:tgtEl>
                                          <p:spTgt spid="10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6" fill="hold">
                      <p:stCondLst>
                        <p:cond delay="indefinite"/>
                      </p:stCondLst>
                      <p:childTnLst>
                        <p:par>
                          <p:cTn id="127" fill="hold">
                            <p:stCondLst>
                              <p:cond delay="0"/>
                            </p:stCondLst>
                            <p:childTnLst>
                              <p:par>
                                <p:cTn id="12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0" dur="500"/>
                                        <p:tgtEl>
                                          <p:spTgt spid="47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1" fill="hold">
                            <p:stCondLst>
                              <p:cond delay="500"/>
                            </p:stCondLst>
                            <p:childTnLst>
                              <p:par>
                                <p:cTn id="132" presetID="5" presetClass="entr" presetSubtype="5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down)">
                                      <p:cBhvr>
                                        <p:cTn id="134" dur="500"/>
                                        <p:tgtEl>
                                          <p:spTgt spid="47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5" fill="hold">
                            <p:stCondLst>
                              <p:cond delay="1000"/>
                            </p:stCondLst>
                            <p:childTnLst>
                              <p:par>
                                <p:cTn id="136" presetID="5" presetClass="entr" presetSubtype="5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down)">
                                      <p:cBhvr>
                                        <p:cTn id="138" dur="500"/>
                                        <p:tgtEl>
                                          <p:spTgt spid="47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9" fill="hold">
                            <p:stCondLst>
                              <p:cond delay="1500"/>
                            </p:stCondLst>
                            <p:childTnLst>
                              <p:par>
                                <p:cTn id="140" presetID="5" presetClass="entr" presetSubtype="5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down)">
                                      <p:cBhvr>
                                        <p:cTn id="142" dur="500"/>
                                        <p:tgtEl>
                                          <p:spTgt spid="47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3" fill="hold">
                            <p:stCondLst>
                              <p:cond delay="2000"/>
                            </p:stCondLst>
                            <p:childTnLst>
                              <p:par>
                                <p:cTn id="144" presetID="5" presetClass="entr" presetSubtype="5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down)">
                                      <p:cBhvr>
                                        <p:cTn id="146" dur="500"/>
                                        <p:tgtEl>
                                          <p:spTgt spid="4711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4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7" fill="hold">
                      <p:stCondLst>
                        <p:cond delay="indefinite"/>
                      </p:stCondLst>
                      <p:childTnLst>
                        <p:par>
                          <p:cTn id="148" fill="hold">
                            <p:stCondLst>
                              <p:cond delay="0"/>
                            </p:stCondLst>
                            <p:childTnLst>
                              <p:par>
                                <p:cTn id="149" presetID="5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down)">
                                      <p:cBhvr>
                                        <p:cTn id="151" dur="500"/>
                                        <p:tgtEl>
                                          <p:spTgt spid="47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110" grpId="0"/>
      <p:bldP spid="47134" grpId="0" build="p" autoUpdateAnimBg="0"/>
      <p:bldP spid="1032" grpId="0" animBg="1"/>
      <p:bldP spid="47105" grpId="0" animBg="1"/>
      <p:bldP spid="47106" grpId="0" animBg="1"/>
      <p:bldP spid="47107" grpId="0" build="p" autoUpdateAnimBg="0"/>
      <p:bldP spid="47108" grpId="0" animBg="1"/>
      <p:bldP spid="47109" grpId="0" autoUpdateAnimBg="0"/>
      <p:bldP spid="1038" grpId="0"/>
      <p:bldP spid="47111" grpId="0" autoUpdateAnimBg="0"/>
      <p:bldP spid="47112" grpId="0" animBg="1"/>
      <p:bldP spid="47113" grpId="0" autoUpdateAnimBg="0"/>
      <p:bldP spid="47114" grpId="0" autoUpdateAnimBg="0"/>
      <p:bldP spid="47115" grpId="0" autoUpdateAnimBg="0"/>
      <p:bldP spid="1042" grpId="0"/>
      <p:bldP spid="23" grpId="0"/>
      <p:bldP spid="25" grpId="0"/>
      <p:bldP spid="27" grpId="0"/>
      <p:bldP spid="28" grpId="0"/>
      <p:bldP spid="29" grpId="0"/>
      <p:bldP spid="30" grpId="0"/>
      <p:bldP spid="32" grpId="0"/>
      <p:bldP spid="33" grpId="0"/>
      <p:bldP spid="35" grpId="0"/>
      <p:bldP spid="37" grpId="0"/>
      <p:bldP spid="38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5" name="Rectangle 5"/>
          <p:cNvSpPr>
            <a:spLocks noChangeArrowheads="1"/>
          </p:cNvSpPr>
          <p:nvPr/>
        </p:nvSpPr>
        <p:spPr bwMode="auto">
          <a:xfrm>
            <a:off x="906463" y="2073275"/>
            <a:ext cx="6481762" cy="477838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r>
              <a:rPr lang="zh-CN" altLang="en-US" sz="2500" b="1" dirty="0">
                <a:ea typeface="楷体_GB2312" pitchFamily="49" charset="-122"/>
                <a:sym typeface="Monotype Sorts" pitchFamily="2" charset="2"/>
              </a:rPr>
              <a:t>若</a:t>
            </a:r>
            <a:r>
              <a:rPr lang="en-US" altLang="zh-CN" sz="2500" b="1" i="1" dirty="0">
                <a:solidFill>
                  <a:srgbClr val="FF3300"/>
                </a:solidFill>
                <a:ea typeface="楷体_GB2312" pitchFamily="49" charset="-122"/>
              </a:rPr>
              <a:t>cK</a:t>
            </a:r>
            <a:r>
              <a:rPr lang="en-US" altLang="zh-CN" sz="1600" b="1" baseline="100000" dirty="0">
                <a:solidFill>
                  <a:srgbClr val="FF3300"/>
                </a:solidFill>
                <a:ea typeface="楷体_GB2312" pitchFamily="49" charset="-122"/>
                <a:sym typeface="Webdings" pitchFamily="18" charset="2"/>
              </a:rPr>
              <a:t></a:t>
            </a:r>
            <a:r>
              <a:rPr lang="en-US" altLang="zh-CN" sz="2500" b="1" baseline="-25000" dirty="0">
                <a:solidFill>
                  <a:srgbClr val="FF3300"/>
                </a:solidFill>
                <a:ea typeface="楷体_GB2312" pitchFamily="49" charset="-122"/>
                <a:sym typeface="Webdings" pitchFamily="18" charset="2"/>
              </a:rPr>
              <a:t>a2</a:t>
            </a:r>
            <a:r>
              <a:rPr lang="en-US" altLang="zh-CN" sz="2500" b="1" dirty="0">
                <a:solidFill>
                  <a:srgbClr val="FF3300"/>
                </a:solidFill>
                <a:ea typeface="楷体_GB2312" pitchFamily="49" charset="-122"/>
              </a:rPr>
              <a:t>≥10</a:t>
            </a:r>
            <a:r>
              <a:rPr lang="en-US" altLang="zh-CN" sz="2500" b="1" i="1" dirty="0">
                <a:solidFill>
                  <a:srgbClr val="FF3300"/>
                </a:solidFill>
                <a:ea typeface="楷体_GB2312" pitchFamily="49" charset="-122"/>
              </a:rPr>
              <a:t>K</a:t>
            </a:r>
            <a:r>
              <a:rPr lang="en-US" altLang="zh-CN" sz="1600" b="1" baseline="100000" dirty="0">
                <a:solidFill>
                  <a:srgbClr val="FF3300"/>
                </a:solidFill>
                <a:ea typeface="楷体_GB2312" pitchFamily="49" charset="-122"/>
                <a:sym typeface="Webdings" pitchFamily="18" charset="2"/>
              </a:rPr>
              <a:t></a:t>
            </a:r>
            <a:r>
              <a:rPr lang="en-US" altLang="zh-CN" sz="2500" b="1" baseline="-25000" dirty="0">
                <a:solidFill>
                  <a:srgbClr val="FF3300"/>
                </a:solidFill>
                <a:ea typeface="楷体_GB2312" pitchFamily="49" charset="-122"/>
                <a:sym typeface="Webdings" pitchFamily="18" charset="2"/>
              </a:rPr>
              <a:t>w</a:t>
            </a:r>
            <a:r>
              <a:rPr lang="en-US" altLang="zh-CN" sz="2500" b="1" dirty="0">
                <a:ea typeface="楷体_GB2312" pitchFamily="49" charset="-122"/>
              </a:rPr>
              <a:t>,</a:t>
            </a:r>
            <a:r>
              <a:rPr lang="zh-CN" altLang="en-US" sz="2500" b="1" dirty="0">
                <a:ea typeface="楷体_GB2312" pitchFamily="49" charset="-122"/>
              </a:rPr>
              <a:t>还满足</a:t>
            </a:r>
            <a:r>
              <a:rPr lang="en-US" altLang="zh-CN" sz="2500" b="1" i="1" dirty="0">
                <a:solidFill>
                  <a:srgbClr val="FF3300"/>
                </a:solidFill>
                <a:ea typeface="楷体_GB2312" pitchFamily="49" charset="-122"/>
              </a:rPr>
              <a:t>c</a:t>
            </a:r>
            <a:r>
              <a:rPr lang="en-US" altLang="zh-CN" sz="2500" b="1" dirty="0">
                <a:solidFill>
                  <a:srgbClr val="FF3300"/>
                </a:solidFill>
                <a:ea typeface="楷体_GB2312" pitchFamily="49" charset="-122"/>
              </a:rPr>
              <a:t>≥10</a:t>
            </a:r>
            <a:r>
              <a:rPr lang="en-US" altLang="zh-CN" sz="2500" b="1" i="1" dirty="0">
                <a:solidFill>
                  <a:srgbClr val="FF3300"/>
                </a:solidFill>
                <a:ea typeface="楷体_GB2312" pitchFamily="49" charset="-122"/>
              </a:rPr>
              <a:t>K</a:t>
            </a:r>
            <a:r>
              <a:rPr lang="en-US" altLang="zh-CN" sz="1600" b="1" baseline="100000" dirty="0">
                <a:solidFill>
                  <a:srgbClr val="FF3300"/>
                </a:solidFill>
                <a:ea typeface="楷体_GB2312" pitchFamily="49" charset="-122"/>
                <a:sym typeface="Webdings" pitchFamily="18" charset="2"/>
              </a:rPr>
              <a:t></a:t>
            </a:r>
            <a:r>
              <a:rPr lang="en-US" altLang="zh-CN" sz="2500" b="1" baseline="-25000" dirty="0">
                <a:solidFill>
                  <a:srgbClr val="FF3300"/>
                </a:solidFill>
                <a:ea typeface="楷体_GB2312" pitchFamily="49" charset="-122"/>
                <a:sym typeface="Webdings" pitchFamily="18" charset="2"/>
              </a:rPr>
              <a:t>a1</a:t>
            </a:r>
            <a:r>
              <a:rPr lang="en-US" altLang="zh-CN" sz="2500" b="1" dirty="0">
                <a:ea typeface="楷体_GB2312" pitchFamily="49" charset="-122"/>
              </a:rPr>
              <a:t>,</a:t>
            </a:r>
            <a:r>
              <a:rPr lang="zh-CN" altLang="en-US" sz="2500" b="1" dirty="0">
                <a:ea typeface="楷体_GB2312" pitchFamily="49" charset="-122"/>
              </a:rPr>
              <a:t>则最简式为</a:t>
            </a:r>
            <a:r>
              <a:rPr lang="en-US" altLang="zh-CN" sz="2500" b="1" dirty="0">
                <a:ea typeface="楷体_GB2312" pitchFamily="49" charset="-122"/>
              </a:rPr>
              <a:t>:</a:t>
            </a:r>
            <a:endParaRPr lang="en-US" altLang="zh-CN" sz="2500" b="1" dirty="0">
              <a:ea typeface="楷体_GB2312" pitchFamily="49" charset="-122"/>
              <a:sym typeface="Monotype Sorts" pitchFamily="2" charset="2"/>
            </a:endParaRPr>
          </a:p>
        </p:txBody>
      </p:sp>
      <p:sp>
        <p:nvSpPr>
          <p:cNvPr id="2053" name="Rectangle 8"/>
          <p:cNvSpPr>
            <a:spLocks noGrp="1" noChangeArrowheads="1"/>
          </p:cNvSpPr>
          <p:nvPr>
            <p:ph type="title"/>
          </p:nvPr>
        </p:nvSpPr>
        <p:spPr>
          <a:xfrm>
            <a:off x="576263" y="258763"/>
            <a:ext cx="10369550" cy="431800"/>
          </a:xfrm>
        </p:spPr>
        <p:txBody>
          <a:bodyPr/>
          <a:lstStyle/>
          <a:p>
            <a:r>
              <a:rPr lang="en-US" altLang="zh-CN" dirty="0" smtClean="0">
                <a:ea typeface="黑体" pitchFamily="49" charset="-122"/>
              </a:rPr>
              <a:t>3.4.2</a:t>
            </a:r>
            <a:r>
              <a:rPr lang="zh-CN" altLang="en-US" dirty="0" smtClean="0">
                <a:ea typeface="黑体" pitchFamily="49" charset="-122"/>
              </a:rPr>
              <a:t>酸碱质子理论中的代数法</a:t>
            </a:r>
            <a:endParaRPr lang="zh-CN" altLang="en-US" sz="1800" dirty="0" smtClean="0">
              <a:ea typeface="黑体" pitchFamily="49" charset="-122"/>
            </a:endParaRPr>
          </a:p>
        </p:txBody>
      </p:sp>
      <p:graphicFrame>
        <p:nvGraphicFramePr>
          <p:cNvPr id="102410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11699145"/>
              </p:ext>
            </p:extLst>
          </p:nvPr>
        </p:nvGraphicFramePr>
        <p:xfrm>
          <a:off x="7218374" y="1924050"/>
          <a:ext cx="3041650" cy="647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30" name="公式" r:id="rId5" imgW="1028520" imgH="291960" progId="Equation.3">
                  <p:embed/>
                </p:oleObj>
              </mc:Choice>
              <mc:Fallback>
                <p:oleObj name="公式" r:id="rId5" imgW="1028520" imgH="291960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18374" y="1924050"/>
                        <a:ext cx="3041650" cy="647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2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2411" name="Rectangle 11"/>
          <p:cNvSpPr>
            <a:spLocks noChangeArrowheads="1"/>
          </p:cNvSpPr>
          <p:nvPr/>
        </p:nvSpPr>
        <p:spPr bwMode="auto">
          <a:xfrm>
            <a:off x="7218374" y="2668583"/>
            <a:ext cx="3686199" cy="477838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square">
            <a:spAutoFit/>
          </a:bodyPr>
          <a:lstStyle/>
          <a:p>
            <a:r>
              <a:rPr lang="zh-CN" altLang="en-US" sz="2500" b="1" dirty="0">
                <a:ea typeface="楷体_GB2312" pitchFamily="49" charset="-122"/>
                <a:sym typeface="Webdings" pitchFamily="18" charset="2"/>
              </a:rPr>
              <a:t>或</a:t>
            </a:r>
            <a:r>
              <a:rPr lang="en-US" altLang="zh-CN" sz="2500" b="1" dirty="0">
                <a:ea typeface="楷体_GB2312" pitchFamily="49" charset="-122"/>
              </a:rPr>
              <a:t>pH = (p</a:t>
            </a:r>
            <a:r>
              <a:rPr lang="en-US" altLang="zh-CN" sz="2500" b="1" i="1" dirty="0">
                <a:ea typeface="楷体_GB2312" pitchFamily="49" charset="-122"/>
              </a:rPr>
              <a:t>K</a:t>
            </a:r>
            <a:r>
              <a:rPr lang="en-US" altLang="zh-CN" sz="1600" b="1" baseline="100000" dirty="0">
                <a:ea typeface="楷体_GB2312" pitchFamily="49" charset="-122"/>
                <a:sym typeface="Webdings" pitchFamily="18" charset="2"/>
              </a:rPr>
              <a:t></a:t>
            </a:r>
            <a:r>
              <a:rPr lang="en-US" altLang="zh-CN" sz="2500" b="1" baseline="-25000" dirty="0">
                <a:ea typeface="楷体_GB2312" pitchFamily="49" charset="-122"/>
                <a:sym typeface="Webdings" pitchFamily="18" charset="2"/>
              </a:rPr>
              <a:t>a1</a:t>
            </a:r>
            <a:r>
              <a:rPr lang="en-US" altLang="zh-CN" sz="2500" b="1" dirty="0">
                <a:ea typeface="楷体_GB2312" pitchFamily="49" charset="-122"/>
              </a:rPr>
              <a:t>+ p</a:t>
            </a:r>
            <a:r>
              <a:rPr lang="en-US" altLang="zh-CN" sz="2500" b="1" i="1" dirty="0">
                <a:ea typeface="楷体_GB2312" pitchFamily="49" charset="-122"/>
              </a:rPr>
              <a:t>K</a:t>
            </a:r>
            <a:r>
              <a:rPr lang="en-US" altLang="zh-CN" sz="1600" b="1" baseline="100000" dirty="0">
                <a:ea typeface="楷体_GB2312" pitchFamily="49" charset="-122"/>
                <a:sym typeface="Webdings" pitchFamily="18" charset="2"/>
              </a:rPr>
              <a:t></a:t>
            </a:r>
            <a:r>
              <a:rPr lang="en-US" altLang="zh-CN" sz="2500" b="1" baseline="-25000" dirty="0">
                <a:ea typeface="楷体_GB2312" pitchFamily="49" charset="-122"/>
                <a:sym typeface="Webdings" pitchFamily="18" charset="2"/>
              </a:rPr>
              <a:t>a2</a:t>
            </a:r>
            <a:r>
              <a:rPr lang="en-US" altLang="zh-CN" sz="2500" b="1" dirty="0">
                <a:ea typeface="楷体_GB2312" pitchFamily="49" charset="-122"/>
              </a:rPr>
              <a:t>)/2</a:t>
            </a:r>
          </a:p>
        </p:txBody>
      </p:sp>
      <p:sp>
        <p:nvSpPr>
          <p:cNvPr id="102412" name="Rectangle 12"/>
          <p:cNvSpPr>
            <a:spLocks noChangeArrowheads="1"/>
          </p:cNvSpPr>
          <p:nvPr/>
        </p:nvSpPr>
        <p:spPr bwMode="auto">
          <a:xfrm>
            <a:off x="831815" y="3763165"/>
            <a:ext cx="614271" cy="477054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zh-CN" altLang="en-US" sz="2500" b="1" dirty="0" smtClean="0">
                <a:ea typeface="楷体_GB2312" pitchFamily="49" charset="-122"/>
                <a:sym typeface="Webdings" pitchFamily="18" charset="2"/>
                <a:hlinkClick r:id="rId7" action="ppaction://hlinkpres?slideindex=7&amp;slidetitle=幻灯片 7"/>
              </a:rPr>
              <a:t>解</a:t>
            </a:r>
            <a:r>
              <a:rPr lang="en-US" altLang="zh-CN" sz="2500" b="1" dirty="0" smtClean="0">
                <a:ea typeface="楷体_GB2312" pitchFamily="49" charset="-122"/>
                <a:sym typeface="Webdings" pitchFamily="18" charset="2"/>
              </a:rPr>
              <a:t>:</a:t>
            </a:r>
            <a:endParaRPr lang="en-US" altLang="zh-CN" sz="2500" b="1" dirty="0">
              <a:ea typeface="楷体_GB2312" pitchFamily="49" charset="-122"/>
              <a:sym typeface="Webdings" pitchFamily="18" charset="2"/>
            </a:endParaRPr>
          </a:p>
        </p:txBody>
      </p:sp>
      <p:graphicFrame>
        <p:nvGraphicFramePr>
          <p:cNvPr id="102415" name="Object 15"/>
          <p:cNvGraphicFramePr>
            <a:graphicFrameLocks noGrp="1" noChangeAspect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3646000"/>
              </p:ext>
            </p:extLst>
          </p:nvPr>
        </p:nvGraphicFramePr>
        <p:xfrm>
          <a:off x="2882900" y="802484"/>
          <a:ext cx="4505325" cy="1073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31" name="公式" r:id="rId8" imgW="1600200" imgH="508000" progId="Equation.3">
                  <p:embed/>
                </p:oleObj>
              </mc:Choice>
              <mc:Fallback>
                <p:oleObj name="公式" r:id="rId8" imgW="1600200" imgH="508000" progId="Equation.3">
                  <p:embed/>
                  <p:pic>
                    <p:nvPicPr>
                      <p:cNvPr id="0" name="Object 15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82900" y="802484"/>
                        <a:ext cx="4505325" cy="10731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2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58" name="矩形 9"/>
          <p:cNvSpPr>
            <a:spLocks noChangeArrowheads="1"/>
          </p:cNvSpPr>
          <p:nvPr/>
        </p:nvSpPr>
        <p:spPr bwMode="auto">
          <a:xfrm>
            <a:off x="758564" y="5255350"/>
            <a:ext cx="614271" cy="4770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zh-CN" altLang="en-US" sz="2500" b="1" dirty="0" smtClean="0">
                <a:ea typeface="楷体_GB2312" pitchFamily="49" charset="-122"/>
                <a:sym typeface="Webdings" pitchFamily="18" charset="2"/>
                <a:hlinkClick r:id="rId10" action="ppaction://hlinkpres?slideindex=8&amp;slidetitle=幻灯片 8"/>
              </a:rPr>
              <a:t>解</a:t>
            </a:r>
            <a:r>
              <a:rPr lang="en-US" altLang="zh-CN" sz="2500" b="1" dirty="0" smtClean="0">
                <a:ea typeface="楷体_GB2312" pitchFamily="49" charset="-122"/>
                <a:sym typeface="Webdings" pitchFamily="18" charset="2"/>
              </a:rPr>
              <a:t>:</a:t>
            </a:r>
            <a:endParaRPr lang="en-US" altLang="zh-CN" sz="2500" b="1" dirty="0">
              <a:ea typeface="楷体_GB2312" pitchFamily="49" charset="-122"/>
              <a:sym typeface="Webdings" pitchFamily="18" charset="2"/>
            </a:endParaRPr>
          </a:p>
        </p:txBody>
      </p:sp>
      <p:sp>
        <p:nvSpPr>
          <p:cNvPr id="2057" name="Oval 26" descr="图片8">
            <a:hlinkClick r:id="" action="ppaction://hlinkshowjump?jump=previousslide"/>
          </p:cNvPr>
          <p:cNvSpPr>
            <a:spLocks noChangeAspect="1" noChangeArrowheads="1"/>
          </p:cNvSpPr>
          <p:nvPr/>
        </p:nvSpPr>
        <p:spPr bwMode="gray">
          <a:xfrm>
            <a:off x="0" y="5580000"/>
            <a:ext cx="360363" cy="360362"/>
          </a:xfrm>
          <a:prstGeom prst="ellipse">
            <a:avLst/>
          </a:prstGeom>
          <a:blipFill dpi="0" rotWithShape="1">
            <a:blip r:embed="rId11"/>
            <a:srcRect/>
            <a:stretch>
              <a:fillRect/>
            </a:stretch>
          </a:blipFill>
          <a:ln w="9525">
            <a:solidFill>
              <a:srgbClr val="808080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" name="椭圆 62544" descr="图片1">
            <a:hlinkClick r:id="rId12" action="ppaction://hlinkpres?slideindex=1&amp;slidetitle="/>
          </p:cNvPr>
          <p:cNvSpPr>
            <a:spLocks noChangeAspect="1" noChangeArrowheads="1"/>
          </p:cNvSpPr>
          <p:nvPr/>
        </p:nvSpPr>
        <p:spPr bwMode="auto">
          <a:xfrm>
            <a:off x="11155363" y="5580000"/>
            <a:ext cx="360362" cy="360362"/>
          </a:xfrm>
          <a:prstGeom prst="ellipse">
            <a:avLst/>
          </a:prstGeom>
          <a:blipFill dpi="0" rotWithShape="1">
            <a:blip r:embed="rId13"/>
            <a:srcRect/>
            <a:stretch>
              <a:fillRect/>
            </a:stretch>
          </a:blipFill>
          <a:ln w="9525">
            <a:solidFill>
              <a:srgbClr val="808080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zh-CN" altLang="en-US" sz="1200" b="1" dirty="0" smtClean="0">
                <a:solidFill>
                  <a:srgbClr val="000000"/>
                </a:solidFill>
                <a:ea typeface="楷体_GB2312" pitchFamily="49" charset="-122"/>
              </a:rPr>
              <a:t>下节</a:t>
            </a:r>
            <a:endParaRPr lang="zh-CN" altLang="en-US" sz="1200" b="1" dirty="0">
              <a:solidFill>
                <a:srgbClr val="000000"/>
              </a:solidFill>
              <a:ea typeface="楷体_GB2312" pitchFamily="49" charset="-122"/>
            </a:endParaRPr>
          </a:p>
        </p:txBody>
      </p:sp>
      <p:sp>
        <p:nvSpPr>
          <p:cNvPr id="12" name="Rectangle 1027"/>
          <p:cNvSpPr>
            <a:spLocks noChangeArrowheads="1"/>
          </p:cNvSpPr>
          <p:nvPr/>
        </p:nvSpPr>
        <p:spPr bwMode="auto">
          <a:xfrm>
            <a:off x="760415" y="3240087"/>
            <a:ext cx="10644224" cy="477054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square">
            <a:spAutoFit/>
          </a:bodyPr>
          <a:lstStyle/>
          <a:p>
            <a:r>
              <a:rPr lang="zh-CN" altLang="en-US" sz="2500" b="1" dirty="0" smtClean="0">
                <a:latin typeface="+mn-lt"/>
                <a:ea typeface="楷体_GB2312" pitchFamily="49" charset="-122"/>
              </a:rPr>
              <a:t>例</a:t>
            </a:r>
            <a:r>
              <a:rPr lang="en-US" altLang="zh-CN" sz="2500" b="1" dirty="0" smtClean="0">
                <a:latin typeface="+mn-lt"/>
                <a:ea typeface="楷体_GB2312" pitchFamily="49" charset="-122"/>
              </a:rPr>
              <a:t>5.</a:t>
            </a:r>
            <a:r>
              <a:rPr lang="zh-CN" altLang="en-US" sz="2500" b="1" dirty="0" smtClean="0">
                <a:latin typeface="+mn-lt"/>
                <a:ea typeface="楷体_GB2312" pitchFamily="49" charset="-122"/>
              </a:rPr>
              <a:t>计算</a:t>
            </a:r>
            <a:r>
              <a:rPr lang="en-US" altLang="zh-CN" sz="2500" b="1" dirty="0">
                <a:latin typeface="+mn-lt"/>
                <a:ea typeface="楷体_GB2312" pitchFamily="49" charset="-122"/>
                <a:sym typeface="Monotype Sorts" pitchFamily="2" charset="2"/>
              </a:rPr>
              <a:t>0.10 </a:t>
            </a:r>
            <a:r>
              <a:rPr lang="en-US" altLang="zh-CN" sz="2500" b="1" dirty="0">
                <a:latin typeface="+mn-lt"/>
                <a:ea typeface="楷体_GB2312" pitchFamily="49" charset="-122"/>
              </a:rPr>
              <a:t>mol/L </a:t>
            </a:r>
            <a:r>
              <a:rPr lang="en-US" altLang="zh-CN" sz="2500" b="1" dirty="0">
                <a:latin typeface="+mn-lt"/>
                <a:ea typeface="楷体_GB2312" pitchFamily="49" charset="-122"/>
                <a:sym typeface="Monotype Sorts" pitchFamily="2" charset="2"/>
              </a:rPr>
              <a:t>NaHCO</a:t>
            </a:r>
            <a:r>
              <a:rPr lang="en-US" altLang="zh-CN" sz="2500" b="1" baseline="-25000" dirty="0">
                <a:latin typeface="+mn-lt"/>
                <a:ea typeface="楷体_GB2312" pitchFamily="49" charset="-122"/>
                <a:sym typeface="Monotype Sorts" pitchFamily="2" charset="2"/>
              </a:rPr>
              <a:t>3</a:t>
            </a:r>
            <a:r>
              <a:rPr lang="zh-CN" altLang="en-US" sz="2500" b="1" dirty="0">
                <a:latin typeface="+mn-lt"/>
                <a:ea typeface="楷体_GB2312" pitchFamily="49" charset="-122"/>
                <a:sym typeface="Monotype Sorts" pitchFamily="2" charset="2"/>
              </a:rPr>
              <a:t>水溶液的</a:t>
            </a:r>
            <a:r>
              <a:rPr lang="en-US" altLang="zh-CN" sz="2500" b="1" dirty="0" err="1">
                <a:latin typeface="+mn-lt"/>
                <a:ea typeface="楷体_GB2312" pitchFamily="49" charset="-122"/>
                <a:sym typeface="Monotype Sorts" pitchFamily="2" charset="2"/>
              </a:rPr>
              <a:t>pH.</a:t>
            </a:r>
            <a:r>
              <a:rPr lang="zh-CN" altLang="en-US" sz="2500" b="1" dirty="0">
                <a:latin typeface="+mn-lt"/>
                <a:ea typeface="楷体_GB2312" pitchFamily="49" charset="-122"/>
                <a:sym typeface="Monotype Sorts" pitchFamily="2" charset="2"/>
              </a:rPr>
              <a:t>已知</a:t>
            </a:r>
            <a:r>
              <a:rPr lang="en-US" altLang="zh-CN" sz="2500" b="1" dirty="0">
                <a:latin typeface="+mn-lt"/>
                <a:ea typeface="楷体_GB2312" pitchFamily="49" charset="-122"/>
              </a:rPr>
              <a:t>p</a:t>
            </a:r>
            <a:r>
              <a:rPr lang="en-US" altLang="zh-CN" sz="2500" b="1" i="1" dirty="0">
                <a:latin typeface="+mn-lt"/>
                <a:ea typeface="楷体_GB2312" pitchFamily="49" charset="-122"/>
              </a:rPr>
              <a:t>K</a:t>
            </a:r>
            <a:r>
              <a:rPr lang="en-US" altLang="zh-CN" sz="1600" b="1" baseline="100000" dirty="0">
                <a:latin typeface="+mn-lt"/>
                <a:ea typeface="楷体_GB2312" pitchFamily="49" charset="-122"/>
                <a:sym typeface="Webdings" pitchFamily="18" charset="2"/>
              </a:rPr>
              <a:t></a:t>
            </a:r>
            <a:r>
              <a:rPr lang="en-US" altLang="zh-CN" sz="2500" b="1" baseline="-25000" dirty="0">
                <a:latin typeface="+mn-lt"/>
                <a:ea typeface="楷体_GB2312" pitchFamily="49" charset="-122"/>
                <a:sym typeface="Webdings" pitchFamily="18" charset="2"/>
              </a:rPr>
              <a:t>a1 </a:t>
            </a:r>
            <a:r>
              <a:rPr lang="en-US" altLang="zh-CN" sz="2500" b="1" dirty="0">
                <a:latin typeface="+mn-lt"/>
                <a:ea typeface="楷体_GB2312" pitchFamily="49" charset="-122"/>
                <a:sym typeface="Webdings" pitchFamily="18" charset="2"/>
              </a:rPr>
              <a:t>= 6.37,</a:t>
            </a:r>
            <a:r>
              <a:rPr lang="en-US" altLang="zh-CN" sz="2500" b="1" dirty="0">
                <a:latin typeface="+mn-lt"/>
                <a:ea typeface="楷体_GB2312" pitchFamily="49" charset="-122"/>
                <a:sym typeface="Monotype Sorts" pitchFamily="2" charset="2"/>
              </a:rPr>
              <a:t>       </a:t>
            </a:r>
            <a:r>
              <a:rPr lang="en-US" altLang="zh-CN" sz="2500" b="1" dirty="0">
                <a:latin typeface="+mn-lt"/>
                <a:ea typeface="楷体_GB2312" pitchFamily="49" charset="-122"/>
              </a:rPr>
              <a:t>p</a:t>
            </a:r>
            <a:r>
              <a:rPr lang="en-US" altLang="zh-CN" sz="2500" b="1" i="1" dirty="0">
                <a:latin typeface="+mn-lt"/>
                <a:ea typeface="楷体_GB2312" pitchFamily="49" charset="-122"/>
                <a:sym typeface="Webdings" pitchFamily="18" charset="2"/>
              </a:rPr>
              <a:t>K</a:t>
            </a:r>
            <a:r>
              <a:rPr lang="en-US" altLang="zh-CN" sz="1600" b="1" baseline="100000" dirty="0">
                <a:latin typeface="+mn-lt"/>
                <a:ea typeface="楷体_GB2312" pitchFamily="49" charset="-122"/>
                <a:sym typeface="Webdings" pitchFamily="18" charset="2"/>
              </a:rPr>
              <a:t></a:t>
            </a:r>
            <a:r>
              <a:rPr lang="en-US" altLang="zh-CN" sz="2500" b="1" baseline="-25000" dirty="0">
                <a:latin typeface="+mn-lt"/>
                <a:ea typeface="楷体_GB2312" pitchFamily="49" charset="-122"/>
                <a:sym typeface="Webdings" pitchFamily="18" charset="2"/>
              </a:rPr>
              <a:t>a2 </a:t>
            </a:r>
            <a:r>
              <a:rPr lang="en-US" altLang="zh-CN" sz="2500" b="1" dirty="0">
                <a:latin typeface="+mn-lt"/>
                <a:ea typeface="楷体_GB2312" pitchFamily="49" charset="-122"/>
                <a:sym typeface="Webdings" pitchFamily="18" charset="2"/>
              </a:rPr>
              <a:t>= 10.32.</a:t>
            </a:r>
            <a:r>
              <a:rPr lang="en-US" altLang="zh-CN" sz="2500" b="1" dirty="0">
                <a:latin typeface="+mn-lt"/>
                <a:ea typeface="楷体_GB2312" pitchFamily="49" charset="-122"/>
                <a:sym typeface="Monotype Sorts" pitchFamily="2" charset="2"/>
              </a:rPr>
              <a:t> </a:t>
            </a:r>
          </a:p>
        </p:txBody>
      </p:sp>
      <p:sp>
        <p:nvSpPr>
          <p:cNvPr id="13" name="Rectangle 3"/>
          <p:cNvSpPr>
            <a:spLocks noChangeArrowheads="1"/>
          </p:cNvSpPr>
          <p:nvPr/>
        </p:nvSpPr>
        <p:spPr bwMode="auto">
          <a:xfrm>
            <a:off x="758564" y="4417558"/>
            <a:ext cx="6967063" cy="861774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square">
            <a:spAutoFit/>
          </a:bodyPr>
          <a:lstStyle/>
          <a:p>
            <a:r>
              <a:rPr lang="zh-CN" altLang="en-US" sz="2500" b="1" dirty="0" smtClean="0">
                <a:latin typeface="+mn-lt"/>
                <a:ea typeface="楷体_GB2312" pitchFamily="49" charset="-122"/>
              </a:rPr>
              <a:t>例</a:t>
            </a:r>
            <a:r>
              <a:rPr lang="en-US" altLang="zh-CN" sz="2500" b="1" dirty="0" smtClean="0">
                <a:latin typeface="+mn-lt"/>
                <a:ea typeface="楷体_GB2312" pitchFamily="49" charset="-122"/>
              </a:rPr>
              <a:t>6.</a:t>
            </a:r>
            <a:r>
              <a:rPr lang="zh-CN" altLang="en-US" sz="2500" b="1" dirty="0" smtClean="0">
                <a:latin typeface="+mn-lt"/>
                <a:ea typeface="楷体_GB2312" pitchFamily="49" charset="-122"/>
              </a:rPr>
              <a:t>计算</a:t>
            </a:r>
            <a:r>
              <a:rPr lang="en-US" altLang="zh-CN" sz="2500" b="1" dirty="0">
                <a:latin typeface="+mn-lt"/>
                <a:ea typeface="楷体_GB2312" pitchFamily="49" charset="-122"/>
              </a:rPr>
              <a:t>0.010</a:t>
            </a:r>
            <a:r>
              <a:rPr lang="en-US" altLang="zh-CN" sz="2500" b="1" dirty="0">
                <a:latin typeface="+mn-lt"/>
                <a:ea typeface="楷体_GB2312" pitchFamily="49" charset="-122"/>
                <a:sym typeface="Monotype Sorts" pitchFamily="2" charset="2"/>
              </a:rPr>
              <a:t> </a:t>
            </a:r>
            <a:r>
              <a:rPr lang="en-US" altLang="zh-CN" sz="2500" b="1" dirty="0">
                <a:latin typeface="+mn-lt"/>
                <a:ea typeface="楷体_GB2312" pitchFamily="49" charset="-122"/>
              </a:rPr>
              <a:t>mol/L</a:t>
            </a:r>
            <a:r>
              <a:rPr lang="en-US" altLang="zh-CN" sz="2500" b="1" baseline="30000" dirty="0">
                <a:latin typeface="+mn-lt"/>
                <a:ea typeface="楷体_GB2312" pitchFamily="49" charset="-122"/>
              </a:rPr>
              <a:t> </a:t>
            </a:r>
            <a:r>
              <a:rPr lang="en-US" altLang="zh-CN" sz="2500" b="1" dirty="0">
                <a:latin typeface="+mn-lt"/>
                <a:ea typeface="楷体_GB2312" pitchFamily="49" charset="-122"/>
                <a:sym typeface="Monotype Sorts" pitchFamily="2" charset="2"/>
              </a:rPr>
              <a:t>Na</a:t>
            </a:r>
            <a:r>
              <a:rPr lang="en-US" altLang="zh-CN" sz="2500" b="1" baseline="-25000" dirty="0">
                <a:latin typeface="+mn-lt"/>
                <a:ea typeface="楷体_GB2312" pitchFamily="49" charset="-122"/>
                <a:sym typeface="Monotype Sorts" pitchFamily="2" charset="2"/>
              </a:rPr>
              <a:t>2</a:t>
            </a:r>
            <a:r>
              <a:rPr lang="en-US" altLang="zh-CN" sz="2500" b="1" dirty="0">
                <a:latin typeface="+mn-lt"/>
                <a:ea typeface="楷体_GB2312" pitchFamily="49" charset="-122"/>
                <a:sym typeface="Monotype Sorts" pitchFamily="2" charset="2"/>
              </a:rPr>
              <a:t>HPO</a:t>
            </a:r>
            <a:r>
              <a:rPr lang="en-US" altLang="zh-CN" sz="2500" b="1" baseline="-25000" dirty="0">
                <a:latin typeface="+mn-lt"/>
                <a:ea typeface="楷体_GB2312" pitchFamily="49" charset="-122"/>
                <a:sym typeface="Monotype Sorts" pitchFamily="2" charset="2"/>
              </a:rPr>
              <a:t>4</a:t>
            </a:r>
            <a:r>
              <a:rPr lang="zh-CN" altLang="en-US" sz="2500" b="1" dirty="0">
                <a:latin typeface="+mn-lt"/>
                <a:ea typeface="楷体_GB2312" pitchFamily="49" charset="-122"/>
                <a:sym typeface="Monotype Sorts" pitchFamily="2" charset="2"/>
              </a:rPr>
              <a:t>水溶液的</a:t>
            </a:r>
            <a:r>
              <a:rPr lang="en-US" altLang="zh-CN" sz="2500" b="1" dirty="0" err="1">
                <a:latin typeface="+mn-lt"/>
                <a:ea typeface="楷体_GB2312" pitchFamily="49" charset="-122"/>
                <a:sym typeface="Monotype Sorts" pitchFamily="2" charset="2"/>
              </a:rPr>
              <a:t>pH.</a:t>
            </a:r>
            <a:endParaRPr lang="en-US" altLang="zh-CN" sz="2500" b="1" dirty="0">
              <a:latin typeface="+mn-lt"/>
              <a:ea typeface="楷体_GB2312" pitchFamily="49" charset="-122"/>
              <a:sym typeface="Monotype Sorts" pitchFamily="2" charset="2"/>
            </a:endParaRPr>
          </a:p>
          <a:p>
            <a:r>
              <a:rPr lang="zh-CN" altLang="en-US" sz="2500" b="1" dirty="0" smtClean="0">
                <a:latin typeface="+mn-lt"/>
                <a:ea typeface="楷体_GB2312" pitchFamily="49" charset="-122"/>
                <a:sym typeface="Monotype Sorts" pitchFamily="2" charset="2"/>
              </a:rPr>
              <a:t>       已知</a:t>
            </a:r>
            <a:r>
              <a:rPr lang="en-US" altLang="zh-CN" sz="2500" b="1" dirty="0">
                <a:latin typeface="+mn-lt"/>
                <a:ea typeface="楷体_GB2312" pitchFamily="49" charset="-122"/>
                <a:sym typeface="Monotype Sorts" pitchFamily="2" charset="2"/>
              </a:rPr>
              <a:t>p</a:t>
            </a:r>
            <a:r>
              <a:rPr lang="en-US" altLang="zh-CN" sz="2500" b="1" i="1" dirty="0">
                <a:latin typeface="+mn-lt"/>
                <a:ea typeface="楷体_GB2312" pitchFamily="49" charset="-122"/>
              </a:rPr>
              <a:t>K</a:t>
            </a:r>
            <a:r>
              <a:rPr lang="en-US" altLang="zh-CN" sz="1600" b="1" baseline="100000" dirty="0">
                <a:latin typeface="+mn-lt"/>
                <a:ea typeface="楷体_GB2312" pitchFamily="49" charset="-122"/>
                <a:sym typeface="Webdings" pitchFamily="18" charset="2"/>
              </a:rPr>
              <a:t></a:t>
            </a:r>
            <a:r>
              <a:rPr lang="en-US" altLang="zh-CN" sz="2500" b="1" baseline="-25000" dirty="0">
                <a:latin typeface="+mn-lt"/>
                <a:ea typeface="楷体_GB2312" pitchFamily="49" charset="-122"/>
                <a:sym typeface="Webdings" pitchFamily="18" charset="2"/>
              </a:rPr>
              <a:t>a1 </a:t>
            </a:r>
            <a:r>
              <a:rPr lang="en-US" altLang="zh-CN" sz="2500" b="1" dirty="0">
                <a:latin typeface="+mn-lt"/>
                <a:ea typeface="楷体_GB2312" pitchFamily="49" charset="-122"/>
              </a:rPr>
              <a:t>= 2.12</a:t>
            </a:r>
            <a:r>
              <a:rPr lang="en-US" altLang="zh-CN" sz="2500" b="1" dirty="0">
                <a:latin typeface="+mn-lt"/>
                <a:ea typeface="楷体_GB2312" pitchFamily="49" charset="-122"/>
                <a:sym typeface="Webdings" pitchFamily="18" charset="2"/>
              </a:rPr>
              <a:t>,   </a:t>
            </a:r>
            <a:r>
              <a:rPr lang="en-US" altLang="zh-CN" sz="2500" b="1" dirty="0">
                <a:latin typeface="+mn-lt"/>
                <a:ea typeface="楷体_GB2312" pitchFamily="49" charset="-122"/>
                <a:sym typeface="Monotype Sorts" pitchFamily="2" charset="2"/>
              </a:rPr>
              <a:t>p</a:t>
            </a:r>
            <a:r>
              <a:rPr lang="en-US" altLang="zh-CN" sz="2500" b="1" i="1" dirty="0">
                <a:latin typeface="+mn-lt"/>
                <a:ea typeface="楷体_GB2312" pitchFamily="49" charset="-122"/>
              </a:rPr>
              <a:t>K</a:t>
            </a:r>
            <a:r>
              <a:rPr lang="en-US" altLang="zh-CN" sz="1600" b="1" baseline="100000" dirty="0">
                <a:latin typeface="+mn-lt"/>
                <a:ea typeface="楷体_GB2312" pitchFamily="49" charset="-122"/>
                <a:sym typeface="Webdings" pitchFamily="18" charset="2"/>
              </a:rPr>
              <a:t></a:t>
            </a:r>
            <a:r>
              <a:rPr lang="en-US" altLang="zh-CN" sz="2500" b="1" baseline="-25000" dirty="0">
                <a:latin typeface="+mn-lt"/>
                <a:ea typeface="楷体_GB2312" pitchFamily="49" charset="-122"/>
                <a:sym typeface="Webdings" pitchFamily="18" charset="2"/>
              </a:rPr>
              <a:t>a2 </a:t>
            </a:r>
            <a:r>
              <a:rPr lang="en-US" altLang="zh-CN" sz="2500" b="1" dirty="0">
                <a:latin typeface="+mn-lt"/>
                <a:ea typeface="楷体_GB2312" pitchFamily="49" charset="-122"/>
              </a:rPr>
              <a:t>= 7.20</a:t>
            </a:r>
            <a:r>
              <a:rPr lang="en-US" altLang="zh-CN" sz="2500" b="1" dirty="0">
                <a:latin typeface="+mn-lt"/>
                <a:ea typeface="楷体_GB2312" pitchFamily="49" charset="-122"/>
                <a:sym typeface="Webdings" pitchFamily="18" charset="2"/>
              </a:rPr>
              <a:t>, </a:t>
            </a:r>
            <a:r>
              <a:rPr lang="en-US" altLang="zh-CN" sz="2500" b="1" dirty="0">
                <a:latin typeface="+mn-lt"/>
                <a:ea typeface="楷体_GB2312" pitchFamily="49" charset="-122"/>
                <a:sym typeface="Monotype Sorts" pitchFamily="2" charset="2"/>
              </a:rPr>
              <a:t>p</a:t>
            </a:r>
            <a:r>
              <a:rPr lang="en-US" altLang="zh-CN" sz="2500" b="1" i="1" dirty="0">
                <a:latin typeface="+mn-lt"/>
                <a:ea typeface="楷体_GB2312" pitchFamily="49" charset="-122"/>
              </a:rPr>
              <a:t>K</a:t>
            </a:r>
            <a:r>
              <a:rPr lang="en-US" altLang="zh-CN" sz="1600" b="1" baseline="100000" dirty="0">
                <a:latin typeface="+mn-lt"/>
                <a:ea typeface="楷体_GB2312" pitchFamily="49" charset="-122"/>
                <a:sym typeface="Webdings" pitchFamily="18" charset="2"/>
              </a:rPr>
              <a:t></a:t>
            </a:r>
            <a:r>
              <a:rPr lang="en-US" altLang="zh-CN" sz="2500" b="1" baseline="-25000" dirty="0">
                <a:latin typeface="+mn-lt"/>
                <a:ea typeface="楷体_GB2312" pitchFamily="49" charset="-122"/>
                <a:sym typeface="Webdings" pitchFamily="18" charset="2"/>
              </a:rPr>
              <a:t>a3 </a:t>
            </a:r>
            <a:r>
              <a:rPr lang="en-US" altLang="zh-CN" sz="2500" b="1" dirty="0">
                <a:latin typeface="+mn-lt"/>
                <a:ea typeface="楷体_GB2312" pitchFamily="49" charset="-122"/>
              </a:rPr>
              <a:t>= 12.36</a:t>
            </a:r>
            <a:r>
              <a:rPr lang="en-US" altLang="zh-CN" sz="2500" b="1" dirty="0">
                <a:latin typeface="+mn-lt"/>
                <a:ea typeface="楷体_GB2312" pitchFamily="49" charset="-122"/>
                <a:sym typeface="Webdings" pitchFamily="18" charset="2"/>
              </a:rPr>
              <a:t>.</a:t>
            </a:r>
          </a:p>
        </p:txBody>
      </p:sp>
      <p:sp>
        <p:nvSpPr>
          <p:cNvPr id="3" name="五角星 2"/>
          <p:cNvSpPr/>
          <p:nvPr/>
        </p:nvSpPr>
        <p:spPr>
          <a:xfrm>
            <a:off x="381348" y="2078688"/>
            <a:ext cx="534014" cy="495437"/>
          </a:xfrm>
          <a:prstGeom prst="star5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5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down)">
                                      <p:cBhvr>
                                        <p:cTn id="7" dur="500"/>
                                        <p:tgtEl>
                                          <p:spTgt spid="10241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down)">
                                      <p:cBhvr>
                                        <p:cTn id="12" dur="500"/>
                                        <p:tgtEl>
                                          <p:spTgt spid="1024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5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down)">
                                      <p:cBhvr>
                                        <p:cTn id="24" dur="500"/>
                                        <p:tgtEl>
                                          <p:spTgt spid="10241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5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down)">
                                      <p:cBhvr>
                                        <p:cTn id="29" dur="500"/>
                                        <p:tgtEl>
                                          <p:spTgt spid="1024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5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down)">
                                      <p:cBhvr>
                                        <p:cTn id="3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39" dur="500"/>
                                        <p:tgtEl>
                                          <p:spTgt spid="1024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5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down)">
                                      <p:cBhvr>
                                        <p:cTn id="4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9" dur="500"/>
                                        <p:tgtEl>
                                          <p:spTgt spid="205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notify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405" grpId="0" autoUpdateAnimBg="0"/>
      <p:bldP spid="102411" grpId="0" autoUpdateAnimBg="0"/>
      <p:bldP spid="102412" grpId="0" build="p" autoUpdateAnimBg="0"/>
      <p:bldP spid="2058" grpId="0"/>
      <p:bldP spid="12" grpId="0"/>
      <p:bldP spid="13" grpId="0"/>
      <p:bldP spid="3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32445" y="287759"/>
            <a:ext cx="4896742" cy="432000"/>
          </a:xfrm>
        </p:spPr>
        <p:txBody>
          <a:bodyPr/>
          <a:lstStyle/>
          <a:p>
            <a:r>
              <a:rPr lang="zh-CN" altLang="en-US" dirty="0" smtClean="0"/>
              <a:t>平衡分析法与质子理论代数法比较</a:t>
            </a:r>
            <a:endParaRPr lang="zh-CN" altLang="en-US" dirty="0"/>
          </a:p>
        </p:txBody>
      </p:sp>
      <p:sp>
        <p:nvSpPr>
          <p:cNvPr id="5" name="矩形 4"/>
          <p:cNvSpPr/>
          <p:nvPr/>
        </p:nvSpPr>
        <p:spPr>
          <a:xfrm>
            <a:off x="573735" y="941952"/>
            <a:ext cx="260520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sz="2400" b="1" dirty="0">
                <a:ea typeface="楷体_GB2312"/>
              </a:rPr>
              <a:t>一元弱酸溶液</a:t>
            </a:r>
            <a:r>
              <a:rPr lang="en-US" altLang="zh-CN" sz="2400" b="1" dirty="0" smtClean="0">
                <a:ea typeface="楷体_GB2312"/>
              </a:rPr>
              <a:t>:HA</a:t>
            </a:r>
            <a:endParaRPr lang="en-US" altLang="zh-CN" sz="2400" b="1" dirty="0">
              <a:effectLst>
                <a:outerShdw blurRad="38100" dist="38100" dir="2700000" algn="tl">
                  <a:srgbClr val="000000"/>
                </a:outerShdw>
              </a:effectLst>
              <a:ea typeface="楷体_GB231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576461" y="1655911"/>
            <a:ext cx="204094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ea typeface="楷体_GB2312"/>
              </a:rPr>
              <a:t>平衡分析</a:t>
            </a:r>
            <a:r>
              <a:rPr lang="zh-CN" altLang="en-US" sz="2400" b="1" dirty="0" smtClean="0">
                <a:ea typeface="楷体_GB2312"/>
              </a:rPr>
              <a:t>法：</a:t>
            </a:r>
            <a:endParaRPr lang="zh-CN" altLang="en-US" sz="2400" b="1" dirty="0">
              <a:ea typeface="楷体_GB2312"/>
            </a:endParaRPr>
          </a:p>
        </p:txBody>
      </p:sp>
      <p:sp>
        <p:nvSpPr>
          <p:cNvPr id="7" name="Rectangle 20"/>
          <p:cNvSpPr>
            <a:spLocks noChangeArrowheads="1"/>
          </p:cNvSpPr>
          <p:nvPr/>
        </p:nvSpPr>
        <p:spPr bwMode="auto">
          <a:xfrm>
            <a:off x="2520677" y="1641102"/>
            <a:ext cx="2499402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2400" b="1" dirty="0">
                <a:solidFill>
                  <a:schemeClr val="tx1"/>
                </a:solidFill>
                <a:effectLst/>
              </a:rPr>
              <a:t>[H</a:t>
            </a:r>
            <a:r>
              <a:rPr lang="en-US" altLang="zh-CN" sz="2400" b="1" baseline="30000" dirty="0">
                <a:solidFill>
                  <a:schemeClr val="tx1"/>
                </a:solidFill>
                <a:effectLst/>
              </a:rPr>
              <a:t>+</a:t>
            </a:r>
            <a:r>
              <a:rPr lang="en-US" altLang="zh-CN" sz="2400" b="1" dirty="0">
                <a:solidFill>
                  <a:schemeClr val="tx1"/>
                </a:solidFill>
                <a:effectLst/>
              </a:rPr>
              <a:t>] = </a:t>
            </a:r>
            <a:r>
              <a:rPr lang="en-US" altLang="zh-CN" sz="2400" b="1" dirty="0">
                <a:solidFill>
                  <a:schemeClr val="tx1"/>
                </a:solidFill>
                <a:effectLst/>
                <a:sym typeface="Symbol" panose="05050102010706020507" pitchFamily="18" charset="2"/>
              </a:rPr>
              <a:t> </a:t>
            </a:r>
            <a:r>
              <a:rPr lang="en-US" altLang="zh-CN" sz="2400" b="1" i="1" dirty="0" err="1">
                <a:solidFill>
                  <a:schemeClr val="tx1"/>
                </a:solidFill>
                <a:effectLst/>
              </a:rPr>
              <a:t>K</a:t>
            </a:r>
            <a:r>
              <a:rPr lang="en-US" altLang="zh-CN" sz="2400" b="1" baseline="70000" dirty="0" err="1">
                <a:solidFill>
                  <a:schemeClr val="tx1"/>
                </a:solidFill>
                <a:effectLst/>
                <a:sym typeface="Webdings" panose="05030102010509060703" pitchFamily="18" charset="2"/>
              </a:rPr>
              <a:t></a:t>
            </a:r>
            <a:r>
              <a:rPr lang="en-US" altLang="zh-CN" sz="2400" b="1" baseline="-25000" dirty="0" err="1">
                <a:solidFill>
                  <a:schemeClr val="tx1"/>
                </a:solidFill>
                <a:effectLst/>
                <a:sym typeface="Webdings" panose="05030102010509060703" pitchFamily="18" charset="2"/>
              </a:rPr>
              <a:t>a</a:t>
            </a:r>
            <a:r>
              <a:rPr lang="en-US" altLang="zh-CN" sz="2400" b="1" dirty="0">
                <a:solidFill>
                  <a:schemeClr val="tx1"/>
                </a:solidFill>
                <a:effectLst/>
                <a:sym typeface="Webdings" panose="05030102010509060703" pitchFamily="18" charset="2"/>
              </a:rPr>
              <a:t>[HA]</a:t>
            </a:r>
          </a:p>
        </p:txBody>
      </p:sp>
      <p:sp>
        <p:nvSpPr>
          <p:cNvPr id="8" name="Line 12"/>
          <p:cNvSpPr>
            <a:spLocks noChangeShapeType="1"/>
          </p:cNvSpPr>
          <p:nvPr/>
        </p:nvSpPr>
        <p:spPr bwMode="auto">
          <a:xfrm>
            <a:off x="3648479" y="1655703"/>
            <a:ext cx="13716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" name="矩形 8"/>
          <p:cNvSpPr/>
          <p:nvPr/>
        </p:nvSpPr>
        <p:spPr>
          <a:xfrm>
            <a:off x="322485" y="2440472"/>
            <a:ext cx="235032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ea typeface="楷体_GB2312"/>
              </a:rPr>
              <a:t>质子理论代数法</a:t>
            </a:r>
          </a:p>
        </p:txBody>
      </p:sp>
      <p:sp>
        <p:nvSpPr>
          <p:cNvPr id="10" name="矩形 9"/>
          <p:cNvSpPr/>
          <p:nvPr/>
        </p:nvSpPr>
        <p:spPr>
          <a:xfrm>
            <a:off x="2594071" y="2448198"/>
            <a:ext cx="155363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2400" b="1" dirty="0" smtClean="0">
                <a:ea typeface="楷体_GB2312"/>
              </a:rPr>
              <a:t>HA</a:t>
            </a:r>
            <a:r>
              <a:rPr lang="zh-CN" altLang="en-US" sz="2400" b="1" dirty="0" smtClean="0">
                <a:ea typeface="楷体_GB2312"/>
              </a:rPr>
              <a:t>的</a:t>
            </a:r>
            <a:r>
              <a:rPr lang="en-US" altLang="zh-CN" sz="2400" b="1" dirty="0" smtClean="0">
                <a:ea typeface="楷体_GB2312"/>
              </a:rPr>
              <a:t>PBE</a:t>
            </a:r>
            <a:endParaRPr lang="en-US" altLang="zh-CN" sz="2400" b="1" dirty="0">
              <a:effectLst>
                <a:outerShdw blurRad="38100" dist="38100" dir="2700000" algn="tl">
                  <a:srgbClr val="000000"/>
                </a:outerShdw>
              </a:effectLst>
              <a:ea typeface="楷体_GB2312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4147701" y="2409590"/>
            <a:ext cx="257474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2400" b="1" dirty="0"/>
              <a:t>[H</a:t>
            </a:r>
            <a:r>
              <a:rPr lang="en-US" altLang="zh-CN" sz="2400" b="1" baseline="30000" dirty="0"/>
              <a:t>+</a:t>
            </a:r>
            <a:r>
              <a:rPr lang="en-US" altLang="zh-CN" sz="2400" b="1" dirty="0"/>
              <a:t>] = [OH</a:t>
            </a:r>
            <a:r>
              <a:rPr lang="en-US" altLang="zh-CN" sz="2400" b="1" baseline="30000" dirty="0"/>
              <a:t>-</a:t>
            </a:r>
            <a:r>
              <a:rPr lang="en-US" altLang="zh-CN" sz="2400" b="1" dirty="0"/>
              <a:t>] +[A</a:t>
            </a:r>
            <a:r>
              <a:rPr lang="en-US" altLang="zh-CN" sz="2400" b="1" baseline="30000" dirty="0"/>
              <a:t>-</a:t>
            </a:r>
            <a:r>
              <a:rPr lang="en-US" altLang="zh-CN" sz="2400" b="1" dirty="0"/>
              <a:t>]</a:t>
            </a:r>
          </a:p>
        </p:txBody>
      </p:sp>
      <p:sp>
        <p:nvSpPr>
          <p:cNvPr id="12" name="Rectangle 8"/>
          <p:cNvSpPr>
            <a:spLocks noChangeArrowheads="1"/>
          </p:cNvSpPr>
          <p:nvPr/>
        </p:nvSpPr>
        <p:spPr bwMode="auto">
          <a:xfrm>
            <a:off x="7437997" y="2933389"/>
            <a:ext cx="3583316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altLang="zh-CN" sz="2400" b="1" dirty="0">
                <a:solidFill>
                  <a:schemeClr val="tx1"/>
                </a:solidFill>
                <a:effectLst/>
              </a:rPr>
              <a:t>[OH</a:t>
            </a:r>
            <a:r>
              <a:rPr lang="en-US" altLang="zh-CN" sz="2400" b="1" baseline="30000" dirty="0">
                <a:solidFill>
                  <a:schemeClr val="tx1"/>
                </a:solidFill>
                <a:effectLst/>
              </a:rPr>
              <a:t>-</a:t>
            </a:r>
            <a:r>
              <a:rPr lang="en-US" altLang="zh-CN" sz="2400" b="1" dirty="0">
                <a:solidFill>
                  <a:schemeClr val="tx1"/>
                </a:solidFill>
                <a:effectLst/>
              </a:rPr>
              <a:t>] = </a:t>
            </a:r>
            <a:r>
              <a:rPr lang="en-US" altLang="zh-CN" sz="2400" b="1" i="1" dirty="0" err="1">
                <a:solidFill>
                  <a:schemeClr val="tx1"/>
                </a:solidFill>
                <a:effectLst/>
              </a:rPr>
              <a:t>K</a:t>
            </a:r>
            <a:r>
              <a:rPr lang="en-US" altLang="zh-CN" sz="2400" b="1" baseline="100000" dirty="0" err="1">
                <a:solidFill>
                  <a:schemeClr val="tx1"/>
                </a:solidFill>
                <a:effectLst/>
                <a:sym typeface="Webdings" panose="05030102010509060703" pitchFamily="18" charset="2"/>
              </a:rPr>
              <a:t></a:t>
            </a:r>
            <a:r>
              <a:rPr lang="en-US" altLang="zh-CN" sz="2400" b="1" baseline="-25000" dirty="0" err="1">
                <a:solidFill>
                  <a:schemeClr val="tx1"/>
                </a:solidFill>
                <a:effectLst/>
                <a:sym typeface="Webdings" panose="05030102010509060703" pitchFamily="18" charset="2"/>
              </a:rPr>
              <a:t>w</a:t>
            </a:r>
            <a:r>
              <a:rPr lang="en-US" altLang="zh-CN" sz="2400" b="1" baseline="-25000" dirty="0">
                <a:solidFill>
                  <a:schemeClr val="tx1"/>
                </a:solidFill>
                <a:effectLst/>
                <a:sym typeface="Webdings" panose="05030102010509060703" pitchFamily="18" charset="2"/>
              </a:rPr>
              <a:t> </a:t>
            </a:r>
            <a:r>
              <a:rPr lang="en-US" altLang="zh-CN" sz="2400" b="1" dirty="0" smtClean="0">
                <a:sym typeface="Webdings" panose="05030102010509060703" pitchFamily="18" charset="2"/>
              </a:rPr>
              <a:t>/ </a:t>
            </a:r>
            <a:r>
              <a:rPr lang="en-US" altLang="zh-CN" sz="2400" b="1" baseline="-25000" dirty="0" smtClean="0">
                <a:sym typeface="Webdings" panose="05030102010509060703" pitchFamily="18" charset="2"/>
              </a:rPr>
              <a:t> </a:t>
            </a:r>
            <a:r>
              <a:rPr lang="en-US" altLang="zh-CN" sz="2400" b="1" dirty="0" smtClean="0">
                <a:solidFill>
                  <a:schemeClr val="tx1"/>
                </a:solidFill>
                <a:effectLst/>
              </a:rPr>
              <a:t>[</a:t>
            </a:r>
            <a:r>
              <a:rPr lang="en-US" altLang="zh-CN" sz="2400" b="1" dirty="0">
                <a:solidFill>
                  <a:schemeClr val="tx1"/>
                </a:solidFill>
                <a:effectLst/>
              </a:rPr>
              <a:t>H</a:t>
            </a:r>
            <a:r>
              <a:rPr lang="en-US" altLang="zh-CN" sz="2400" b="1" baseline="30000" dirty="0">
                <a:solidFill>
                  <a:schemeClr val="tx1"/>
                </a:solidFill>
                <a:effectLst/>
              </a:rPr>
              <a:t>+</a:t>
            </a:r>
            <a:r>
              <a:rPr lang="en-US" altLang="zh-CN" sz="2400" b="1" dirty="0">
                <a:solidFill>
                  <a:schemeClr val="tx1"/>
                </a:solidFill>
                <a:effectLst/>
              </a:rPr>
              <a:t>].</a:t>
            </a:r>
          </a:p>
        </p:txBody>
      </p:sp>
      <p:sp>
        <p:nvSpPr>
          <p:cNvPr id="13" name="Line 9"/>
          <p:cNvSpPr>
            <a:spLocks noChangeShapeType="1"/>
          </p:cNvSpPr>
          <p:nvPr/>
        </p:nvSpPr>
        <p:spPr bwMode="auto">
          <a:xfrm>
            <a:off x="8510587" y="2448198"/>
            <a:ext cx="16764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2400" b="1"/>
          </a:p>
        </p:txBody>
      </p:sp>
      <p:sp>
        <p:nvSpPr>
          <p:cNvPr id="14" name="Rectangle 10"/>
          <p:cNvSpPr>
            <a:spLocks noChangeArrowheads="1"/>
          </p:cNvSpPr>
          <p:nvPr/>
        </p:nvSpPr>
        <p:spPr bwMode="auto">
          <a:xfrm>
            <a:off x="8668930" y="1871935"/>
            <a:ext cx="1364476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altLang="zh-CN" sz="2400" b="1" i="1" dirty="0" err="1">
                <a:solidFill>
                  <a:schemeClr val="tx1"/>
                </a:solidFill>
                <a:effectLst/>
              </a:rPr>
              <a:t>K</a:t>
            </a:r>
            <a:r>
              <a:rPr lang="en-US" altLang="zh-CN" sz="2400" b="1" baseline="100000" dirty="0" err="1">
                <a:solidFill>
                  <a:schemeClr val="tx1"/>
                </a:solidFill>
                <a:effectLst/>
                <a:sym typeface="Webdings" panose="05030102010509060703" pitchFamily="18" charset="2"/>
              </a:rPr>
              <a:t></a:t>
            </a:r>
            <a:r>
              <a:rPr lang="en-US" altLang="zh-CN" sz="2400" b="1" baseline="-25000" dirty="0" err="1">
                <a:solidFill>
                  <a:schemeClr val="tx1"/>
                </a:solidFill>
                <a:effectLst/>
                <a:sym typeface="Webdings" panose="05030102010509060703" pitchFamily="18" charset="2"/>
              </a:rPr>
              <a:t>a</a:t>
            </a:r>
            <a:r>
              <a:rPr lang="en-US" altLang="zh-CN" sz="2400" b="1" dirty="0">
                <a:solidFill>
                  <a:schemeClr val="tx1"/>
                </a:solidFill>
                <a:effectLst/>
                <a:sym typeface="Webdings" panose="05030102010509060703" pitchFamily="18" charset="2"/>
              </a:rPr>
              <a:t>[HA]</a:t>
            </a:r>
          </a:p>
        </p:txBody>
      </p:sp>
      <p:sp>
        <p:nvSpPr>
          <p:cNvPr id="15" name="Rectangle 11"/>
          <p:cNvSpPr>
            <a:spLocks noChangeArrowheads="1"/>
          </p:cNvSpPr>
          <p:nvPr/>
        </p:nvSpPr>
        <p:spPr bwMode="auto">
          <a:xfrm>
            <a:off x="9049366" y="2408438"/>
            <a:ext cx="745718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altLang="zh-CN" sz="2400" b="1" dirty="0">
                <a:solidFill>
                  <a:schemeClr val="tx1"/>
                </a:solidFill>
                <a:effectLst/>
              </a:rPr>
              <a:t>[H</a:t>
            </a:r>
            <a:r>
              <a:rPr lang="en-US" altLang="zh-CN" sz="2400" b="1" baseline="30000" dirty="0">
                <a:solidFill>
                  <a:schemeClr val="tx1"/>
                </a:solidFill>
                <a:effectLst/>
              </a:rPr>
              <a:t>+</a:t>
            </a:r>
            <a:r>
              <a:rPr lang="en-US" altLang="zh-CN" sz="2400" b="1" dirty="0">
                <a:solidFill>
                  <a:schemeClr val="tx1"/>
                </a:solidFill>
                <a:effectLst/>
              </a:rPr>
              <a:t>]</a:t>
            </a:r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auto">
          <a:xfrm>
            <a:off x="7420073" y="2160860"/>
            <a:ext cx="931665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altLang="zh-CN" sz="2400" b="1" dirty="0">
                <a:solidFill>
                  <a:schemeClr val="tx1"/>
                </a:solidFill>
                <a:effectLst/>
              </a:rPr>
              <a:t>[A</a:t>
            </a:r>
            <a:r>
              <a:rPr lang="en-US" altLang="zh-CN" sz="2400" b="1" baseline="30000" dirty="0">
                <a:solidFill>
                  <a:schemeClr val="tx1"/>
                </a:solidFill>
                <a:effectLst/>
              </a:rPr>
              <a:t>-</a:t>
            </a:r>
            <a:r>
              <a:rPr lang="en-US" altLang="zh-CN" sz="2400" b="1" dirty="0">
                <a:solidFill>
                  <a:schemeClr val="tx1"/>
                </a:solidFill>
                <a:effectLst/>
              </a:rPr>
              <a:t>] =</a:t>
            </a:r>
          </a:p>
        </p:txBody>
      </p:sp>
      <p:sp>
        <p:nvSpPr>
          <p:cNvPr id="17" name="Rectangle 17"/>
          <p:cNvSpPr>
            <a:spLocks noChangeArrowheads="1"/>
          </p:cNvSpPr>
          <p:nvPr/>
        </p:nvSpPr>
        <p:spPr bwMode="auto">
          <a:xfrm>
            <a:off x="2617138" y="3127112"/>
            <a:ext cx="4802935" cy="4985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</a:pPr>
            <a:r>
              <a:rPr lang="en-US" altLang="zh-CN" sz="2400" b="1" dirty="0">
                <a:solidFill>
                  <a:schemeClr val="tx1"/>
                </a:solidFill>
                <a:effectLst/>
              </a:rPr>
              <a:t>∴[H</a:t>
            </a:r>
            <a:r>
              <a:rPr lang="en-US" altLang="zh-CN" sz="2400" b="1" baseline="30000" dirty="0">
                <a:solidFill>
                  <a:schemeClr val="tx1"/>
                </a:solidFill>
                <a:effectLst/>
              </a:rPr>
              <a:t>+</a:t>
            </a:r>
            <a:r>
              <a:rPr lang="en-US" altLang="zh-CN" sz="2400" b="1" dirty="0">
                <a:solidFill>
                  <a:schemeClr val="tx1"/>
                </a:solidFill>
                <a:effectLst/>
              </a:rPr>
              <a:t>] = </a:t>
            </a:r>
            <a:r>
              <a:rPr lang="en-US" altLang="zh-CN" sz="2400" b="1" i="1" dirty="0" err="1">
                <a:solidFill>
                  <a:schemeClr val="tx1"/>
                </a:solidFill>
                <a:effectLst/>
              </a:rPr>
              <a:t>K</a:t>
            </a:r>
            <a:r>
              <a:rPr lang="en-US" altLang="zh-CN" sz="2400" b="1" baseline="100000" dirty="0" err="1">
                <a:solidFill>
                  <a:schemeClr val="tx1"/>
                </a:solidFill>
                <a:effectLst/>
                <a:sym typeface="Webdings" panose="05030102010509060703" pitchFamily="18" charset="2"/>
              </a:rPr>
              <a:t></a:t>
            </a:r>
            <a:r>
              <a:rPr lang="en-US" altLang="zh-CN" sz="2400" b="1" baseline="-25000" dirty="0" err="1">
                <a:solidFill>
                  <a:schemeClr val="tx1"/>
                </a:solidFill>
                <a:effectLst/>
                <a:sym typeface="Webdings" panose="05030102010509060703" pitchFamily="18" charset="2"/>
              </a:rPr>
              <a:t>w</a:t>
            </a:r>
            <a:r>
              <a:rPr lang="en-US" altLang="zh-CN" sz="2400" b="1" baseline="-25000" dirty="0">
                <a:solidFill>
                  <a:schemeClr val="tx1"/>
                </a:solidFill>
                <a:effectLst/>
                <a:sym typeface="Webdings" panose="05030102010509060703" pitchFamily="18" charset="2"/>
              </a:rPr>
              <a:t> </a:t>
            </a:r>
            <a:r>
              <a:rPr lang="en-US" altLang="zh-CN" sz="2400" b="1" dirty="0" smtClean="0">
                <a:solidFill>
                  <a:schemeClr val="tx1"/>
                </a:solidFill>
                <a:effectLst/>
                <a:sym typeface="Webdings" panose="05030102010509060703" pitchFamily="18" charset="2"/>
              </a:rPr>
              <a:t>/</a:t>
            </a:r>
            <a:r>
              <a:rPr lang="en-US" altLang="zh-CN" sz="2400" b="1" dirty="0" smtClean="0">
                <a:solidFill>
                  <a:schemeClr val="tx1"/>
                </a:solidFill>
                <a:effectLst/>
              </a:rPr>
              <a:t>[</a:t>
            </a:r>
            <a:r>
              <a:rPr lang="en-US" altLang="zh-CN" sz="2400" b="1" dirty="0">
                <a:solidFill>
                  <a:schemeClr val="tx1"/>
                </a:solidFill>
                <a:effectLst/>
              </a:rPr>
              <a:t>H</a:t>
            </a:r>
            <a:r>
              <a:rPr lang="en-US" altLang="zh-CN" sz="2400" b="1" baseline="30000" dirty="0">
                <a:solidFill>
                  <a:schemeClr val="tx1"/>
                </a:solidFill>
                <a:effectLst/>
              </a:rPr>
              <a:t>+</a:t>
            </a:r>
            <a:r>
              <a:rPr lang="en-US" altLang="zh-CN" sz="2400" b="1" dirty="0">
                <a:solidFill>
                  <a:schemeClr val="tx1"/>
                </a:solidFill>
                <a:effectLst/>
              </a:rPr>
              <a:t>] + </a:t>
            </a:r>
            <a:r>
              <a:rPr lang="en-US" altLang="zh-CN" sz="2400" b="1" i="1" dirty="0" err="1">
                <a:solidFill>
                  <a:schemeClr val="tx1"/>
                </a:solidFill>
                <a:effectLst/>
              </a:rPr>
              <a:t>K</a:t>
            </a:r>
            <a:r>
              <a:rPr lang="en-US" altLang="zh-CN" sz="2400" b="1" baseline="100000" dirty="0" err="1">
                <a:solidFill>
                  <a:schemeClr val="tx1"/>
                </a:solidFill>
                <a:effectLst/>
                <a:sym typeface="Webdings" panose="05030102010509060703" pitchFamily="18" charset="2"/>
              </a:rPr>
              <a:t></a:t>
            </a:r>
            <a:r>
              <a:rPr lang="en-US" altLang="zh-CN" sz="2400" b="1" baseline="-25000" dirty="0" err="1">
                <a:solidFill>
                  <a:schemeClr val="tx1"/>
                </a:solidFill>
                <a:effectLst/>
                <a:sym typeface="Webdings" panose="05030102010509060703" pitchFamily="18" charset="2"/>
              </a:rPr>
              <a:t>a</a:t>
            </a:r>
            <a:r>
              <a:rPr lang="en-US" altLang="zh-CN" sz="2400" b="1" dirty="0">
                <a:solidFill>
                  <a:schemeClr val="tx1"/>
                </a:solidFill>
                <a:effectLst/>
                <a:sym typeface="Webdings" panose="05030102010509060703" pitchFamily="18" charset="2"/>
              </a:rPr>
              <a:t>[HA]/</a:t>
            </a:r>
            <a:r>
              <a:rPr lang="en-US" altLang="zh-CN" sz="2400" b="1" dirty="0">
                <a:solidFill>
                  <a:schemeClr val="tx1"/>
                </a:solidFill>
                <a:effectLst/>
              </a:rPr>
              <a:t>[H</a:t>
            </a:r>
            <a:r>
              <a:rPr lang="en-US" altLang="zh-CN" sz="2400" b="1" baseline="30000" dirty="0">
                <a:solidFill>
                  <a:schemeClr val="tx1"/>
                </a:solidFill>
                <a:effectLst/>
              </a:rPr>
              <a:t>+</a:t>
            </a:r>
            <a:r>
              <a:rPr lang="en-US" altLang="zh-CN" sz="2400" b="1" dirty="0">
                <a:solidFill>
                  <a:schemeClr val="tx1"/>
                </a:solidFill>
                <a:effectLst/>
              </a:rPr>
              <a:t>]</a:t>
            </a:r>
          </a:p>
        </p:txBody>
      </p:sp>
      <p:sp>
        <p:nvSpPr>
          <p:cNvPr id="18" name="Rectangle 26"/>
          <p:cNvSpPr>
            <a:spLocks noChangeArrowheads="1"/>
          </p:cNvSpPr>
          <p:nvPr/>
        </p:nvSpPr>
        <p:spPr bwMode="auto">
          <a:xfrm>
            <a:off x="2232645" y="3672135"/>
            <a:ext cx="5120312" cy="7017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lnSpc>
                <a:spcPct val="110000"/>
              </a:lnSpc>
            </a:pPr>
            <a:r>
              <a:rPr lang="zh-CN" altLang="en-US" sz="2400" b="1" dirty="0">
                <a:solidFill>
                  <a:schemeClr val="tx1"/>
                </a:solidFill>
                <a:effectLst/>
              </a:rPr>
              <a:t>整理可得</a:t>
            </a:r>
            <a:r>
              <a:rPr lang="en-US" altLang="zh-CN" sz="2400" b="1" dirty="0">
                <a:solidFill>
                  <a:schemeClr val="tx1"/>
                </a:solidFill>
                <a:effectLst/>
              </a:rPr>
              <a:t>:∴[H</a:t>
            </a:r>
            <a:r>
              <a:rPr lang="en-US" altLang="zh-CN" sz="2400" b="1" baseline="30000" dirty="0">
                <a:solidFill>
                  <a:schemeClr val="tx1"/>
                </a:solidFill>
                <a:effectLst/>
              </a:rPr>
              <a:t>+</a:t>
            </a:r>
            <a:r>
              <a:rPr lang="en-US" altLang="zh-CN" sz="2400" b="1" dirty="0">
                <a:solidFill>
                  <a:schemeClr val="tx1"/>
                </a:solidFill>
                <a:effectLst/>
              </a:rPr>
              <a:t>] = </a:t>
            </a:r>
            <a:r>
              <a:rPr lang="en-US" altLang="zh-CN" sz="3600" b="1" dirty="0">
                <a:solidFill>
                  <a:schemeClr val="tx1"/>
                </a:solidFill>
                <a:effectLst/>
                <a:sym typeface="Symbol" panose="05050102010706020507" pitchFamily="18" charset="2"/>
              </a:rPr>
              <a:t></a:t>
            </a:r>
            <a:r>
              <a:rPr lang="en-US" altLang="zh-CN" sz="2400" b="1" dirty="0">
                <a:solidFill>
                  <a:schemeClr val="tx1"/>
                </a:solidFill>
                <a:effectLst/>
                <a:sym typeface="Symbol" panose="05050102010706020507" pitchFamily="18" charset="2"/>
              </a:rPr>
              <a:t> </a:t>
            </a:r>
            <a:r>
              <a:rPr lang="en-US" altLang="zh-CN" sz="2400" b="1" i="1" dirty="0" err="1">
                <a:solidFill>
                  <a:schemeClr val="tx1"/>
                </a:solidFill>
                <a:effectLst/>
              </a:rPr>
              <a:t>K</a:t>
            </a:r>
            <a:r>
              <a:rPr lang="en-US" altLang="zh-CN" sz="2400" b="1" baseline="100000" dirty="0" err="1">
                <a:solidFill>
                  <a:schemeClr val="tx1"/>
                </a:solidFill>
                <a:effectLst/>
                <a:sym typeface="Webdings" panose="05030102010509060703" pitchFamily="18" charset="2"/>
              </a:rPr>
              <a:t></a:t>
            </a:r>
            <a:r>
              <a:rPr lang="en-US" altLang="zh-CN" sz="2400" b="1" baseline="-25000" dirty="0" err="1">
                <a:solidFill>
                  <a:schemeClr val="tx1"/>
                </a:solidFill>
                <a:effectLst/>
                <a:sym typeface="Webdings" panose="05030102010509060703" pitchFamily="18" charset="2"/>
              </a:rPr>
              <a:t>a</a:t>
            </a:r>
            <a:r>
              <a:rPr lang="en-US" altLang="zh-CN" sz="2400" b="1" dirty="0">
                <a:solidFill>
                  <a:schemeClr val="tx1"/>
                </a:solidFill>
                <a:effectLst/>
                <a:sym typeface="Webdings" panose="05030102010509060703" pitchFamily="18" charset="2"/>
              </a:rPr>
              <a:t>[HA] </a:t>
            </a:r>
            <a:r>
              <a:rPr lang="en-US" altLang="zh-CN" sz="2400" b="1" dirty="0">
                <a:solidFill>
                  <a:schemeClr val="tx1"/>
                </a:solidFill>
                <a:effectLst/>
              </a:rPr>
              <a:t>+ </a:t>
            </a:r>
            <a:r>
              <a:rPr lang="en-US" altLang="zh-CN" sz="2400" b="1" i="1" dirty="0" err="1">
                <a:solidFill>
                  <a:schemeClr val="tx1"/>
                </a:solidFill>
                <a:effectLst/>
              </a:rPr>
              <a:t>K</a:t>
            </a:r>
            <a:r>
              <a:rPr lang="en-US" altLang="zh-CN" sz="2400" b="1" baseline="100000" dirty="0" err="1">
                <a:solidFill>
                  <a:schemeClr val="tx1"/>
                </a:solidFill>
                <a:effectLst/>
                <a:sym typeface="Webdings" panose="05030102010509060703" pitchFamily="18" charset="2"/>
              </a:rPr>
              <a:t></a:t>
            </a:r>
            <a:r>
              <a:rPr lang="en-US" altLang="zh-CN" sz="2400" b="1" baseline="-25000" dirty="0" err="1">
                <a:solidFill>
                  <a:schemeClr val="tx1"/>
                </a:solidFill>
                <a:effectLst/>
                <a:sym typeface="Webdings" panose="05030102010509060703" pitchFamily="18" charset="2"/>
              </a:rPr>
              <a:t>w</a:t>
            </a:r>
            <a:endParaRPr lang="en-US" altLang="zh-CN" sz="2400" b="1" baseline="-25000" dirty="0">
              <a:solidFill>
                <a:schemeClr val="tx1"/>
              </a:solidFill>
              <a:effectLst/>
              <a:sym typeface="Webdings" panose="05030102010509060703" pitchFamily="18" charset="2"/>
            </a:endParaRPr>
          </a:p>
        </p:txBody>
      </p:sp>
      <p:sp>
        <p:nvSpPr>
          <p:cNvPr id="19" name="Line 12"/>
          <p:cNvSpPr>
            <a:spLocks noChangeShapeType="1"/>
          </p:cNvSpPr>
          <p:nvPr/>
        </p:nvSpPr>
        <p:spPr bwMode="auto">
          <a:xfrm>
            <a:off x="5066465" y="3710824"/>
            <a:ext cx="1973172" cy="1968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0" name="矩形 19"/>
          <p:cNvSpPr/>
          <p:nvPr/>
        </p:nvSpPr>
        <p:spPr>
          <a:xfrm>
            <a:off x="2109347" y="4548221"/>
            <a:ext cx="185659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b="1" i="1" dirty="0"/>
              <a:t>cK</a:t>
            </a:r>
            <a:r>
              <a:rPr lang="en-US" altLang="zh-CN" sz="2400" b="1" baseline="100000" dirty="0">
                <a:sym typeface="Webdings" panose="05030102010509060703" pitchFamily="18" charset="2"/>
              </a:rPr>
              <a:t></a:t>
            </a:r>
            <a:r>
              <a:rPr lang="en-US" altLang="zh-CN" sz="2400" b="1" baseline="-25000" dirty="0">
                <a:sym typeface="Webdings" panose="05030102010509060703" pitchFamily="18" charset="2"/>
              </a:rPr>
              <a:t>a</a:t>
            </a:r>
            <a:r>
              <a:rPr lang="en-US" altLang="zh-CN" sz="2400" b="1" dirty="0"/>
              <a:t>≥10</a:t>
            </a:r>
            <a:r>
              <a:rPr lang="en-US" altLang="zh-CN" sz="2400" b="1" i="1" dirty="0"/>
              <a:t>K</a:t>
            </a:r>
            <a:r>
              <a:rPr lang="en-US" altLang="zh-CN" sz="2400" b="1" baseline="100000" dirty="0">
                <a:sym typeface="Webdings" panose="05030102010509060703" pitchFamily="18" charset="2"/>
              </a:rPr>
              <a:t></a:t>
            </a:r>
            <a:r>
              <a:rPr lang="en-US" altLang="zh-CN" sz="2400" b="1" baseline="-25000" dirty="0">
                <a:sym typeface="Webdings" panose="05030102010509060703" pitchFamily="18" charset="2"/>
              </a:rPr>
              <a:t>w</a:t>
            </a:r>
            <a:endParaRPr lang="zh-CN" altLang="en-US" sz="2400" b="1" dirty="0"/>
          </a:p>
        </p:txBody>
      </p:sp>
      <p:sp>
        <p:nvSpPr>
          <p:cNvPr id="21" name="Rectangle 20"/>
          <p:cNvSpPr>
            <a:spLocks noChangeArrowheads="1"/>
          </p:cNvSpPr>
          <p:nvPr/>
        </p:nvSpPr>
        <p:spPr bwMode="auto">
          <a:xfrm>
            <a:off x="4502564" y="4557522"/>
            <a:ext cx="2499402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2400" b="1" dirty="0">
                <a:solidFill>
                  <a:schemeClr val="tx1"/>
                </a:solidFill>
                <a:effectLst/>
              </a:rPr>
              <a:t>[H</a:t>
            </a:r>
            <a:r>
              <a:rPr lang="en-US" altLang="zh-CN" sz="2400" b="1" baseline="30000" dirty="0">
                <a:solidFill>
                  <a:schemeClr val="tx1"/>
                </a:solidFill>
                <a:effectLst/>
              </a:rPr>
              <a:t>+</a:t>
            </a:r>
            <a:r>
              <a:rPr lang="en-US" altLang="zh-CN" sz="2400" b="1" dirty="0">
                <a:solidFill>
                  <a:schemeClr val="tx1"/>
                </a:solidFill>
                <a:effectLst/>
              </a:rPr>
              <a:t>] = </a:t>
            </a:r>
            <a:r>
              <a:rPr lang="en-US" altLang="zh-CN" sz="2400" b="1" dirty="0">
                <a:solidFill>
                  <a:schemeClr val="tx1"/>
                </a:solidFill>
                <a:effectLst/>
                <a:sym typeface="Symbol" panose="05050102010706020507" pitchFamily="18" charset="2"/>
              </a:rPr>
              <a:t> </a:t>
            </a:r>
            <a:r>
              <a:rPr lang="en-US" altLang="zh-CN" sz="2400" b="1" i="1" dirty="0" err="1">
                <a:solidFill>
                  <a:schemeClr val="tx1"/>
                </a:solidFill>
                <a:effectLst/>
              </a:rPr>
              <a:t>K</a:t>
            </a:r>
            <a:r>
              <a:rPr lang="en-US" altLang="zh-CN" sz="2400" b="1" baseline="70000" dirty="0" err="1">
                <a:solidFill>
                  <a:schemeClr val="tx1"/>
                </a:solidFill>
                <a:effectLst/>
                <a:sym typeface="Webdings" panose="05030102010509060703" pitchFamily="18" charset="2"/>
              </a:rPr>
              <a:t></a:t>
            </a:r>
            <a:r>
              <a:rPr lang="en-US" altLang="zh-CN" sz="2400" b="1" baseline="-25000" dirty="0" err="1">
                <a:solidFill>
                  <a:schemeClr val="tx1"/>
                </a:solidFill>
                <a:effectLst/>
                <a:sym typeface="Webdings" panose="05030102010509060703" pitchFamily="18" charset="2"/>
              </a:rPr>
              <a:t>a</a:t>
            </a:r>
            <a:r>
              <a:rPr lang="en-US" altLang="zh-CN" sz="2400" b="1" dirty="0">
                <a:solidFill>
                  <a:schemeClr val="tx1"/>
                </a:solidFill>
                <a:effectLst/>
                <a:sym typeface="Webdings" panose="05030102010509060703" pitchFamily="18" charset="2"/>
              </a:rPr>
              <a:t>[HA]</a:t>
            </a:r>
          </a:p>
        </p:txBody>
      </p:sp>
      <p:sp>
        <p:nvSpPr>
          <p:cNvPr id="22" name="Line 12"/>
          <p:cNvSpPr>
            <a:spLocks noChangeShapeType="1"/>
          </p:cNvSpPr>
          <p:nvPr/>
        </p:nvSpPr>
        <p:spPr bwMode="auto">
          <a:xfrm>
            <a:off x="5630366" y="4557522"/>
            <a:ext cx="13716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3" name="文本框 22"/>
          <p:cNvSpPr txBox="1"/>
          <p:nvPr/>
        </p:nvSpPr>
        <p:spPr>
          <a:xfrm>
            <a:off x="936501" y="5145760"/>
            <a:ext cx="10084812" cy="461665"/>
          </a:xfrm>
          <a:prstGeom prst="rect">
            <a:avLst/>
          </a:prstGeom>
          <a:solidFill>
            <a:srgbClr val="FFFF00"/>
          </a:solidFill>
        </p:spPr>
        <p:txBody>
          <a:bodyPr wrap="none" rtlCol="0">
            <a:spAutoFit/>
          </a:bodyPr>
          <a:lstStyle/>
          <a:p>
            <a:r>
              <a:rPr lang="zh-CN" altLang="en-US" sz="2400" b="1" dirty="0" smtClean="0">
                <a:solidFill>
                  <a:srgbClr val="FF0000"/>
                </a:solidFill>
                <a:ea typeface="楷体_GB2312"/>
              </a:rPr>
              <a:t>结论：</a:t>
            </a:r>
            <a:r>
              <a:rPr lang="zh-CN" altLang="en-US" sz="2400" b="1" dirty="0" smtClean="0">
                <a:ea typeface="楷体_GB2312"/>
              </a:rPr>
              <a:t>平衡分析法是质子理论法的一种简化式，</a:t>
            </a:r>
            <a:r>
              <a:rPr lang="zh-CN" altLang="en-US" sz="2400" b="1" dirty="0">
                <a:ea typeface="楷体_GB2312"/>
              </a:rPr>
              <a:t>质子理论</a:t>
            </a:r>
            <a:r>
              <a:rPr lang="zh-CN" altLang="en-US" sz="2400" b="1" dirty="0" smtClean="0">
                <a:ea typeface="楷体_GB2312"/>
              </a:rPr>
              <a:t>法更严谨、精密</a:t>
            </a:r>
            <a:endParaRPr lang="zh-CN" altLang="en-US" sz="2400" b="1" dirty="0">
              <a:ea typeface="楷体_GB231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61515" y="88670"/>
            <a:ext cx="1731671" cy="14816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8936834"/>
      </p:ext>
    </p:extLst>
  </p:cSld>
  <p:clrMapOvr>
    <a:masterClrMapping/>
  </p:clrMapOvr>
  <p:transition spd="slow">
    <p:split orient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5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down)">
                                      <p:cBhvr>
                                        <p:cTn id="78" dur="500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2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3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  <p:bldP spid="8" grpId="0" animBg="1"/>
      <p:bldP spid="9" grpId="0"/>
      <p:bldP spid="10" grpId="0"/>
      <p:bldP spid="11" grpId="0"/>
      <p:bldP spid="12" grpId="0"/>
      <p:bldP spid="13" grpId="0" animBg="1"/>
      <p:bldP spid="14" grpId="0"/>
      <p:bldP spid="15" grpId="0"/>
      <p:bldP spid="16" grpId="0"/>
      <p:bldP spid="17" grpId="0" build="p" autoUpdateAnimBg="0"/>
      <p:bldP spid="18" grpId="0"/>
      <p:bldP spid="19" grpId="0" animBg="1"/>
      <p:bldP spid="20" grpId="0"/>
      <p:bldP spid="21" grpId="0"/>
      <p:bldP spid="22" grpId="0" animBg="1"/>
      <p:bldP spid="23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76263" y="258763"/>
            <a:ext cx="2160438" cy="432000"/>
          </a:xfrm>
        </p:spPr>
        <p:txBody>
          <a:bodyPr/>
          <a:lstStyle/>
          <a:p>
            <a:r>
              <a:rPr lang="zh-CN" altLang="en-US" dirty="0" smtClean="0"/>
              <a:t>酸度的计算方法</a:t>
            </a:r>
            <a:endParaRPr lang="zh-CN" altLang="en-US" dirty="0"/>
          </a:p>
        </p:txBody>
      </p:sp>
      <p:sp>
        <p:nvSpPr>
          <p:cNvPr id="4" name="文本框 3"/>
          <p:cNvSpPr txBox="1"/>
          <p:nvPr/>
        </p:nvSpPr>
        <p:spPr>
          <a:xfrm>
            <a:off x="504354" y="809114"/>
            <a:ext cx="230425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 smtClean="0">
                <a:solidFill>
                  <a:srgbClr val="FF0000"/>
                </a:solidFill>
                <a:ea typeface="楷体_GB2312"/>
              </a:rPr>
              <a:t>1.</a:t>
            </a:r>
            <a:r>
              <a:rPr lang="zh-CN" altLang="en-US" sz="2800" b="1" dirty="0" smtClean="0">
                <a:solidFill>
                  <a:srgbClr val="FF0000"/>
                </a:solidFill>
                <a:ea typeface="楷体_GB2312"/>
              </a:rPr>
              <a:t>平衡分析法</a:t>
            </a:r>
            <a:endParaRPr lang="zh-CN" altLang="en-US" sz="2800" b="1" dirty="0">
              <a:solidFill>
                <a:srgbClr val="FF0000"/>
              </a:solidFill>
              <a:ea typeface="楷体_GB231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489818" y="3669940"/>
            <a:ext cx="369621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ea typeface="楷体_GB2312"/>
              </a:rPr>
              <a:t>2</a:t>
            </a:r>
            <a:r>
              <a:rPr lang="en-US" altLang="zh-CN" sz="2800" b="1" dirty="0" smtClean="0">
                <a:ea typeface="楷体_GB2312"/>
              </a:rPr>
              <a:t>.</a:t>
            </a:r>
            <a:r>
              <a:rPr lang="zh-CN" altLang="en-US" sz="2800" b="1" dirty="0" smtClean="0">
                <a:ea typeface="楷体_GB2312"/>
              </a:rPr>
              <a:t>质子理论代数法</a:t>
            </a:r>
            <a:endParaRPr lang="zh-CN" altLang="en-US" sz="2800" b="1" dirty="0">
              <a:ea typeface="楷体_GB231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504354" y="4502196"/>
            <a:ext cx="225734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b="1" dirty="0">
                <a:ea typeface="楷体_GB2312"/>
              </a:rPr>
              <a:t>3</a:t>
            </a:r>
            <a:r>
              <a:rPr lang="en-US" altLang="zh-CN" sz="2800" b="1" dirty="0" smtClean="0">
                <a:ea typeface="楷体_GB2312"/>
              </a:rPr>
              <a:t>.</a:t>
            </a:r>
            <a:r>
              <a:rPr lang="zh-CN" altLang="en-US" sz="2800" b="1" dirty="0" smtClean="0">
                <a:ea typeface="楷体_GB2312"/>
              </a:rPr>
              <a:t>分布系数法</a:t>
            </a:r>
            <a:endParaRPr lang="zh-CN" altLang="en-US" sz="2800" b="1" dirty="0">
              <a:ea typeface="楷体_GB231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3756487" y="3709522"/>
            <a:ext cx="264687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b="1" dirty="0" smtClean="0">
                <a:solidFill>
                  <a:srgbClr val="FF0000"/>
                </a:solidFill>
                <a:ea typeface="楷体_GB2312"/>
              </a:rPr>
              <a:t>质子条件式书写法</a:t>
            </a:r>
            <a:endParaRPr lang="zh-CN" altLang="en-US" sz="2400" b="1" dirty="0">
              <a:solidFill>
                <a:srgbClr val="FF0000"/>
              </a:solidFill>
              <a:ea typeface="楷体_GB231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3456781" y="1439887"/>
            <a:ext cx="72207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b="1" dirty="0" smtClean="0">
                <a:ea typeface="华文新魏" pitchFamily="2" charset="-122"/>
              </a:rPr>
              <a:t>H</a:t>
            </a:r>
            <a:r>
              <a:rPr lang="en-US" altLang="zh-CN" sz="2400" b="1" baseline="30000" dirty="0" smtClean="0">
                <a:ea typeface="华文新魏" pitchFamily="2" charset="-122"/>
              </a:rPr>
              <a:t>+</a:t>
            </a:r>
            <a:r>
              <a:rPr lang="en-US" altLang="zh-CN" sz="2400" b="1" dirty="0" smtClean="0">
                <a:ea typeface="华文新魏" pitchFamily="2" charset="-122"/>
                <a:sym typeface="Webdings" pitchFamily="18" charset="2"/>
              </a:rPr>
              <a:t>=</a:t>
            </a:r>
            <a:endParaRPr lang="en-US" altLang="zh-CN" sz="2400" b="1" dirty="0">
              <a:ea typeface="华文新魏" pitchFamily="2" charset="-122"/>
              <a:sym typeface="Webdings" pitchFamily="18" charset="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3899760" y="1454002"/>
            <a:ext cx="410690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3200" dirty="0"/>
              <a:t>√</a:t>
            </a:r>
          </a:p>
        </p:txBody>
      </p:sp>
      <p:sp>
        <p:nvSpPr>
          <p:cNvPr id="9" name="Line 19"/>
          <p:cNvSpPr>
            <a:spLocks noChangeShapeType="1"/>
          </p:cNvSpPr>
          <p:nvPr/>
        </p:nvSpPr>
        <p:spPr bwMode="auto">
          <a:xfrm flipV="1">
            <a:off x="4182577" y="1504396"/>
            <a:ext cx="1080000" cy="5673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矩形 9"/>
              <p:cNvSpPr/>
              <p:nvPr/>
            </p:nvSpPr>
            <p:spPr>
              <a:xfrm>
                <a:off x="5761037" y="1419945"/>
                <a:ext cx="2136588" cy="76944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altLang="zh-CN" sz="2400" b="1" dirty="0" smtClean="0">
                    <a:ea typeface="华文新魏" pitchFamily="2" charset="-122"/>
                    <a:sym typeface="Webdings" pitchFamily="18" charset="2"/>
                  </a:rPr>
                  <a:t>pH</a:t>
                </a:r>
                <a14:m>
                  <m:oMath xmlns:m="http://schemas.openxmlformats.org/officeDocument/2006/math">
                    <m:r>
                      <a:rPr lang="en-US" altLang="zh-CN" sz="2400" b="1" i="1" smtClean="0">
                        <a:latin typeface="Cambria Math" panose="02040503050406030204" pitchFamily="18" charset="0"/>
                        <a:ea typeface="华文新魏" pitchFamily="2" charset="-122"/>
                        <a:sym typeface="Webdings" pitchFamily="18" charset="2"/>
                      </a:rPr>
                      <m:t>=</m:t>
                    </m:r>
                  </m:oMath>
                </a14:m>
                <a:endParaRPr lang="en-US" altLang="zh-CN" sz="2400" b="1" dirty="0" smtClean="0">
                  <a:ea typeface="华文新魏" pitchFamily="2" charset="-122"/>
                  <a:sym typeface="Webdings" pitchFamily="18" charset="2"/>
                </a:endParaRPr>
              </a:p>
              <a:p>
                <a:r>
                  <a:rPr lang="en-US" altLang="zh-CN" sz="2000" b="1" dirty="0" smtClean="0">
                    <a:ea typeface="华文新魏" pitchFamily="2" charset="-122"/>
                    <a:sym typeface="Webdings" pitchFamily="18" charset="2"/>
                  </a:rPr>
                  <a:t>      </a:t>
                </a:r>
                <a:endParaRPr lang="en-US" altLang="zh-CN" sz="2000" b="1" dirty="0">
                  <a:ea typeface="华文新魏" pitchFamily="2" charset="-122"/>
                  <a:sym typeface="Webdings" pitchFamily="18" charset="2"/>
                </a:endParaRPr>
              </a:p>
            </p:txBody>
          </p:sp>
        </mc:Choice>
        <mc:Fallback xmlns="">
          <p:sp>
            <p:nvSpPr>
              <p:cNvPr id="10" name="矩形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61037" y="1419945"/>
                <a:ext cx="2136588" cy="769441"/>
              </a:xfrm>
              <a:prstGeom prst="rect">
                <a:avLst/>
              </a:prstGeom>
              <a:blipFill>
                <a:blip r:embed="rId4"/>
                <a:stretch>
                  <a:fillRect l="-4274" t="-634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Line 19"/>
          <p:cNvSpPr>
            <a:spLocks noChangeShapeType="1"/>
          </p:cNvSpPr>
          <p:nvPr/>
        </p:nvSpPr>
        <p:spPr bwMode="auto">
          <a:xfrm>
            <a:off x="6580290" y="1676751"/>
            <a:ext cx="498083" cy="1360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" name="矩形 11"/>
          <p:cNvSpPr/>
          <p:nvPr/>
        </p:nvSpPr>
        <p:spPr>
          <a:xfrm>
            <a:off x="6592655" y="1623901"/>
            <a:ext cx="403446" cy="4770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500" b="1" dirty="0">
                <a:ea typeface="华文新魏" pitchFamily="2" charset="-122"/>
              </a:rPr>
              <a:t>2</a:t>
            </a:r>
            <a:endParaRPr lang="zh-CN" altLang="en-US" sz="2500" b="1" dirty="0">
              <a:ea typeface="华文新魏" pitchFamily="2" charset="-122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4246043" y="1496478"/>
            <a:ext cx="83388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b="1" i="1" dirty="0" err="1">
                <a:ea typeface="楷体_GB2312" pitchFamily="49" charset="-122"/>
              </a:rPr>
              <a:t>K</a:t>
            </a:r>
            <a:r>
              <a:rPr lang="en-US" altLang="zh-CN" sz="2400" b="1" baseline="70000" dirty="0" err="1" smtClean="0">
                <a:ea typeface="楷体_GB2312" pitchFamily="49" charset="-122"/>
                <a:sym typeface="Webdings" pitchFamily="18" charset="2"/>
              </a:rPr>
              <a:t></a:t>
            </a:r>
            <a:r>
              <a:rPr lang="en-US" altLang="zh-CN" sz="2400" b="1" baseline="-25000" dirty="0" err="1" smtClean="0">
                <a:ea typeface="楷体_GB2312" pitchFamily="49" charset="-122"/>
                <a:sym typeface="Webdings" pitchFamily="18" charset="2"/>
              </a:rPr>
              <a:t>a</a:t>
            </a:r>
            <a:r>
              <a:rPr lang="en-US" altLang="zh-CN" sz="2400" b="1" dirty="0" err="1" smtClean="0">
                <a:ea typeface="楷体_GB2312" pitchFamily="49" charset="-122"/>
                <a:sym typeface="Webdings" pitchFamily="18" charset="2"/>
              </a:rPr>
              <a:t>c</a:t>
            </a:r>
            <a:endParaRPr lang="zh-CN" altLang="en-US" sz="2400" dirty="0"/>
          </a:p>
        </p:txBody>
      </p:sp>
      <p:sp>
        <p:nvSpPr>
          <p:cNvPr id="14" name="矩形 13"/>
          <p:cNvSpPr/>
          <p:nvPr/>
        </p:nvSpPr>
        <p:spPr>
          <a:xfrm>
            <a:off x="7143965" y="1442942"/>
            <a:ext cx="1398860" cy="8617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500" b="1" dirty="0" smtClean="0">
                <a:ea typeface="华文新魏" pitchFamily="2" charset="-122"/>
              </a:rPr>
              <a:t>(</a:t>
            </a:r>
            <a:r>
              <a:rPr lang="en-US" altLang="zh-CN" sz="2500" b="1" dirty="0" err="1" smtClean="0">
                <a:ea typeface="华文新魏" pitchFamily="2" charset="-122"/>
              </a:rPr>
              <a:t>pKa+pc</a:t>
            </a:r>
            <a:r>
              <a:rPr lang="en-US" altLang="zh-CN" sz="2500" b="1" dirty="0" smtClean="0">
                <a:ea typeface="华文新魏" pitchFamily="2" charset="-122"/>
              </a:rPr>
              <a:t>)</a:t>
            </a:r>
          </a:p>
          <a:p>
            <a:endParaRPr lang="zh-CN" altLang="en-US" sz="2500" b="1" dirty="0">
              <a:ea typeface="华文新魏" pitchFamily="2" charset="-122"/>
            </a:endParaRPr>
          </a:p>
        </p:txBody>
      </p:sp>
      <p:sp>
        <p:nvSpPr>
          <p:cNvPr id="15" name="矩形 14"/>
          <p:cNvSpPr/>
          <p:nvPr/>
        </p:nvSpPr>
        <p:spPr>
          <a:xfrm flipH="1">
            <a:off x="6581749" y="1242951"/>
            <a:ext cx="401987" cy="4770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500" b="1" dirty="0">
                <a:ea typeface="华文新魏" pitchFamily="2" charset="-122"/>
              </a:rPr>
              <a:t>1</a:t>
            </a:r>
            <a:endParaRPr lang="zh-CN" altLang="en-US" sz="2500" b="1" dirty="0">
              <a:ea typeface="华文新魏" pitchFamily="2" charset="-122"/>
            </a:endParaRPr>
          </a:p>
        </p:txBody>
      </p:sp>
      <p:sp>
        <p:nvSpPr>
          <p:cNvPr id="16" name="Rectangle 21"/>
          <p:cNvSpPr>
            <a:spLocks noChangeArrowheads="1"/>
          </p:cNvSpPr>
          <p:nvPr/>
        </p:nvSpPr>
        <p:spPr bwMode="auto">
          <a:xfrm>
            <a:off x="3374526" y="2783409"/>
            <a:ext cx="6219972" cy="477054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2500" b="1" dirty="0">
                <a:ea typeface="楷体_GB2312" pitchFamily="49" charset="-122"/>
              </a:rPr>
              <a:t>[H</a:t>
            </a:r>
            <a:r>
              <a:rPr lang="en-US" altLang="zh-CN" sz="2500" b="1" baseline="30000" dirty="0">
                <a:ea typeface="楷体_GB2312" pitchFamily="49" charset="-122"/>
              </a:rPr>
              <a:t>+</a:t>
            </a:r>
            <a:r>
              <a:rPr lang="en-US" altLang="zh-CN" sz="2500" b="1" dirty="0">
                <a:ea typeface="楷体_GB2312" pitchFamily="49" charset="-122"/>
              </a:rPr>
              <a:t>] = (</a:t>
            </a:r>
            <a:r>
              <a:rPr lang="en-US" altLang="zh-CN" sz="2500" b="1" i="1" dirty="0" err="1">
                <a:ea typeface="楷体_GB2312" pitchFamily="49" charset="-122"/>
              </a:rPr>
              <a:t>K</a:t>
            </a:r>
            <a:r>
              <a:rPr lang="en-US" altLang="zh-CN" sz="1600" b="1" baseline="100000" dirty="0" err="1">
                <a:ea typeface="楷体_GB2312" pitchFamily="49" charset="-122"/>
                <a:sym typeface="Webdings" pitchFamily="18" charset="2"/>
              </a:rPr>
              <a:t></a:t>
            </a:r>
            <a:r>
              <a:rPr lang="en-US" altLang="zh-CN" sz="2500" b="1" baseline="-25000" dirty="0" err="1">
                <a:ea typeface="楷体_GB2312" pitchFamily="49" charset="-122"/>
                <a:sym typeface="Webdings" pitchFamily="18" charset="2"/>
              </a:rPr>
              <a:t>a</a:t>
            </a:r>
            <a:r>
              <a:rPr lang="en-US" altLang="zh-CN" sz="2500" b="1" baseline="-25000" dirty="0">
                <a:ea typeface="楷体_GB2312" pitchFamily="49" charset="-122"/>
                <a:sym typeface="Webdings" pitchFamily="18" charset="2"/>
              </a:rPr>
              <a:t> </a:t>
            </a:r>
            <a:r>
              <a:rPr lang="en-US" altLang="zh-CN" sz="2500" b="1" i="1" dirty="0">
                <a:ea typeface="楷体_GB2312" pitchFamily="49" charset="-122"/>
              </a:rPr>
              <a:t>c</a:t>
            </a:r>
            <a:r>
              <a:rPr lang="en-US" altLang="zh-CN" sz="2500" b="1" i="1" baseline="-25000" dirty="0">
                <a:ea typeface="楷体_GB2312" pitchFamily="49" charset="-122"/>
              </a:rPr>
              <a:t>a</a:t>
            </a:r>
            <a:r>
              <a:rPr lang="en-US" altLang="zh-CN" sz="2500" b="1" dirty="0">
                <a:ea typeface="楷体_GB2312" pitchFamily="49" charset="-122"/>
              </a:rPr>
              <a:t>)/</a:t>
            </a:r>
            <a:r>
              <a:rPr lang="en-US" altLang="zh-CN" sz="2500" b="1" i="1" dirty="0" err="1">
                <a:ea typeface="楷体_GB2312" pitchFamily="49" charset="-122"/>
              </a:rPr>
              <a:t>c</a:t>
            </a:r>
            <a:r>
              <a:rPr lang="en-US" altLang="zh-CN" sz="2500" b="1" i="1" baseline="-25000" dirty="0" err="1">
                <a:ea typeface="楷体_GB2312" pitchFamily="49" charset="-122"/>
              </a:rPr>
              <a:t>b</a:t>
            </a:r>
            <a:r>
              <a:rPr lang="en-US" altLang="zh-CN" sz="2500" b="1" i="1" baseline="-25000" dirty="0">
                <a:ea typeface="楷体_GB2312" pitchFamily="49" charset="-122"/>
              </a:rPr>
              <a:t> </a:t>
            </a:r>
            <a:r>
              <a:rPr lang="en-US" altLang="zh-CN" sz="2500" b="1" dirty="0" smtClean="0">
                <a:ea typeface="楷体_GB2312" pitchFamily="49" charset="-122"/>
              </a:rPr>
              <a:t>,</a:t>
            </a:r>
            <a:r>
              <a:rPr lang="zh-CN" altLang="en-US" sz="2500" b="1" dirty="0">
                <a:ea typeface="楷体_GB2312" pitchFamily="49" charset="-122"/>
              </a:rPr>
              <a:t> </a:t>
            </a:r>
            <a:r>
              <a:rPr lang="zh-CN" altLang="en-US" sz="2500" b="1" dirty="0" smtClean="0">
                <a:ea typeface="楷体_GB2312" pitchFamily="49" charset="-122"/>
              </a:rPr>
              <a:t>         </a:t>
            </a:r>
            <a:r>
              <a:rPr lang="en-US" altLang="zh-CN" sz="2500" b="1" dirty="0" smtClean="0">
                <a:ea typeface="楷体_GB2312" pitchFamily="49" charset="-122"/>
              </a:rPr>
              <a:t>pH </a:t>
            </a:r>
            <a:r>
              <a:rPr lang="en-US" altLang="zh-CN" sz="2500" b="1" dirty="0">
                <a:ea typeface="楷体_GB2312" pitchFamily="49" charset="-122"/>
              </a:rPr>
              <a:t>= </a:t>
            </a:r>
            <a:r>
              <a:rPr lang="en-US" altLang="zh-CN" sz="2500" b="1" dirty="0" err="1">
                <a:ea typeface="楷体_GB2312" pitchFamily="49" charset="-122"/>
              </a:rPr>
              <a:t>p</a:t>
            </a:r>
            <a:r>
              <a:rPr lang="en-US" altLang="zh-CN" sz="2500" b="1" i="1" dirty="0" err="1">
                <a:ea typeface="楷体_GB2312" pitchFamily="49" charset="-122"/>
              </a:rPr>
              <a:t>K</a:t>
            </a:r>
            <a:r>
              <a:rPr lang="en-US" altLang="zh-CN" sz="1600" b="1" baseline="100000" dirty="0" err="1">
                <a:ea typeface="楷体_GB2312" pitchFamily="49" charset="-122"/>
                <a:sym typeface="Webdings" pitchFamily="18" charset="2"/>
              </a:rPr>
              <a:t></a:t>
            </a:r>
            <a:r>
              <a:rPr lang="en-US" altLang="zh-CN" sz="2500" b="1" baseline="-25000" dirty="0" err="1">
                <a:ea typeface="楷体_GB2312" pitchFamily="49" charset="-122"/>
                <a:sym typeface="Webdings" pitchFamily="18" charset="2"/>
              </a:rPr>
              <a:t>a</a:t>
            </a:r>
            <a:r>
              <a:rPr lang="en-US" altLang="zh-CN" sz="2500" b="1" baseline="-25000" dirty="0">
                <a:ea typeface="楷体_GB2312" pitchFamily="49" charset="-122"/>
                <a:sym typeface="Webdings" pitchFamily="18" charset="2"/>
              </a:rPr>
              <a:t> </a:t>
            </a:r>
            <a:r>
              <a:rPr lang="en-US" altLang="zh-CN" sz="2500" b="1" dirty="0">
                <a:ea typeface="楷体_GB2312" pitchFamily="49" charset="-122"/>
              </a:rPr>
              <a:t>+ </a:t>
            </a:r>
            <a:r>
              <a:rPr lang="en-US" altLang="zh-CN" sz="2500" b="1" dirty="0" err="1">
                <a:ea typeface="楷体_GB2312" pitchFamily="49" charset="-122"/>
              </a:rPr>
              <a:t>lg</a:t>
            </a:r>
            <a:r>
              <a:rPr lang="en-US" altLang="zh-CN" sz="2500" b="1" dirty="0">
                <a:ea typeface="楷体_GB2312" pitchFamily="49" charset="-122"/>
              </a:rPr>
              <a:t>(</a:t>
            </a:r>
            <a:r>
              <a:rPr lang="en-US" altLang="zh-CN" sz="2500" b="1" i="1" dirty="0" err="1">
                <a:solidFill>
                  <a:srgbClr val="FF0000"/>
                </a:solidFill>
                <a:ea typeface="楷体_GB2312" pitchFamily="49" charset="-122"/>
              </a:rPr>
              <a:t>c</a:t>
            </a:r>
            <a:r>
              <a:rPr lang="en-US" altLang="zh-CN" sz="2500" b="1" i="1" baseline="-25000" dirty="0" err="1">
                <a:solidFill>
                  <a:srgbClr val="FF0000"/>
                </a:solidFill>
                <a:ea typeface="楷体_GB2312" pitchFamily="49" charset="-122"/>
              </a:rPr>
              <a:t>b</a:t>
            </a:r>
            <a:r>
              <a:rPr lang="en-US" altLang="zh-CN" sz="2500" b="1" dirty="0">
                <a:solidFill>
                  <a:srgbClr val="FF0000"/>
                </a:solidFill>
                <a:ea typeface="楷体_GB2312" pitchFamily="49" charset="-122"/>
              </a:rPr>
              <a:t>/</a:t>
            </a:r>
            <a:r>
              <a:rPr lang="en-US" altLang="zh-CN" sz="2500" b="1" i="1" dirty="0">
                <a:solidFill>
                  <a:srgbClr val="FF0000"/>
                </a:solidFill>
                <a:ea typeface="楷体_GB2312" pitchFamily="49" charset="-122"/>
              </a:rPr>
              <a:t>c</a:t>
            </a:r>
            <a:r>
              <a:rPr lang="en-US" altLang="zh-CN" sz="2500" b="1" i="1" baseline="-25000" dirty="0">
                <a:solidFill>
                  <a:srgbClr val="FF0000"/>
                </a:solidFill>
                <a:ea typeface="楷体_GB2312" pitchFamily="49" charset="-122"/>
              </a:rPr>
              <a:t>a</a:t>
            </a:r>
            <a:r>
              <a:rPr lang="en-US" altLang="zh-CN" sz="2500" b="1" dirty="0">
                <a:ea typeface="楷体_GB2312" pitchFamily="49" charset="-122"/>
              </a:rPr>
              <a:t>).</a:t>
            </a:r>
          </a:p>
        </p:txBody>
      </p:sp>
      <p:sp>
        <p:nvSpPr>
          <p:cNvPr id="17" name="文本框 16"/>
          <p:cNvSpPr txBox="1"/>
          <p:nvPr/>
        </p:nvSpPr>
        <p:spPr>
          <a:xfrm>
            <a:off x="791182" y="1313066"/>
            <a:ext cx="233910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b="1" dirty="0" smtClean="0">
                <a:ea typeface="楷体_GB2312"/>
              </a:rPr>
              <a:t>一元或多元弱酸</a:t>
            </a:r>
            <a:endParaRPr lang="zh-CN" altLang="en-US" sz="2400" b="1" dirty="0">
              <a:ea typeface="楷体_GB2312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843204" y="2556123"/>
            <a:ext cx="376916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 smtClean="0">
                <a:ea typeface="楷体_GB2312"/>
              </a:rPr>
              <a:t>共轭酸碱体系</a:t>
            </a:r>
            <a:endParaRPr lang="en-US" altLang="zh-CN" sz="2400" b="1" dirty="0" smtClean="0">
              <a:ea typeface="楷体_GB2312"/>
            </a:endParaRPr>
          </a:p>
          <a:p>
            <a:r>
              <a:rPr lang="zh-CN" altLang="en-US" sz="2400" b="1" dirty="0" smtClean="0">
                <a:ea typeface="楷体_GB2312"/>
              </a:rPr>
              <a:t>（缓冲溶液）</a:t>
            </a:r>
            <a:endParaRPr lang="zh-CN" altLang="en-US" sz="2400" b="1" dirty="0">
              <a:ea typeface="楷体_GB2312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785571" y="1985995"/>
            <a:ext cx="235032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b="1" dirty="0" smtClean="0">
                <a:ea typeface="楷体_GB2312"/>
              </a:rPr>
              <a:t>一元或多元弱碱</a:t>
            </a:r>
            <a:endParaRPr lang="zh-CN" altLang="en-US" sz="2400" b="1" dirty="0">
              <a:ea typeface="楷体_GB2312"/>
            </a:endParaRPr>
          </a:p>
        </p:txBody>
      </p:sp>
      <p:sp>
        <p:nvSpPr>
          <p:cNvPr id="20" name="矩形 19"/>
          <p:cNvSpPr/>
          <p:nvPr/>
        </p:nvSpPr>
        <p:spPr>
          <a:xfrm>
            <a:off x="3374526" y="1966482"/>
            <a:ext cx="100017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b="1" dirty="0" smtClean="0">
                <a:ea typeface="华文新魏" pitchFamily="2" charset="-122"/>
              </a:rPr>
              <a:t>OH</a:t>
            </a:r>
            <a:r>
              <a:rPr lang="en-US" altLang="zh-CN" sz="2400" b="1" baseline="30000" dirty="0" smtClean="0">
                <a:ea typeface="华文新魏" pitchFamily="2" charset="-122"/>
              </a:rPr>
              <a:t>-</a:t>
            </a:r>
            <a:r>
              <a:rPr lang="en-US" altLang="zh-CN" sz="2400" b="1" dirty="0" smtClean="0">
                <a:ea typeface="华文新魏" pitchFamily="2" charset="-122"/>
                <a:sym typeface="Webdings" pitchFamily="18" charset="2"/>
              </a:rPr>
              <a:t>=</a:t>
            </a:r>
            <a:endParaRPr lang="en-US" altLang="zh-CN" sz="2400" b="1" dirty="0">
              <a:ea typeface="华文新魏" pitchFamily="2" charset="-122"/>
              <a:sym typeface="Webdings" pitchFamily="18" charset="2"/>
            </a:endParaRPr>
          </a:p>
        </p:txBody>
      </p:sp>
      <p:sp>
        <p:nvSpPr>
          <p:cNvPr id="21" name="矩形 20"/>
          <p:cNvSpPr/>
          <p:nvPr/>
        </p:nvSpPr>
        <p:spPr>
          <a:xfrm>
            <a:off x="4135921" y="2031886"/>
            <a:ext cx="410690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3200" dirty="0"/>
              <a:t>√</a:t>
            </a:r>
          </a:p>
        </p:txBody>
      </p:sp>
      <p:sp>
        <p:nvSpPr>
          <p:cNvPr id="22" name="Line 19"/>
          <p:cNvSpPr>
            <a:spLocks noChangeShapeType="1"/>
          </p:cNvSpPr>
          <p:nvPr/>
        </p:nvSpPr>
        <p:spPr bwMode="auto">
          <a:xfrm flipV="1">
            <a:off x="4413550" y="2068876"/>
            <a:ext cx="1080000" cy="5673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矩形 22"/>
              <p:cNvSpPr/>
              <p:nvPr/>
            </p:nvSpPr>
            <p:spPr>
              <a:xfrm>
                <a:off x="5803967" y="1985995"/>
                <a:ext cx="2136588" cy="76944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altLang="zh-CN" sz="2400" b="1" dirty="0" smtClean="0">
                    <a:ea typeface="华文新魏" pitchFamily="2" charset="-122"/>
                    <a:sym typeface="Webdings" pitchFamily="18" charset="2"/>
                  </a:rPr>
                  <a:t>pOH</a:t>
                </a:r>
                <a14:m>
                  <m:oMath xmlns:m="http://schemas.openxmlformats.org/officeDocument/2006/math">
                    <m:r>
                      <a:rPr lang="en-US" altLang="zh-CN" sz="2400" b="1" i="1" smtClean="0">
                        <a:latin typeface="Cambria Math" panose="02040503050406030204" pitchFamily="18" charset="0"/>
                        <a:ea typeface="华文新魏" pitchFamily="2" charset="-122"/>
                        <a:sym typeface="Webdings" pitchFamily="18" charset="2"/>
                      </a:rPr>
                      <m:t>=</m:t>
                    </m:r>
                  </m:oMath>
                </a14:m>
                <a:endParaRPr lang="en-US" altLang="zh-CN" sz="2400" b="1" dirty="0" smtClean="0">
                  <a:ea typeface="华文新魏" pitchFamily="2" charset="-122"/>
                  <a:sym typeface="Webdings" pitchFamily="18" charset="2"/>
                </a:endParaRPr>
              </a:p>
              <a:p>
                <a:r>
                  <a:rPr lang="en-US" altLang="zh-CN" sz="2000" b="1" dirty="0" smtClean="0">
                    <a:ea typeface="华文新魏" pitchFamily="2" charset="-122"/>
                    <a:sym typeface="Webdings" pitchFamily="18" charset="2"/>
                  </a:rPr>
                  <a:t>      </a:t>
                </a:r>
                <a:endParaRPr lang="en-US" altLang="zh-CN" sz="2000" b="1" dirty="0">
                  <a:ea typeface="华文新魏" pitchFamily="2" charset="-122"/>
                  <a:sym typeface="Webdings" pitchFamily="18" charset="2"/>
                </a:endParaRPr>
              </a:p>
            </p:txBody>
          </p:sp>
        </mc:Choice>
        <mc:Fallback xmlns="">
          <p:sp>
            <p:nvSpPr>
              <p:cNvPr id="23" name="矩形 2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03967" y="1985995"/>
                <a:ext cx="2136588" cy="769441"/>
              </a:xfrm>
              <a:prstGeom prst="rect">
                <a:avLst/>
              </a:prstGeom>
              <a:blipFill>
                <a:blip r:embed="rId5"/>
                <a:stretch>
                  <a:fillRect l="-4274" t="-634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Line 19"/>
          <p:cNvSpPr>
            <a:spLocks noChangeShapeType="1"/>
          </p:cNvSpPr>
          <p:nvPr/>
        </p:nvSpPr>
        <p:spPr bwMode="auto">
          <a:xfrm>
            <a:off x="6790754" y="2231982"/>
            <a:ext cx="498083" cy="1360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5" name="矩形 24"/>
          <p:cNvSpPr/>
          <p:nvPr/>
        </p:nvSpPr>
        <p:spPr>
          <a:xfrm>
            <a:off x="6876650" y="2216849"/>
            <a:ext cx="403446" cy="4770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500" b="1" dirty="0">
                <a:ea typeface="华文新魏" pitchFamily="2" charset="-122"/>
              </a:rPr>
              <a:t>2</a:t>
            </a:r>
            <a:endParaRPr lang="zh-CN" altLang="en-US" sz="2500" b="1" dirty="0">
              <a:ea typeface="华文新魏" pitchFamily="2" charset="-122"/>
            </a:endParaRPr>
          </a:p>
        </p:txBody>
      </p:sp>
      <p:sp>
        <p:nvSpPr>
          <p:cNvPr id="26" name="矩形 25"/>
          <p:cNvSpPr/>
          <p:nvPr/>
        </p:nvSpPr>
        <p:spPr>
          <a:xfrm>
            <a:off x="4504058" y="2086836"/>
            <a:ext cx="83388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b="1" i="1" dirty="0" err="1">
                <a:ea typeface="楷体_GB2312" pitchFamily="49" charset="-122"/>
              </a:rPr>
              <a:t>K</a:t>
            </a:r>
            <a:r>
              <a:rPr lang="en-US" altLang="zh-CN" sz="2400" b="1" baseline="70000" dirty="0" err="1" smtClean="0">
                <a:ea typeface="楷体_GB2312" pitchFamily="49" charset="-122"/>
                <a:sym typeface="Webdings" pitchFamily="18" charset="2"/>
              </a:rPr>
              <a:t></a:t>
            </a:r>
            <a:r>
              <a:rPr lang="en-US" altLang="zh-CN" sz="2400" b="1" baseline="-25000" dirty="0" err="1" smtClean="0">
                <a:ea typeface="楷体_GB2312" pitchFamily="49" charset="-122"/>
                <a:sym typeface="Webdings" pitchFamily="18" charset="2"/>
              </a:rPr>
              <a:t>a</a:t>
            </a:r>
            <a:r>
              <a:rPr lang="en-US" altLang="zh-CN" sz="2400" b="1" dirty="0" err="1" smtClean="0">
                <a:ea typeface="楷体_GB2312" pitchFamily="49" charset="-122"/>
                <a:sym typeface="Webdings" pitchFamily="18" charset="2"/>
              </a:rPr>
              <a:t>c</a:t>
            </a:r>
            <a:endParaRPr lang="zh-CN" altLang="en-US" sz="2400" dirty="0"/>
          </a:p>
        </p:txBody>
      </p:sp>
      <p:sp>
        <p:nvSpPr>
          <p:cNvPr id="27" name="矩形 26"/>
          <p:cNvSpPr/>
          <p:nvPr/>
        </p:nvSpPr>
        <p:spPr>
          <a:xfrm flipH="1">
            <a:off x="6838037" y="1862428"/>
            <a:ext cx="401987" cy="4915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500" b="1" dirty="0">
                <a:ea typeface="华文新魏" pitchFamily="2" charset="-122"/>
              </a:rPr>
              <a:t>1</a:t>
            </a:r>
            <a:endParaRPr lang="zh-CN" altLang="en-US" sz="2500" b="1" dirty="0">
              <a:ea typeface="华文新魏" pitchFamily="2" charset="-122"/>
            </a:endParaRPr>
          </a:p>
        </p:txBody>
      </p:sp>
      <p:sp>
        <p:nvSpPr>
          <p:cNvPr id="28" name="矩形 27"/>
          <p:cNvSpPr/>
          <p:nvPr/>
        </p:nvSpPr>
        <p:spPr>
          <a:xfrm>
            <a:off x="7245478" y="1985995"/>
            <a:ext cx="1398860" cy="8617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500" b="1" dirty="0" smtClean="0">
                <a:ea typeface="华文新魏" pitchFamily="2" charset="-122"/>
              </a:rPr>
              <a:t>(</a:t>
            </a:r>
            <a:r>
              <a:rPr lang="en-US" altLang="zh-CN" sz="2500" b="1" dirty="0" err="1" smtClean="0">
                <a:ea typeface="华文新魏" pitchFamily="2" charset="-122"/>
              </a:rPr>
              <a:t>pKb+pc</a:t>
            </a:r>
            <a:r>
              <a:rPr lang="en-US" altLang="zh-CN" sz="2500" b="1" dirty="0" smtClean="0">
                <a:ea typeface="华文新魏" pitchFamily="2" charset="-122"/>
              </a:rPr>
              <a:t>)</a:t>
            </a:r>
          </a:p>
          <a:p>
            <a:endParaRPr lang="zh-CN" altLang="en-US" sz="2500" b="1" dirty="0">
              <a:ea typeface="华文新魏" pitchFamily="2" charset="-122"/>
            </a:endParaRPr>
          </a:p>
        </p:txBody>
      </p:sp>
      <p:sp>
        <p:nvSpPr>
          <p:cNvPr id="29" name="文本框 28"/>
          <p:cNvSpPr txBox="1"/>
          <p:nvPr/>
        </p:nvSpPr>
        <p:spPr>
          <a:xfrm>
            <a:off x="894165" y="5045312"/>
            <a:ext cx="418576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b="1" dirty="0" smtClean="0">
                <a:solidFill>
                  <a:srgbClr val="FF0000"/>
                </a:solidFill>
                <a:ea typeface="楷体_GB2312"/>
              </a:rPr>
              <a:t>了解物理意义，图的表达含义</a:t>
            </a:r>
            <a:endParaRPr lang="zh-CN" altLang="en-US" sz="2400" b="1" dirty="0">
              <a:solidFill>
                <a:srgbClr val="FF0000"/>
              </a:solidFill>
              <a:ea typeface="楷体_GB2312"/>
            </a:endParaRPr>
          </a:p>
        </p:txBody>
      </p:sp>
      <p:graphicFrame>
        <p:nvGraphicFramePr>
          <p:cNvPr id="30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69459108"/>
              </p:ext>
            </p:extLst>
          </p:nvPr>
        </p:nvGraphicFramePr>
        <p:xfrm>
          <a:off x="6711802" y="3690984"/>
          <a:ext cx="2371646" cy="50502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6" name="公式" r:id="rId6" imgW="1028520" imgH="291960" progId="Equation.3">
                  <p:embed/>
                </p:oleObj>
              </mc:Choice>
              <mc:Fallback>
                <p:oleObj name="公式" r:id="rId6" imgW="1028520" imgH="291960" progId="Equation.3">
                  <p:embed/>
                  <p:pic>
                    <p:nvPicPr>
                      <p:cNvPr id="10241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11802" y="3690984"/>
                        <a:ext cx="2371646" cy="505027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725773005"/>
      </p:ext>
    </p:extLst>
  </p:cSld>
  <p:clrMapOvr>
    <a:masterClrMapping/>
  </p:clrMapOvr>
  <p:transition spd="slow">
    <p:split orient="vert"/>
  </p:transition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RESOURCE_PATHS_HASH_2" val="73e0a2873197af4bbbb1486acd8791d57d5388a"/>
</p:tagLst>
</file>

<file path=ppt/theme/theme1.xml><?xml version="1.0" encoding="utf-8"?>
<a:theme xmlns:a="http://schemas.openxmlformats.org/drawingml/2006/main" name="医学研究PPT模板">
  <a:themeElements>
    <a:clrScheme name="医学研究PPT模板 1">
      <a:dk1>
        <a:srgbClr val="000000"/>
      </a:dk1>
      <a:lt1>
        <a:srgbClr val="FFFFFF"/>
      </a:lt1>
      <a:dk2>
        <a:srgbClr val="000000"/>
      </a:dk2>
      <a:lt2>
        <a:srgbClr val="000000"/>
      </a:lt2>
      <a:accent1>
        <a:srgbClr val="000000"/>
      </a:accent1>
      <a:accent2>
        <a:srgbClr val="FF00FF"/>
      </a:accent2>
      <a:accent3>
        <a:srgbClr val="FFFFFF"/>
      </a:accent3>
      <a:accent4>
        <a:srgbClr val="000000"/>
      </a:accent4>
      <a:accent5>
        <a:srgbClr val="AAAAAA"/>
      </a:accent5>
      <a:accent6>
        <a:srgbClr val="E700E7"/>
      </a:accent6>
      <a:hlink>
        <a:srgbClr val="FF9900"/>
      </a:hlink>
      <a:folHlink>
        <a:srgbClr val="6600FF"/>
      </a:folHlink>
    </a:clrScheme>
    <a:fontScheme name="医学研究PPT模板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医学研究PPT模板 1">
        <a:dk1>
          <a:srgbClr val="200B5B"/>
        </a:dk1>
        <a:lt1>
          <a:srgbClr val="EAEAEA"/>
        </a:lt1>
        <a:dk2>
          <a:srgbClr val="6600FF"/>
        </a:dk2>
        <a:lt2>
          <a:srgbClr val="FFCC66"/>
        </a:lt2>
        <a:accent1>
          <a:srgbClr val="EEB00B"/>
        </a:accent1>
        <a:accent2>
          <a:srgbClr val="6600CC"/>
        </a:accent2>
        <a:accent3>
          <a:srgbClr val="B8AAFF"/>
        </a:accent3>
        <a:accent4>
          <a:srgbClr val="C8C8C8"/>
        </a:accent4>
        <a:accent5>
          <a:srgbClr val="F5D4AA"/>
        </a:accent5>
        <a:accent6>
          <a:srgbClr val="5C00B9"/>
        </a:accent6>
        <a:hlink>
          <a:srgbClr val="FF33CC"/>
        </a:hlink>
        <a:folHlink>
          <a:srgbClr val="CC99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医学研究PPT模板 2">
        <a:dk1>
          <a:srgbClr val="393939"/>
        </a:dk1>
        <a:lt1>
          <a:srgbClr val="FFFFFF"/>
        </a:lt1>
        <a:dk2>
          <a:srgbClr val="6600CC"/>
        </a:dk2>
        <a:lt2>
          <a:srgbClr val="CCCCFF"/>
        </a:lt2>
        <a:accent1>
          <a:srgbClr val="F9D87E"/>
        </a:accent1>
        <a:accent2>
          <a:srgbClr val="FFCCCC"/>
        </a:accent2>
        <a:accent3>
          <a:srgbClr val="FFFFFF"/>
        </a:accent3>
        <a:accent4>
          <a:srgbClr val="2F2F2F"/>
        </a:accent4>
        <a:accent5>
          <a:srgbClr val="FBE9C0"/>
        </a:accent5>
        <a:accent6>
          <a:srgbClr val="E7B9B9"/>
        </a:accent6>
        <a:hlink>
          <a:srgbClr val="FFCCFF"/>
        </a:hlink>
        <a:folHlink>
          <a:srgbClr val="99CC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医学研究PPT模板 3">
        <a:dk1>
          <a:srgbClr val="000000"/>
        </a:dk1>
        <a:lt1>
          <a:srgbClr val="FFFFFF"/>
        </a:lt1>
        <a:dk2>
          <a:srgbClr val="000000"/>
        </a:dk2>
        <a:lt2>
          <a:srgbClr val="FFFFFF"/>
        </a:lt2>
        <a:accent1>
          <a:srgbClr val="CBCBCB"/>
        </a:accent1>
        <a:accent2>
          <a:srgbClr val="5F5F5F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555555"/>
        </a:accent6>
        <a:hlink>
          <a:srgbClr val="969696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医学研究PPT模板 4">
        <a:dk1>
          <a:srgbClr val="330000"/>
        </a:dk1>
        <a:lt1>
          <a:srgbClr val="FFFFCC"/>
        </a:lt1>
        <a:dk2>
          <a:srgbClr val="000000"/>
        </a:dk2>
        <a:lt2>
          <a:srgbClr val="FFCC00"/>
        </a:lt2>
        <a:accent1>
          <a:srgbClr val="FF9900"/>
        </a:accent1>
        <a:accent2>
          <a:srgbClr val="330099"/>
        </a:accent2>
        <a:accent3>
          <a:srgbClr val="AAAAAA"/>
        </a:accent3>
        <a:accent4>
          <a:srgbClr val="DADAAE"/>
        </a:accent4>
        <a:accent5>
          <a:srgbClr val="FFCAAA"/>
        </a:accent5>
        <a:accent6>
          <a:srgbClr val="2D008A"/>
        </a:accent6>
        <a:hlink>
          <a:srgbClr val="FF6633"/>
        </a:hlink>
        <a:folHlink>
          <a:srgbClr val="6699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医学研究PPT模板 5">
        <a:dk1>
          <a:srgbClr val="333300"/>
        </a:dk1>
        <a:lt1>
          <a:srgbClr val="DDDDDD"/>
        </a:lt1>
        <a:dk2>
          <a:srgbClr val="996600"/>
        </a:dk2>
        <a:lt2>
          <a:srgbClr val="FFCC66"/>
        </a:lt2>
        <a:accent1>
          <a:srgbClr val="EEB00B"/>
        </a:accent1>
        <a:accent2>
          <a:srgbClr val="330099"/>
        </a:accent2>
        <a:accent3>
          <a:srgbClr val="CAB8AA"/>
        </a:accent3>
        <a:accent4>
          <a:srgbClr val="BDBDBD"/>
        </a:accent4>
        <a:accent5>
          <a:srgbClr val="F5D4AA"/>
        </a:accent5>
        <a:accent6>
          <a:srgbClr val="2D008A"/>
        </a:accent6>
        <a:hlink>
          <a:srgbClr val="FF6633"/>
        </a:hlink>
        <a:folHlink>
          <a:srgbClr val="CC99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医学研究PPT模板 6">
        <a:dk1>
          <a:srgbClr val="003300"/>
        </a:dk1>
        <a:lt1>
          <a:srgbClr val="FFFFCC"/>
        </a:lt1>
        <a:dk2>
          <a:srgbClr val="999933"/>
        </a:dk2>
        <a:lt2>
          <a:srgbClr val="FFFF66"/>
        </a:lt2>
        <a:accent1>
          <a:srgbClr val="CC9900"/>
        </a:accent1>
        <a:accent2>
          <a:srgbClr val="330099"/>
        </a:accent2>
        <a:accent3>
          <a:srgbClr val="CACAAD"/>
        </a:accent3>
        <a:accent4>
          <a:srgbClr val="DADAAE"/>
        </a:accent4>
        <a:accent5>
          <a:srgbClr val="E2CAAA"/>
        </a:accent5>
        <a:accent6>
          <a:srgbClr val="2D008A"/>
        </a:accent6>
        <a:hlink>
          <a:srgbClr val="FF9900"/>
        </a:hlink>
        <a:folHlink>
          <a:srgbClr val="FF66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医学研究PPT模板 1">
        <a:dk1>
          <a:srgbClr val="000000"/>
        </a:dk1>
        <a:lt1>
          <a:srgbClr val="FFFFFF"/>
        </a:lt1>
        <a:dk2>
          <a:srgbClr val="000000"/>
        </a:dk2>
        <a:lt2>
          <a:srgbClr val="FFFFFF"/>
        </a:lt2>
        <a:accent1>
          <a:srgbClr val="CBCBCB"/>
        </a:accent1>
        <a:accent2>
          <a:srgbClr val="5F5F5F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555555"/>
        </a:accent6>
        <a:hlink>
          <a:srgbClr val="969696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医学研究PPT模板 2">
        <a:dk1>
          <a:srgbClr val="000000"/>
        </a:dk1>
        <a:lt1>
          <a:srgbClr val="FFFFFF"/>
        </a:lt1>
        <a:dk2>
          <a:srgbClr val="000000"/>
        </a:dk2>
        <a:lt2>
          <a:srgbClr val="000000"/>
        </a:lt2>
        <a:accent1>
          <a:srgbClr val="FF0000"/>
        </a:accent1>
        <a:accent2>
          <a:srgbClr val="FF00FF"/>
        </a:accent2>
        <a:accent3>
          <a:srgbClr val="FFFFFF"/>
        </a:accent3>
        <a:accent4>
          <a:srgbClr val="000000"/>
        </a:accent4>
        <a:accent5>
          <a:srgbClr val="FFAAAA"/>
        </a:accent5>
        <a:accent6>
          <a:srgbClr val="E700E7"/>
        </a:accent6>
        <a:hlink>
          <a:srgbClr val="FF99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医学研究PPT模板 3">
        <a:dk1>
          <a:srgbClr val="FFFFFF"/>
        </a:dk1>
        <a:lt1>
          <a:srgbClr val="FFFFFF"/>
        </a:lt1>
        <a:dk2>
          <a:srgbClr val="000000"/>
        </a:dk2>
        <a:lt2>
          <a:srgbClr val="000000"/>
        </a:lt2>
        <a:accent1>
          <a:srgbClr val="FF0000"/>
        </a:accent1>
        <a:accent2>
          <a:srgbClr val="FF00FF"/>
        </a:accent2>
        <a:accent3>
          <a:srgbClr val="FFFFFF"/>
        </a:accent3>
        <a:accent4>
          <a:srgbClr val="DADADA"/>
        </a:accent4>
        <a:accent5>
          <a:srgbClr val="FFAAAA"/>
        </a:accent5>
        <a:accent6>
          <a:srgbClr val="E700E7"/>
        </a:accent6>
        <a:hlink>
          <a:srgbClr val="FF99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医学研究PPT模板 1">
        <a:dk1>
          <a:srgbClr val="FFFFFF"/>
        </a:dk1>
        <a:lt1>
          <a:srgbClr val="FFFFFF"/>
        </a:lt1>
        <a:dk2>
          <a:srgbClr val="000000"/>
        </a:dk2>
        <a:lt2>
          <a:srgbClr val="000000"/>
        </a:lt2>
        <a:accent1>
          <a:srgbClr val="000000"/>
        </a:accent1>
        <a:accent2>
          <a:srgbClr val="FF00FF"/>
        </a:accent2>
        <a:accent3>
          <a:srgbClr val="FFFFFF"/>
        </a:accent3>
        <a:accent4>
          <a:srgbClr val="DADADA"/>
        </a:accent4>
        <a:accent5>
          <a:srgbClr val="AAAAAA"/>
        </a:accent5>
        <a:accent6>
          <a:srgbClr val="E700E7"/>
        </a:accent6>
        <a:hlink>
          <a:srgbClr val="FF99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医学研究PPT模板 1">
        <a:dk1>
          <a:srgbClr val="000000"/>
        </a:dk1>
        <a:lt1>
          <a:srgbClr val="FFFFFF"/>
        </a:lt1>
        <a:dk2>
          <a:srgbClr val="000000"/>
        </a:dk2>
        <a:lt2>
          <a:srgbClr val="000000"/>
        </a:lt2>
        <a:accent1>
          <a:srgbClr val="000000"/>
        </a:accent1>
        <a:accent2>
          <a:srgbClr val="FF00FF"/>
        </a:accent2>
        <a:accent3>
          <a:srgbClr val="FFFFFF"/>
        </a:accent3>
        <a:accent4>
          <a:srgbClr val="000000"/>
        </a:accent4>
        <a:accent5>
          <a:srgbClr val="AAAAAA"/>
        </a:accent5>
        <a:accent6>
          <a:srgbClr val="E700E7"/>
        </a:accent6>
        <a:hlink>
          <a:srgbClr val="FF9900"/>
        </a:hlink>
        <a:folHlink>
          <a:srgbClr val="6600FF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1_医学研究PPT模板">
  <a:themeElements>
    <a:clrScheme name="1_医学研究PPT模板 1">
      <a:dk1>
        <a:srgbClr val="200B5B"/>
      </a:dk1>
      <a:lt1>
        <a:srgbClr val="EAEAEA"/>
      </a:lt1>
      <a:dk2>
        <a:srgbClr val="6600FF"/>
      </a:dk2>
      <a:lt2>
        <a:srgbClr val="FFCC66"/>
      </a:lt2>
      <a:accent1>
        <a:srgbClr val="EEB00B"/>
      </a:accent1>
      <a:accent2>
        <a:srgbClr val="6600CC"/>
      </a:accent2>
      <a:accent3>
        <a:srgbClr val="B8AAFF"/>
      </a:accent3>
      <a:accent4>
        <a:srgbClr val="C8C8C8"/>
      </a:accent4>
      <a:accent5>
        <a:srgbClr val="F5D4AA"/>
      </a:accent5>
      <a:accent6>
        <a:srgbClr val="5C00B9"/>
      </a:accent6>
      <a:hlink>
        <a:srgbClr val="FF33CC"/>
      </a:hlink>
      <a:folHlink>
        <a:srgbClr val="CC99FF"/>
      </a:folHlink>
    </a:clrScheme>
    <a:fontScheme name="1_医学研究PPT模板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1_医学研究PPT模板 1">
        <a:dk1>
          <a:srgbClr val="200B5B"/>
        </a:dk1>
        <a:lt1>
          <a:srgbClr val="EAEAEA"/>
        </a:lt1>
        <a:dk2>
          <a:srgbClr val="6600FF"/>
        </a:dk2>
        <a:lt2>
          <a:srgbClr val="FFCC66"/>
        </a:lt2>
        <a:accent1>
          <a:srgbClr val="EEB00B"/>
        </a:accent1>
        <a:accent2>
          <a:srgbClr val="6600CC"/>
        </a:accent2>
        <a:accent3>
          <a:srgbClr val="B8AAFF"/>
        </a:accent3>
        <a:accent4>
          <a:srgbClr val="C8C8C8"/>
        </a:accent4>
        <a:accent5>
          <a:srgbClr val="F5D4AA"/>
        </a:accent5>
        <a:accent6>
          <a:srgbClr val="5C00B9"/>
        </a:accent6>
        <a:hlink>
          <a:srgbClr val="FF33CC"/>
        </a:hlink>
        <a:folHlink>
          <a:srgbClr val="CC99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医学研究PPT模板 2">
        <a:dk1>
          <a:srgbClr val="393939"/>
        </a:dk1>
        <a:lt1>
          <a:srgbClr val="FFFFFF"/>
        </a:lt1>
        <a:dk2>
          <a:srgbClr val="6600CC"/>
        </a:dk2>
        <a:lt2>
          <a:srgbClr val="CCCCFF"/>
        </a:lt2>
        <a:accent1>
          <a:srgbClr val="F9D87E"/>
        </a:accent1>
        <a:accent2>
          <a:srgbClr val="FFCCCC"/>
        </a:accent2>
        <a:accent3>
          <a:srgbClr val="FFFFFF"/>
        </a:accent3>
        <a:accent4>
          <a:srgbClr val="2F2F2F"/>
        </a:accent4>
        <a:accent5>
          <a:srgbClr val="FBE9C0"/>
        </a:accent5>
        <a:accent6>
          <a:srgbClr val="E7B9B9"/>
        </a:accent6>
        <a:hlink>
          <a:srgbClr val="FFCCFF"/>
        </a:hlink>
        <a:folHlink>
          <a:srgbClr val="99CC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医学研究PPT模板 3">
        <a:dk1>
          <a:srgbClr val="000000"/>
        </a:dk1>
        <a:lt1>
          <a:srgbClr val="FFFFFF"/>
        </a:lt1>
        <a:dk2>
          <a:srgbClr val="000000"/>
        </a:dk2>
        <a:lt2>
          <a:srgbClr val="FFFFFF"/>
        </a:lt2>
        <a:accent1>
          <a:srgbClr val="CBCBCB"/>
        </a:accent1>
        <a:accent2>
          <a:srgbClr val="5F5F5F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555555"/>
        </a:accent6>
        <a:hlink>
          <a:srgbClr val="969696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医学研究PPT模板 4">
        <a:dk1>
          <a:srgbClr val="330000"/>
        </a:dk1>
        <a:lt1>
          <a:srgbClr val="FFFFCC"/>
        </a:lt1>
        <a:dk2>
          <a:srgbClr val="000000"/>
        </a:dk2>
        <a:lt2>
          <a:srgbClr val="FFCC00"/>
        </a:lt2>
        <a:accent1>
          <a:srgbClr val="FF9900"/>
        </a:accent1>
        <a:accent2>
          <a:srgbClr val="330099"/>
        </a:accent2>
        <a:accent3>
          <a:srgbClr val="AAAAAA"/>
        </a:accent3>
        <a:accent4>
          <a:srgbClr val="DADAAE"/>
        </a:accent4>
        <a:accent5>
          <a:srgbClr val="FFCAAA"/>
        </a:accent5>
        <a:accent6>
          <a:srgbClr val="2D008A"/>
        </a:accent6>
        <a:hlink>
          <a:srgbClr val="FF6633"/>
        </a:hlink>
        <a:folHlink>
          <a:srgbClr val="6699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医学研究PPT模板 5">
        <a:dk1>
          <a:srgbClr val="333300"/>
        </a:dk1>
        <a:lt1>
          <a:srgbClr val="DDDDDD"/>
        </a:lt1>
        <a:dk2>
          <a:srgbClr val="996600"/>
        </a:dk2>
        <a:lt2>
          <a:srgbClr val="FFCC66"/>
        </a:lt2>
        <a:accent1>
          <a:srgbClr val="EEB00B"/>
        </a:accent1>
        <a:accent2>
          <a:srgbClr val="330099"/>
        </a:accent2>
        <a:accent3>
          <a:srgbClr val="CAB8AA"/>
        </a:accent3>
        <a:accent4>
          <a:srgbClr val="BDBDBD"/>
        </a:accent4>
        <a:accent5>
          <a:srgbClr val="F5D4AA"/>
        </a:accent5>
        <a:accent6>
          <a:srgbClr val="2D008A"/>
        </a:accent6>
        <a:hlink>
          <a:srgbClr val="FF6633"/>
        </a:hlink>
        <a:folHlink>
          <a:srgbClr val="CC99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医学研究PPT模板 6">
        <a:dk1>
          <a:srgbClr val="003300"/>
        </a:dk1>
        <a:lt1>
          <a:srgbClr val="FFFFCC"/>
        </a:lt1>
        <a:dk2>
          <a:srgbClr val="999933"/>
        </a:dk2>
        <a:lt2>
          <a:srgbClr val="FFFF66"/>
        </a:lt2>
        <a:accent1>
          <a:srgbClr val="CC9900"/>
        </a:accent1>
        <a:accent2>
          <a:srgbClr val="330099"/>
        </a:accent2>
        <a:accent3>
          <a:srgbClr val="CACAAD"/>
        </a:accent3>
        <a:accent4>
          <a:srgbClr val="DADAAE"/>
        </a:accent4>
        <a:accent5>
          <a:srgbClr val="E2CAAA"/>
        </a:accent5>
        <a:accent6>
          <a:srgbClr val="2D008A"/>
        </a:accent6>
        <a:hlink>
          <a:srgbClr val="FF9900"/>
        </a:hlink>
        <a:folHlink>
          <a:srgbClr val="FF66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医学研究PPT模板 1">
        <a:dk1>
          <a:srgbClr val="200B5B"/>
        </a:dk1>
        <a:lt1>
          <a:srgbClr val="EAEAEA"/>
        </a:lt1>
        <a:dk2>
          <a:srgbClr val="6600FF"/>
        </a:dk2>
        <a:lt2>
          <a:srgbClr val="FFCC66"/>
        </a:lt2>
        <a:accent1>
          <a:srgbClr val="EEB00B"/>
        </a:accent1>
        <a:accent2>
          <a:srgbClr val="6600CC"/>
        </a:accent2>
        <a:accent3>
          <a:srgbClr val="B8AAFF"/>
        </a:accent3>
        <a:accent4>
          <a:srgbClr val="C8C8C8"/>
        </a:accent4>
        <a:accent5>
          <a:srgbClr val="F5D4AA"/>
        </a:accent5>
        <a:accent6>
          <a:srgbClr val="5C00B9"/>
        </a:accent6>
        <a:hlink>
          <a:srgbClr val="FF33CC"/>
        </a:hlink>
        <a:folHlink>
          <a:srgbClr val="CC99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医学研究PPT模板 2">
        <a:dk1>
          <a:srgbClr val="FFFFFF"/>
        </a:dk1>
        <a:lt1>
          <a:srgbClr val="FFFFFF"/>
        </a:lt1>
        <a:dk2>
          <a:srgbClr val="000000"/>
        </a:dk2>
        <a:lt2>
          <a:srgbClr val="000000"/>
        </a:lt2>
        <a:accent1>
          <a:srgbClr val="FF0000"/>
        </a:accent1>
        <a:accent2>
          <a:srgbClr val="FF00FF"/>
        </a:accent2>
        <a:accent3>
          <a:srgbClr val="FFFFFF"/>
        </a:accent3>
        <a:accent4>
          <a:srgbClr val="DADADA"/>
        </a:accent4>
        <a:accent5>
          <a:srgbClr val="FFAAAA"/>
        </a:accent5>
        <a:accent6>
          <a:srgbClr val="E700E7"/>
        </a:accent6>
        <a:hlink>
          <a:srgbClr val="FF99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医学研究PPT模板 1">
        <a:dk1>
          <a:srgbClr val="200B5B"/>
        </a:dk1>
        <a:lt1>
          <a:srgbClr val="EAEAEA"/>
        </a:lt1>
        <a:dk2>
          <a:srgbClr val="6600FF"/>
        </a:dk2>
        <a:lt2>
          <a:srgbClr val="FFCC66"/>
        </a:lt2>
        <a:accent1>
          <a:srgbClr val="EEB00B"/>
        </a:accent1>
        <a:accent2>
          <a:srgbClr val="6600CC"/>
        </a:accent2>
        <a:accent3>
          <a:srgbClr val="B8AAFF"/>
        </a:accent3>
        <a:accent4>
          <a:srgbClr val="C8C8C8"/>
        </a:accent4>
        <a:accent5>
          <a:srgbClr val="F5D4AA"/>
        </a:accent5>
        <a:accent6>
          <a:srgbClr val="5C00B9"/>
        </a:accent6>
        <a:hlink>
          <a:srgbClr val="FF33CC"/>
        </a:hlink>
        <a:folHlink>
          <a:srgbClr val="CC99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医学研究PPT模板 2">
        <a:dk1>
          <a:srgbClr val="393939"/>
        </a:dk1>
        <a:lt1>
          <a:srgbClr val="FFFFFF"/>
        </a:lt1>
        <a:dk2>
          <a:srgbClr val="6600CC"/>
        </a:dk2>
        <a:lt2>
          <a:srgbClr val="CCCCFF"/>
        </a:lt2>
        <a:accent1>
          <a:srgbClr val="F9D87E"/>
        </a:accent1>
        <a:accent2>
          <a:srgbClr val="FFCCCC"/>
        </a:accent2>
        <a:accent3>
          <a:srgbClr val="FFFFFF"/>
        </a:accent3>
        <a:accent4>
          <a:srgbClr val="2F2F2F"/>
        </a:accent4>
        <a:accent5>
          <a:srgbClr val="FBE9C0"/>
        </a:accent5>
        <a:accent6>
          <a:srgbClr val="E7B9B9"/>
        </a:accent6>
        <a:hlink>
          <a:srgbClr val="FFCCFF"/>
        </a:hlink>
        <a:folHlink>
          <a:srgbClr val="99CC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医学研究PPT模板 3">
        <a:dk1>
          <a:srgbClr val="000000"/>
        </a:dk1>
        <a:lt1>
          <a:srgbClr val="FFFFFF"/>
        </a:lt1>
        <a:dk2>
          <a:srgbClr val="000000"/>
        </a:dk2>
        <a:lt2>
          <a:srgbClr val="FFFFFF"/>
        </a:lt2>
        <a:accent1>
          <a:srgbClr val="CBCBCB"/>
        </a:accent1>
        <a:accent2>
          <a:srgbClr val="5F5F5F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555555"/>
        </a:accent6>
        <a:hlink>
          <a:srgbClr val="969696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医学研究PPT模板 4">
        <a:dk1>
          <a:srgbClr val="330000"/>
        </a:dk1>
        <a:lt1>
          <a:srgbClr val="FFFFCC"/>
        </a:lt1>
        <a:dk2>
          <a:srgbClr val="000000"/>
        </a:dk2>
        <a:lt2>
          <a:srgbClr val="FFCC00"/>
        </a:lt2>
        <a:accent1>
          <a:srgbClr val="FF9900"/>
        </a:accent1>
        <a:accent2>
          <a:srgbClr val="330099"/>
        </a:accent2>
        <a:accent3>
          <a:srgbClr val="AAAAAA"/>
        </a:accent3>
        <a:accent4>
          <a:srgbClr val="DADAAE"/>
        </a:accent4>
        <a:accent5>
          <a:srgbClr val="FFCAAA"/>
        </a:accent5>
        <a:accent6>
          <a:srgbClr val="2D008A"/>
        </a:accent6>
        <a:hlink>
          <a:srgbClr val="FF6633"/>
        </a:hlink>
        <a:folHlink>
          <a:srgbClr val="6699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医学研究PPT模板 5">
        <a:dk1>
          <a:srgbClr val="333300"/>
        </a:dk1>
        <a:lt1>
          <a:srgbClr val="DDDDDD"/>
        </a:lt1>
        <a:dk2>
          <a:srgbClr val="996600"/>
        </a:dk2>
        <a:lt2>
          <a:srgbClr val="FFCC66"/>
        </a:lt2>
        <a:accent1>
          <a:srgbClr val="EEB00B"/>
        </a:accent1>
        <a:accent2>
          <a:srgbClr val="330099"/>
        </a:accent2>
        <a:accent3>
          <a:srgbClr val="CAB8AA"/>
        </a:accent3>
        <a:accent4>
          <a:srgbClr val="BDBDBD"/>
        </a:accent4>
        <a:accent5>
          <a:srgbClr val="F5D4AA"/>
        </a:accent5>
        <a:accent6>
          <a:srgbClr val="2D008A"/>
        </a:accent6>
        <a:hlink>
          <a:srgbClr val="FF6633"/>
        </a:hlink>
        <a:folHlink>
          <a:srgbClr val="CC99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医学研究PPT模板 6">
        <a:dk1>
          <a:srgbClr val="003300"/>
        </a:dk1>
        <a:lt1>
          <a:srgbClr val="FFFFCC"/>
        </a:lt1>
        <a:dk2>
          <a:srgbClr val="999933"/>
        </a:dk2>
        <a:lt2>
          <a:srgbClr val="FFFF66"/>
        </a:lt2>
        <a:accent1>
          <a:srgbClr val="CC9900"/>
        </a:accent1>
        <a:accent2>
          <a:srgbClr val="330099"/>
        </a:accent2>
        <a:accent3>
          <a:srgbClr val="CACAAD"/>
        </a:accent3>
        <a:accent4>
          <a:srgbClr val="DADAAE"/>
        </a:accent4>
        <a:accent5>
          <a:srgbClr val="E2CAAA"/>
        </a:accent5>
        <a:accent6>
          <a:srgbClr val="2D008A"/>
        </a:accent6>
        <a:hlink>
          <a:srgbClr val="FF9900"/>
        </a:hlink>
        <a:folHlink>
          <a:srgbClr val="FF66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医学研究PPT模板 7">
        <a:dk1>
          <a:srgbClr val="200B5B"/>
        </a:dk1>
        <a:lt1>
          <a:srgbClr val="EAEAEA"/>
        </a:lt1>
        <a:dk2>
          <a:srgbClr val="6600FF"/>
        </a:dk2>
        <a:lt2>
          <a:srgbClr val="FFCC66"/>
        </a:lt2>
        <a:accent1>
          <a:srgbClr val="EEB00B"/>
        </a:accent1>
        <a:accent2>
          <a:srgbClr val="6600CC"/>
        </a:accent2>
        <a:accent3>
          <a:srgbClr val="B8AAFF"/>
        </a:accent3>
        <a:accent4>
          <a:srgbClr val="C8C8C8"/>
        </a:accent4>
        <a:accent5>
          <a:srgbClr val="F5D4AA"/>
        </a:accent5>
        <a:accent6>
          <a:srgbClr val="5C00B9"/>
        </a:accent6>
        <a:hlink>
          <a:srgbClr val="FF33CC"/>
        </a:hlink>
        <a:folHlink>
          <a:srgbClr val="CC99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医学研究PPT模板 8">
        <a:dk1>
          <a:srgbClr val="FFFFFF"/>
        </a:dk1>
        <a:lt1>
          <a:srgbClr val="FFFFFF"/>
        </a:lt1>
        <a:dk2>
          <a:srgbClr val="000000"/>
        </a:dk2>
        <a:lt2>
          <a:srgbClr val="000000"/>
        </a:lt2>
        <a:accent1>
          <a:srgbClr val="FF0000"/>
        </a:accent1>
        <a:accent2>
          <a:srgbClr val="FF00FF"/>
        </a:accent2>
        <a:accent3>
          <a:srgbClr val="FFFFFF"/>
        </a:accent3>
        <a:accent4>
          <a:srgbClr val="DADADA"/>
        </a:accent4>
        <a:accent5>
          <a:srgbClr val="FFAAAA"/>
        </a:accent5>
        <a:accent6>
          <a:srgbClr val="E700E7"/>
        </a:accent6>
        <a:hlink>
          <a:srgbClr val="FF99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医学研究PPT模板 9">
        <a:dk1>
          <a:srgbClr val="000000"/>
        </a:dk1>
        <a:lt1>
          <a:srgbClr val="FFFFFF"/>
        </a:lt1>
        <a:dk2>
          <a:srgbClr val="000000"/>
        </a:dk2>
        <a:lt2>
          <a:srgbClr val="000000"/>
        </a:lt2>
        <a:accent1>
          <a:srgbClr val="FF0000"/>
        </a:accent1>
        <a:accent2>
          <a:srgbClr val="FF00FF"/>
        </a:accent2>
        <a:accent3>
          <a:srgbClr val="AAAAAA"/>
        </a:accent3>
        <a:accent4>
          <a:srgbClr val="DADADA"/>
        </a:accent4>
        <a:accent5>
          <a:srgbClr val="FFAAAA"/>
        </a:accent5>
        <a:accent6>
          <a:srgbClr val="E700E7"/>
        </a:accent6>
        <a:hlink>
          <a:srgbClr val="FF9900"/>
        </a:hlink>
        <a:folHlink>
          <a:srgbClr val="3333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医学研究PPT模板 10">
        <a:dk1>
          <a:srgbClr val="FFFFFF"/>
        </a:dk1>
        <a:lt1>
          <a:srgbClr val="FFFFFF"/>
        </a:lt1>
        <a:dk2>
          <a:srgbClr val="000000"/>
        </a:dk2>
        <a:lt2>
          <a:srgbClr val="000000"/>
        </a:lt2>
        <a:accent1>
          <a:srgbClr val="000000"/>
        </a:accent1>
        <a:accent2>
          <a:srgbClr val="FF00FF"/>
        </a:accent2>
        <a:accent3>
          <a:srgbClr val="FFFFFF"/>
        </a:accent3>
        <a:accent4>
          <a:srgbClr val="DADADA"/>
        </a:accent4>
        <a:accent5>
          <a:srgbClr val="AAAAAA"/>
        </a:accent5>
        <a:accent6>
          <a:srgbClr val="E700E7"/>
        </a:accent6>
        <a:hlink>
          <a:srgbClr val="FF99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医学研究PPT模板</Template>
  <TotalTime>6042</TotalTime>
  <Pages>0</Pages>
  <Words>1894</Words>
  <Characters>0</Characters>
  <Application>Microsoft Office PowerPoint</Application>
  <DocSecurity>0</DocSecurity>
  <PresentationFormat>自定义</PresentationFormat>
  <Lines>0</Lines>
  <Paragraphs>306</Paragraphs>
  <Slides>20</Slides>
  <Notes>4</Notes>
  <HiddenSlides>0</HiddenSlides>
  <MMClips>0</MMClips>
  <ScaleCrop>false</ScaleCrop>
  <HeadingPairs>
    <vt:vector size="8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2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20</vt:i4>
      </vt:variant>
    </vt:vector>
  </HeadingPairs>
  <TitlesOfParts>
    <vt:vector size="36" baseType="lpstr">
      <vt:lpstr>Monotype Sorts</vt:lpstr>
      <vt:lpstr>黑体</vt:lpstr>
      <vt:lpstr>华文新魏</vt:lpstr>
      <vt:lpstr>楷体</vt:lpstr>
      <vt:lpstr>楷体_GB2312</vt:lpstr>
      <vt:lpstr>宋体</vt:lpstr>
      <vt:lpstr>Arial</vt:lpstr>
      <vt:lpstr>Calibri</vt:lpstr>
      <vt:lpstr>Cambria Math</vt:lpstr>
      <vt:lpstr>Symbol</vt:lpstr>
      <vt:lpstr>Times New Roman</vt:lpstr>
      <vt:lpstr>Webdings</vt:lpstr>
      <vt:lpstr>Wingdings</vt:lpstr>
      <vt:lpstr>医学研究PPT模板</vt:lpstr>
      <vt:lpstr>1_医学研究PPT模板</vt:lpstr>
      <vt:lpstr>公式</vt:lpstr>
      <vt:lpstr>PowerPoint 演示文稿</vt:lpstr>
      <vt:lpstr>3.4溶液酸度的计算</vt:lpstr>
      <vt:lpstr>3.4.1溶液酸度计算的一般方法</vt:lpstr>
      <vt:lpstr>3.4.1溶液酸度计算的一般方法</vt:lpstr>
      <vt:lpstr>3.4.1溶液酸度计算的一般方法</vt:lpstr>
      <vt:lpstr>3.4.1溶液酸度计算的一般方法</vt:lpstr>
      <vt:lpstr>3.4.1溶液酸度计算的一般方法</vt:lpstr>
      <vt:lpstr>PowerPoint 演示文稿</vt:lpstr>
      <vt:lpstr>练一练</vt:lpstr>
      <vt:lpstr>练一练</vt:lpstr>
      <vt:lpstr>3.4.2酸碱质子理论中的代数法</vt:lpstr>
      <vt:lpstr>3.4.2酸碱质子理论中的代数法</vt:lpstr>
      <vt:lpstr>PowerPoint 演示文稿</vt:lpstr>
      <vt:lpstr>3.4.2酸碱质子理论中的代数法</vt:lpstr>
      <vt:lpstr>PowerPoint 演示文稿</vt:lpstr>
      <vt:lpstr>3.4.2酸碱质子理论中的代数法</vt:lpstr>
      <vt:lpstr>3.4.2酸碱质子理论中的代数法</vt:lpstr>
      <vt:lpstr>3.4.2酸碱质子理论中的代数法</vt:lpstr>
      <vt:lpstr>平衡分析法与质子理论代数法比较</vt:lpstr>
      <vt:lpstr>酸度的计算方法</vt:lpstr>
    </vt:vector>
  </TitlesOfParts>
  <LinksUpToDate>false</LinksUpToDate>
  <CharactersWithSpaces>0</CharactersWithSpaces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ch03-04</dc:title>
  <dc:creator>江南大学</dc:creator>
  <cp:lastModifiedBy>USER</cp:lastModifiedBy>
  <cp:revision>404</cp:revision>
  <cp:lastPrinted>1601-01-01T00:00:00Z</cp:lastPrinted>
  <dcterms:created xsi:type="dcterms:W3CDTF">2012-06-20T03:37:37Z</dcterms:created>
  <dcterms:modified xsi:type="dcterms:W3CDTF">2021-09-28T07:38:07Z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r8>1</vt:r8>
  </property>
  <property fmtid="{D5CDD505-2E9C-101B-9397-08002B2CF9AE}" pid="3" name="KSOProductBuildVer">
    <vt:lpwstr>2052-8.1.0.3089</vt:lpwstr>
  </property>
</Properties>
</file>