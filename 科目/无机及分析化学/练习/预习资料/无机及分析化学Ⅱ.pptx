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0" r:id="rId5"/>
    <p:sldId id="262" r:id="rId6"/>
    <p:sldId id="263" r:id="rId7"/>
    <p:sldId id="264" r:id="rId8"/>
    <p:sldId id="265" r:id="rId9"/>
    <p:sldId id="266" r:id="rId10"/>
    <p:sldId id="268" r:id="rId11"/>
    <p:sldId id="267" r:id="rId12"/>
    <p:sldId id="258" r:id="rId1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>
      <p:cViewPr varScale="1">
        <p:scale>
          <a:sx n="73" d="100"/>
          <a:sy n="73" d="100"/>
        </p:scale>
        <p:origin x="13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jpeg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8" descr="校徽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87" b="18750"/>
          <a:stretch>
            <a:fillRect/>
          </a:stretch>
        </p:blipFill>
        <p:spPr bwMode="auto">
          <a:xfrm>
            <a:off x="6235700" y="4338638"/>
            <a:ext cx="2908300" cy="251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组合 17"/>
          <p:cNvGrpSpPr/>
          <p:nvPr/>
        </p:nvGrpSpPr>
        <p:grpSpPr bwMode="auto">
          <a:xfrm>
            <a:off x="5786438" y="214313"/>
            <a:ext cx="3357562" cy="508000"/>
            <a:chOff x="4143372" y="857232"/>
            <a:chExt cx="3357586" cy="507600"/>
          </a:xfrm>
        </p:grpSpPr>
        <p:pic>
          <p:nvPicPr>
            <p:cNvPr id="6" name="图片 10" descr="1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29256" y="857232"/>
              <a:ext cx="761400" cy="507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图片 11" descr="2.jp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86314" y="857232"/>
              <a:ext cx="657808" cy="507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图片 12" descr="11.jp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3372" y="857232"/>
              <a:ext cx="676800" cy="507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图片 13" descr="3.JP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3636" y="857232"/>
              <a:ext cx="673210" cy="507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图片 14" descr="10.jp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602"/>
            <a:stretch>
              <a:fillRect/>
            </a:stretch>
          </p:blipFill>
          <p:spPr bwMode="auto">
            <a:xfrm>
              <a:off x="6786578" y="857232"/>
              <a:ext cx="714380" cy="507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lang="zh-CN" altLang="en-US" sz="2400" kern="1200" baseline="0" dirty="0" smtClean="0">
                <a:solidFill>
                  <a:srgbClr val="133984"/>
                </a:solidFill>
                <a:latin typeface="Arial" panose="020B0604020202020204"/>
                <a:ea typeface="黑体" panose="02010609060101010101" charset="-122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1DE96E-D211-440C-BFB2-69C46BA6E0EF}" type="datetimeFigureOut">
              <a:rPr lang="zh-CN" altLang="en-US"/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41070D-693C-4C49-916B-53AC090F6A4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5EB22-DC39-4B97-8949-BC3C35839324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498612-9FA6-4A5D-822C-3E4E756719E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D101E-32FA-4A16-9379-E755BE27115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975F09-7D4B-4CC2-B717-3B2955D6DC3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7200" y="1214422"/>
            <a:ext cx="4038600" cy="507209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214422"/>
            <a:ext cx="4038600" cy="507209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3D5134-44BD-4C7B-8718-8FD47D330122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BC026B-C834-48CD-AACC-2D64C5C2CFC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457200" y="1214422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57200" y="1857364"/>
            <a:ext cx="4040188" cy="44291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43438" y="1214422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45025" y="1857364"/>
            <a:ext cx="4041775" cy="44291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AD3844-1E29-400B-9545-C09812913BD6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0AEE75-358E-4B47-90E6-A25B768A587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78B9CA-6D6B-4DC3-B040-F75B12CE43EB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208EA1-1AA7-4E7F-AB75-9681C32B191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095DC-0056-4B59-8149-37BFE5C526F0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2F08F2-63B9-41B1-87D9-14FAD46AA46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60134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8514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294735-023B-42E3-9950-FF58B9D3FB88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AE6AA5-01D7-4CB0-891D-1C9713D1A08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ctr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714725-5B9A-44FB-8256-2D79FA343192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0FE9C8-C738-4E2D-AF32-FD80F7C205C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F89411-31AB-4070-A486-5E695817F5C0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BDB84B-6A40-45A7-BA0C-E856C3C9820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85371D-EE82-46A3-A8DB-0EE1C9B986D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213D97-D13C-4FFC-8DAB-96368763BF2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8.png"/><Relationship Id="rId12" Type="http://schemas.openxmlformats.org/officeDocument/2006/relationships/image" Target="../media/image7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0" y="142875"/>
            <a:ext cx="91440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14438"/>
            <a:ext cx="8229600" cy="507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A30D4F2-B14A-44F4-BF8B-972FAAAE4EEA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4D3E6566-E716-47F1-87D5-3AC333D41ECC}" type="slidenum">
              <a:rPr lang="zh-CN" altLang="en-US"/>
            </a:fld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87338" y="833438"/>
            <a:ext cx="4318000" cy="28575"/>
          </a:xfrm>
          <a:prstGeom prst="rect">
            <a:avLst/>
          </a:prstGeom>
          <a:gradFill rotWithShape="1">
            <a:gsLst>
              <a:gs pos="0">
                <a:srgbClr val="133984">
                  <a:gamma/>
                  <a:tint val="0"/>
                  <a:invGamma/>
                </a:srgbClr>
              </a:gs>
              <a:gs pos="100000">
                <a:srgbClr val="133984"/>
              </a:gs>
            </a:gsLst>
            <a:lin ang="0" scaled="1"/>
          </a:gradFill>
          <a:ln w="19050" algn="ctr">
            <a:noFill/>
            <a:miter lim="800000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4826000" y="6477000"/>
            <a:ext cx="4318000" cy="28575"/>
          </a:xfrm>
          <a:prstGeom prst="rect">
            <a:avLst/>
          </a:prstGeom>
          <a:gradFill rotWithShape="1">
            <a:gsLst>
              <a:gs pos="0">
                <a:srgbClr val="133984">
                  <a:gamma/>
                  <a:tint val="0"/>
                  <a:invGamma/>
                </a:srgbClr>
              </a:gs>
              <a:gs pos="100000">
                <a:srgbClr val="133984"/>
              </a:gs>
            </a:gsLst>
            <a:lin ang="0" scaled="1"/>
          </a:gradFill>
          <a:ln w="19050" algn="ctr">
            <a:noFill/>
            <a:miter lim="800000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rgbClr val="002060"/>
          </a:solidFill>
          <a:latin typeface="华文新魏" panose="02010800040101010101" pitchFamily="2" charset="-122"/>
          <a:ea typeface="华文新魏" panose="02010800040101010101" pitchFamily="2" charset="-122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华文新魏" panose="02010800040101010101" pitchFamily="2" charset="-122"/>
          <a:ea typeface="华文新魏" panose="0201080004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华文新魏" panose="02010800040101010101" pitchFamily="2" charset="-122"/>
          <a:ea typeface="华文新魏" panose="0201080004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华文新魏" panose="02010800040101010101" pitchFamily="2" charset="-122"/>
          <a:ea typeface="华文新魏" panose="0201080004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华文新魏" panose="02010800040101010101" pitchFamily="2" charset="-122"/>
          <a:ea typeface="华文新魏" panose="0201080004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华文新魏" panose="02010800040101010101" pitchFamily="2" charset="-122"/>
          <a:ea typeface="华文新魏" panose="0201080004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华文新魏" panose="02010800040101010101" pitchFamily="2" charset="-122"/>
          <a:ea typeface="华文新魏" panose="0201080004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华文新魏" panose="02010800040101010101" pitchFamily="2" charset="-122"/>
          <a:ea typeface="华文新魏" panose="0201080004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华文新魏" panose="02010800040101010101" pitchFamily="2" charset="-122"/>
          <a:ea typeface="华文新魏" panose="0201080004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3"/>
        </a:buBlip>
        <a:defRPr lang="zh-CN" altLang="en-US" sz="2800" kern="1200" dirty="0">
          <a:solidFill>
            <a:srgbClr val="133984"/>
          </a:solidFill>
          <a:latin typeface="Arial" panose="020B0604020202020204"/>
          <a:ea typeface="黑体" panose="02010609060101010101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2060"/>
        </a:buClr>
        <a:buFont typeface="Arial" panose="020B0604020202020204" pitchFamily="34" charset="0"/>
        <a:buChar char="•"/>
        <a:defRPr lang="zh-CN" altLang="en-US" sz="2400" kern="1200" dirty="0">
          <a:solidFill>
            <a:srgbClr val="133984"/>
          </a:solidFill>
          <a:latin typeface="Arial" panose="020B0604020202020204"/>
          <a:ea typeface="黑体" panose="02010609060101010101" charset="-122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无机及分析化学</a:t>
            </a:r>
            <a:r>
              <a:rPr lang="en-US" altLang="zh-CN" dirty="0" smtClean="0"/>
              <a:t>Ⅱ</a:t>
            </a:r>
            <a:endParaRPr lang="zh-CN" altLang="en-US" dirty="0" smtClean="0"/>
          </a:p>
        </p:txBody>
      </p:sp>
      <p:sp>
        <p:nvSpPr>
          <p:cNvPr id="3075" name="副标题 2"/>
          <p:cNvSpPr>
            <a:spLocks noGrp="1"/>
          </p:cNvSpPr>
          <p:nvPr>
            <p:ph type="subTitle" idx="1"/>
          </p:nvPr>
        </p:nvSpPr>
        <p:spPr>
          <a:xfrm>
            <a:off x="1259632" y="3933056"/>
            <a:ext cx="6400800" cy="1752600"/>
          </a:xfrm>
        </p:spPr>
        <p:txBody>
          <a:bodyPr/>
          <a:lstStyle/>
          <a:p>
            <a:r>
              <a:rPr lang="zh-CN" altLang="en-US" b="1" dirty="0" smtClean="0">
                <a:latin typeface="Arial" panose="020B0604020202020204" pitchFamily="34" charset="0"/>
                <a:ea typeface="黑体" panose="02010609060101010101" charset="-122"/>
              </a:rPr>
              <a:t>主讲人：沈洁</a:t>
            </a:r>
            <a:endParaRPr lang="en-US" altLang="zh-CN" b="1" dirty="0" smtClean="0">
              <a:latin typeface="Arial" panose="020B0604020202020204" pitchFamily="34" charset="0"/>
              <a:ea typeface="黑体" panose="02010609060101010101" charset="-122"/>
            </a:endParaRPr>
          </a:p>
          <a:p>
            <a:r>
              <a:rPr lang="zh-CN" altLang="en-US" b="1" dirty="0" smtClean="0">
                <a:latin typeface="Arial" panose="020B0604020202020204" pitchFamily="34" charset="0"/>
                <a:ea typeface="黑体" panose="02010609060101010101" charset="-122"/>
              </a:rPr>
              <a:t>化学与材料工程学院</a:t>
            </a:r>
            <a:endParaRPr b="1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 smtClean="0"/>
          </a:p>
        </p:txBody>
      </p:sp>
      <p:sp>
        <p:nvSpPr>
          <p:cNvPr id="2" name="文本框 1"/>
          <p:cNvSpPr txBox="1"/>
          <p:nvPr/>
        </p:nvSpPr>
        <p:spPr>
          <a:xfrm>
            <a:off x="435831" y="100062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无机化学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2614174" y="703711"/>
            <a:ext cx="1713091" cy="864096"/>
          </a:xfrm>
          <a:prstGeom prst="wedgeRoundRectCallout">
            <a:avLst>
              <a:gd name="adj1" fmla="val -59722"/>
              <a:gd name="adj2" fmla="val 17148"/>
              <a:gd name="adj3" fmla="val 16667"/>
            </a:avLst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>
                <a:solidFill>
                  <a:srgbClr val="FF0000"/>
                </a:solidFill>
              </a:rPr>
              <a:t>五大类化学之一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04642" y="1600076"/>
            <a:ext cx="73448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研究无机物质（除</a:t>
            </a:r>
            <a:r>
              <a:rPr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CH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化合物及衍生物）组成、结构、性质变化、制备和相关理论即应用研究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618029" y="2839729"/>
            <a:ext cx="1113617" cy="2136744"/>
            <a:chOff x="6156302" y="1476392"/>
            <a:chExt cx="1484565" cy="2848113"/>
          </a:xfrm>
        </p:grpSpPr>
        <p:grpSp>
          <p:nvGrpSpPr>
            <p:cNvPr id="10" name="组合 9"/>
            <p:cNvGrpSpPr/>
            <p:nvPr/>
          </p:nvGrpSpPr>
          <p:grpSpPr>
            <a:xfrm>
              <a:off x="6156302" y="1476392"/>
              <a:ext cx="1484565" cy="2848113"/>
              <a:chOff x="6156302" y="1476392"/>
              <a:chExt cx="1484565" cy="2848113"/>
            </a:xfrm>
          </p:grpSpPr>
          <p:sp>
            <p:nvSpPr>
              <p:cNvPr id="14" name="MH_Other_3"/>
              <p:cNvSpPr/>
              <p:nvPr>
                <p:custDataLst>
                  <p:tags r:id="rId1"/>
                </p:custDataLst>
              </p:nvPr>
            </p:nvSpPr>
            <p:spPr>
              <a:xfrm rot="5400000" flipV="1">
                <a:off x="5311844" y="2591146"/>
                <a:ext cx="2577817" cy="888902"/>
              </a:xfrm>
              <a:prstGeom prst="bentArrow">
                <a:avLst>
                  <a:gd name="adj1" fmla="val 7438"/>
                  <a:gd name="adj2" fmla="val 3464"/>
                  <a:gd name="adj3" fmla="val 0"/>
                  <a:gd name="adj4" fmla="val 30020"/>
                </a:avLst>
              </a:prstGeom>
              <a:solidFill>
                <a:srgbClr val="5FBD98"/>
              </a:solidFill>
              <a:ln w="76200" cap="flat" cmpd="sng" algn="ctr">
                <a:solidFill>
                  <a:srgbClr val="679E2A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772795">
                  <a:defRPr/>
                </a:pPr>
                <a:endParaRPr lang="en-US" sz="2000" kern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7018705" y="1476392"/>
                <a:ext cx="622162" cy="622163"/>
              </a:xfrm>
              <a:prstGeom prst="ellipse">
                <a:avLst/>
              </a:prstGeom>
              <a:solidFill>
                <a:srgbClr val="679E2A"/>
              </a:solidFill>
              <a:ln>
                <a:solidFill>
                  <a:srgbClr val="679E2A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7090635" y="1546559"/>
              <a:ext cx="541080" cy="464474"/>
              <a:chOff x="4405792" y="1573446"/>
              <a:chExt cx="541080" cy="464474"/>
            </a:xfrm>
          </p:grpSpPr>
          <p:sp>
            <p:nvSpPr>
              <p:cNvPr id="12" name="椭圆 11"/>
              <p:cNvSpPr/>
              <p:nvPr/>
            </p:nvSpPr>
            <p:spPr>
              <a:xfrm>
                <a:off x="4418676" y="1573446"/>
                <a:ext cx="464474" cy="464474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25400" cap="flat">
                <a:gradFill>
                  <a:gsLst>
                    <a:gs pos="0">
                      <a:schemeClr val="bg1"/>
                    </a:gs>
                    <a:gs pos="100000">
                      <a:srgbClr val="DDDDDD"/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228600" dist="228600" dir="5400000" algn="t" rotWithShape="0">
                  <a:schemeClr val="tx1">
                    <a:lumMod val="85000"/>
                    <a:lumOff val="15000"/>
                    <a:alpha val="28000"/>
                  </a:scheme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文本框 114"/>
              <p:cNvSpPr txBox="1"/>
              <p:nvPr/>
            </p:nvSpPr>
            <p:spPr>
              <a:xfrm>
                <a:off x="4405792" y="1609239"/>
                <a:ext cx="541080" cy="4102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679E2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1400" b="1" dirty="0">
                  <a:solidFill>
                    <a:srgbClr val="679E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6" name="组合 15"/>
          <p:cNvGrpSpPr/>
          <p:nvPr/>
        </p:nvGrpSpPr>
        <p:grpSpPr>
          <a:xfrm>
            <a:off x="3839031" y="5242672"/>
            <a:ext cx="1282499" cy="1282672"/>
            <a:chOff x="4700937" y="4015204"/>
            <a:chExt cx="455921" cy="455921"/>
          </a:xfrm>
          <a:effectLst/>
        </p:grpSpPr>
        <p:sp>
          <p:nvSpPr>
            <p:cNvPr id="17" name="椭圆 16"/>
            <p:cNvSpPr/>
            <p:nvPr/>
          </p:nvSpPr>
          <p:spPr>
            <a:xfrm flipH="1">
              <a:off x="4700937" y="4015204"/>
              <a:ext cx="455921" cy="455921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 flipH="1">
              <a:off x="4711557" y="4025824"/>
              <a:ext cx="434681" cy="434681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3257660" y="2857465"/>
            <a:ext cx="1069605" cy="2852578"/>
            <a:chOff x="4342792" y="1500033"/>
            <a:chExt cx="1425893" cy="3802264"/>
          </a:xfrm>
        </p:grpSpPr>
        <p:grpSp>
          <p:nvGrpSpPr>
            <p:cNvPr id="20" name="组合 19"/>
            <p:cNvGrpSpPr/>
            <p:nvPr/>
          </p:nvGrpSpPr>
          <p:grpSpPr>
            <a:xfrm>
              <a:off x="4342792" y="1500033"/>
              <a:ext cx="1425893" cy="3802264"/>
              <a:chOff x="4342792" y="1500033"/>
              <a:chExt cx="1425893" cy="3802264"/>
            </a:xfrm>
          </p:grpSpPr>
          <p:sp>
            <p:nvSpPr>
              <p:cNvPr id="24" name="MH_Other_3"/>
              <p:cNvSpPr/>
              <p:nvPr>
                <p:custDataLst>
                  <p:tags r:id="rId2"/>
                </p:custDataLst>
              </p:nvPr>
            </p:nvSpPr>
            <p:spPr>
              <a:xfrm rot="16200000" flipH="1" flipV="1">
                <a:off x="3546429" y="3080042"/>
                <a:ext cx="3555609" cy="888902"/>
              </a:xfrm>
              <a:prstGeom prst="bentArrow">
                <a:avLst>
                  <a:gd name="adj1" fmla="val 7438"/>
                  <a:gd name="adj2" fmla="val 3464"/>
                  <a:gd name="adj3" fmla="val 0"/>
                  <a:gd name="adj4" fmla="val 30020"/>
                </a:avLst>
              </a:prstGeom>
              <a:solidFill>
                <a:srgbClr val="5FBD98"/>
              </a:solidFill>
              <a:ln w="76200" cap="flat" cmpd="sng" algn="ctr">
                <a:solidFill>
                  <a:srgbClr val="679E2A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772795">
                  <a:defRPr/>
                </a:pPr>
                <a:endParaRPr lang="en-US" sz="2000" kern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4342792" y="1500033"/>
                <a:ext cx="622162" cy="622163"/>
              </a:xfrm>
              <a:prstGeom prst="ellipse">
                <a:avLst/>
              </a:prstGeom>
              <a:solidFill>
                <a:srgbClr val="679E2A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4407687" y="1573446"/>
              <a:ext cx="541080" cy="464474"/>
              <a:chOff x="4407687" y="1573446"/>
              <a:chExt cx="541080" cy="464474"/>
            </a:xfrm>
          </p:grpSpPr>
          <p:sp>
            <p:nvSpPr>
              <p:cNvPr id="22" name="椭圆 21"/>
              <p:cNvSpPr/>
              <p:nvPr/>
            </p:nvSpPr>
            <p:spPr>
              <a:xfrm>
                <a:off x="4418676" y="1573446"/>
                <a:ext cx="464474" cy="464474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25400" cap="flat"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50000">
                      <a:schemeClr val="bg1">
                        <a:lumMod val="95000"/>
                      </a:schemeClr>
                    </a:gs>
                    <a:gs pos="100000">
                      <a:schemeClr val="bg1"/>
                    </a:gs>
                  </a:gsLst>
                  <a:lin ang="5400000" scaled="0"/>
                </a:gradFill>
                <a:prstDash val="solid"/>
                <a:miter lim="800000"/>
              </a:ln>
              <a:effectLst>
                <a:outerShdw blurRad="228600" dist="228600" dir="5400000" algn="t" rotWithShape="0">
                  <a:schemeClr val="tx1">
                    <a:lumMod val="85000"/>
                    <a:lumOff val="15000"/>
                    <a:alpha val="28000"/>
                  </a:scheme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文本框 101"/>
              <p:cNvSpPr txBox="1"/>
              <p:nvPr/>
            </p:nvSpPr>
            <p:spPr>
              <a:xfrm>
                <a:off x="4407687" y="1620522"/>
                <a:ext cx="541080" cy="4102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679E2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1400" b="1" dirty="0">
                  <a:solidFill>
                    <a:srgbClr val="679E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6" name="组合 25"/>
          <p:cNvGrpSpPr/>
          <p:nvPr/>
        </p:nvGrpSpPr>
        <p:grpSpPr>
          <a:xfrm>
            <a:off x="3257660" y="4040143"/>
            <a:ext cx="902533" cy="2003343"/>
            <a:chOff x="4342792" y="3076450"/>
            <a:chExt cx="1203168" cy="2670299"/>
          </a:xfrm>
        </p:grpSpPr>
        <p:grpSp>
          <p:nvGrpSpPr>
            <p:cNvPr id="27" name="组合 26"/>
            <p:cNvGrpSpPr/>
            <p:nvPr/>
          </p:nvGrpSpPr>
          <p:grpSpPr>
            <a:xfrm>
              <a:off x="4342792" y="3076450"/>
              <a:ext cx="1203168" cy="2670299"/>
              <a:chOff x="4342792" y="3076450"/>
              <a:chExt cx="1203168" cy="2670299"/>
            </a:xfrm>
          </p:grpSpPr>
          <p:sp>
            <p:nvSpPr>
              <p:cNvPr id="31" name="MH_Other_3"/>
              <p:cNvSpPr/>
              <p:nvPr>
                <p:custDataLst>
                  <p:tags r:id="rId3"/>
                </p:custDataLst>
              </p:nvPr>
            </p:nvSpPr>
            <p:spPr>
              <a:xfrm rot="16200000" flipH="1" flipV="1">
                <a:off x="3897358" y="4098147"/>
                <a:ext cx="2408302" cy="888902"/>
              </a:xfrm>
              <a:prstGeom prst="bentArrow">
                <a:avLst>
                  <a:gd name="adj1" fmla="val 7438"/>
                  <a:gd name="adj2" fmla="val 3464"/>
                  <a:gd name="adj3" fmla="val 0"/>
                  <a:gd name="adj4" fmla="val 30020"/>
                </a:avLst>
              </a:prstGeom>
              <a:solidFill>
                <a:srgbClr val="5FBD98"/>
              </a:solidFill>
              <a:ln w="76200" cap="flat" cmpd="sng" algn="ctr">
                <a:solidFill>
                  <a:srgbClr val="679E2A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772795">
                  <a:defRPr/>
                </a:pPr>
                <a:endParaRPr lang="en-US" sz="2000" kern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4342792" y="3076450"/>
                <a:ext cx="622162" cy="622163"/>
              </a:xfrm>
              <a:prstGeom prst="ellipse">
                <a:avLst/>
              </a:prstGeom>
              <a:solidFill>
                <a:srgbClr val="679E2A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4414756" y="3155936"/>
              <a:ext cx="541079" cy="464474"/>
              <a:chOff x="4404952" y="1573446"/>
              <a:chExt cx="541079" cy="464474"/>
            </a:xfrm>
          </p:grpSpPr>
          <p:sp>
            <p:nvSpPr>
              <p:cNvPr id="29" name="椭圆 28"/>
              <p:cNvSpPr/>
              <p:nvPr/>
            </p:nvSpPr>
            <p:spPr>
              <a:xfrm>
                <a:off x="4418676" y="1573446"/>
                <a:ext cx="464474" cy="464474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25400" cap="flat"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50000">
                      <a:schemeClr val="bg1">
                        <a:lumMod val="95000"/>
                      </a:schemeClr>
                    </a:gs>
                    <a:gs pos="100000">
                      <a:schemeClr val="bg1"/>
                    </a:gs>
                  </a:gsLst>
                  <a:lin ang="5400000" scaled="0"/>
                </a:gradFill>
                <a:prstDash val="solid"/>
                <a:miter lim="800000"/>
              </a:ln>
              <a:effectLst>
                <a:outerShdw blurRad="228600" dist="228600" dir="5400000" algn="t" rotWithShape="0">
                  <a:schemeClr val="tx1">
                    <a:lumMod val="85000"/>
                    <a:lumOff val="15000"/>
                    <a:alpha val="28000"/>
                  </a:scheme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文本框 105"/>
              <p:cNvSpPr txBox="1"/>
              <p:nvPr/>
            </p:nvSpPr>
            <p:spPr>
              <a:xfrm>
                <a:off x="4404952" y="1627171"/>
                <a:ext cx="541079" cy="4102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 smtClean="0">
                    <a:solidFill>
                      <a:srgbClr val="679E2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1400" b="1" dirty="0">
                  <a:solidFill>
                    <a:srgbClr val="679E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33" name="组合 32"/>
          <p:cNvGrpSpPr/>
          <p:nvPr/>
        </p:nvGrpSpPr>
        <p:grpSpPr>
          <a:xfrm>
            <a:off x="4618029" y="3693386"/>
            <a:ext cx="1113617" cy="2150035"/>
            <a:chOff x="6156302" y="2614250"/>
            <a:chExt cx="1484565" cy="2865828"/>
          </a:xfrm>
        </p:grpSpPr>
        <p:grpSp>
          <p:nvGrpSpPr>
            <p:cNvPr id="34" name="组合 33"/>
            <p:cNvGrpSpPr/>
            <p:nvPr/>
          </p:nvGrpSpPr>
          <p:grpSpPr>
            <a:xfrm>
              <a:off x="6156302" y="2614250"/>
              <a:ext cx="1484565" cy="2865828"/>
              <a:chOff x="6156302" y="2614250"/>
              <a:chExt cx="1484565" cy="2865828"/>
            </a:xfrm>
          </p:grpSpPr>
          <p:sp>
            <p:nvSpPr>
              <p:cNvPr id="38" name="MH_Other_3"/>
              <p:cNvSpPr/>
              <p:nvPr>
                <p:custDataLst>
                  <p:tags r:id="rId4"/>
                </p:custDataLst>
              </p:nvPr>
            </p:nvSpPr>
            <p:spPr>
              <a:xfrm rot="5400000" flipV="1">
                <a:off x="5311844" y="3746719"/>
                <a:ext cx="2577817" cy="888902"/>
              </a:xfrm>
              <a:prstGeom prst="bentArrow">
                <a:avLst>
                  <a:gd name="adj1" fmla="val 7438"/>
                  <a:gd name="adj2" fmla="val 3464"/>
                  <a:gd name="adj3" fmla="val 0"/>
                  <a:gd name="adj4" fmla="val 30020"/>
                </a:avLst>
              </a:prstGeom>
              <a:solidFill>
                <a:srgbClr val="5FBD98"/>
              </a:solidFill>
              <a:ln w="76200" cap="flat" cmpd="sng" algn="ctr">
                <a:solidFill>
                  <a:srgbClr val="679E2A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772795">
                  <a:defRPr/>
                </a:pPr>
                <a:endParaRPr lang="en-US" sz="2000" kern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7018705" y="2614250"/>
                <a:ext cx="622162" cy="622163"/>
              </a:xfrm>
              <a:prstGeom prst="ellipse">
                <a:avLst/>
              </a:prstGeom>
              <a:solidFill>
                <a:srgbClr val="679E2A"/>
              </a:solidFill>
              <a:ln>
                <a:solidFill>
                  <a:srgbClr val="679E2A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7082031" y="2690388"/>
              <a:ext cx="541080" cy="464474"/>
              <a:chOff x="4397188" y="1573446"/>
              <a:chExt cx="541080" cy="464474"/>
            </a:xfrm>
          </p:grpSpPr>
          <p:sp>
            <p:nvSpPr>
              <p:cNvPr id="36" name="椭圆 35"/>
              <p:cNvSpPr/>
              <p:nvPr/>
            </p:nvSpPr>
            <p:spPr>
              <a:xfrm>
                <a:off x="4418676" y="1573446"/>
                <a:ext cx="464474" cy="464474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25400" cap="flat">
                <a:gradFill>
                  <a:gsLst>
                    <a:gs pos="0">
                      <a:schemeClr val="bg1"/>
                    </a:gs>
                    <a:gs pos="100000">
                      <a:srgbClr val="DDDDDD"/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228600" dist="228600" dir="5400000" algn="t" rotWithShape="0">
                  <a:schemeClr val="tx1">
                    <a:lumMod val="85000"/>
                    <a:lumOff val="15000"/>
                    <a:alpha val="28000"/>
                  </a:scheme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文本框 108"/>
              <p:cNvSpPr txBox="1"/>
              <p:nvPr/>
            </p:nvSpPr>
            <p:spPr>
              <a:xfrm>
                <a:off x="4397188" y="1610261"/>
                <a:ext cx="541080" cy="4102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679E2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  <a:endParaRPr lang="zh-CN" altLang="en-US" sz="1400" b="1" dirty="0">
                  <a:solidFill>
                    <a:srgbClr val="679E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0" name="组合 39"/>
          <p:cNvGrpSpPr/>
          <p:nvPr/>
        </p:nvGrpSpPr>
        <p:grpSpPr>
          <a:xfrm>
            <a:off x="3257660" y="4896077"/>
            <a:ext cx="897924" cy="1080721"/>
            <a:chOff x="4342792" y="4217343"/>
            <a:chExt cx="1197024" cy="1440517"/>
          </a:xfrm>
        </p:grpSpPr>
        <p:grpSp>
          <p:nvGrpSpPr>
            <p:cNvPr id="41" name="组合 40"/>
            <p:cNvGrpSpPr/>
            <p:nvPr/>
          </p:nvGrpSpPr>
          <p:grpSpPr>
            <a:xfrm>
              <a:off x="4342792" y="4217343"/>
              <a:ext cx="1197024" cy="1440517"/>
              <a:chOff x="4342792" y="4217343"/>
              <a:chExt cx="1197024" cy="1440517"/>
            </a:xfrm>
          </p:grpSpPr>
          <p:sp>
            <p:nvSpPr>
              <p:cNvPr id="45" name="MH_Other_3"/>
              <p:cNvSpPr/>
              <p:nvPr>
                <p:custDataLst>
                  <p:tags r:id="rId5"/>
                </p:custDataLst>
              </p:nvPr>
            </p:nvSpPr>
            <p:spPr>
              <a:xfrm rot="16200000" flipH="1" flipV="1">
                <a:off x="4508276" y="4626321"/>
                <a:ext cx="1174177" cy="888902"/>
              </a:xfrm>
              <a:prstGeom prst="bentArrow">
                <a:avLst>
                  <a:gd name="adj1" fmla="val 7438"/>
                  <a:gd name="adj2" fmla="val 3464"/>
                  <a:gd name="adj3" fmla="val 0"/>
                  <a:gd name="adj4" fmla="val 30020"/>
                </a:avLst>
              </a:prstGeom>
              <a:solidFill>
                <a:srgbClr val="5FBD98"/>
              </a:solidFill>
              <a:ln w="76200" cap="flat" cmpd="sng" algn="ctr">
                <a:solidFill>
                  <a:srgbClr val="679E2A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772795">
                  <a:defRPr/>
                </a:pPr>
                <a:endParaRPr lang="en-US" sz="2000" kern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4342792" y="4217343"/>
                <a:ext cx="622162" cy="622163"/>
              </a:xfrm>
              <a:prstGeom prst="ellipse">
                <a:avLst/>
              </a:prstGeom>
              <a:solidFill>
                <a:srgbClr val="679E2A"/>
              </a:solidFill>
              <a:ln>
                <a:solidFill>
                  <a:srgbClr val="679E2A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4414757" y="4296829"/>
              <a:ext cx="541079" cy="464474"/>
              <a:chOff x="4406425" y="1573446"/>
              <a:chExt cx="541079" cy="464474"/>
            </a:xfrm>
          </p:grpSpPr>
          <p:sp>
            <p:nvSpPr>
              <p:cNvPr id="43" name="椭圆 42"/>
              <p:cNvSpPr/>
              <p:nvPr/>
            </p:nvSpPr>
            <p:spPr>
              <a:xfrm>
                <a:off x="4418676" y="1573446"/>
                <a:ext cx="464474" cy="464474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25400" cap="flat">
                <a:gradFill>
                  <a:gsLst>
                    <a:gs pos="0">
                      <a:schemeClr val="bg1"/>
                    </a:gs>
                    <a:gs pos="100000">
                      <a:srgbClr val="DDDDDD"/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228600" dist="228600" dir="5400000" algn="t" rotWithShape="0">
                  <a:schemeClr val="tx1">
                    <a:lumMod val="85000"/>
                    <a:lumOff val="15000"/>
                    <a:alpha val="28000"/>
                  </a:scheme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文本框 111"/>
              <p:cNvSpPr txBox="1"/>
              <p:nvPr/>
            </p:nvSpPr>
            <p:spPr>
              <a:xfrm>
                <a:off x="4406425" y="1627677"/>
                <a:ext cx="541079" cy="4102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679E2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05</a:t>
                </a:r>
                <a:endParaRPr lang="zh-CN" altLang="en-US" sz="1400" b="1" dirty="0">
                  <a:solidFill>
                    <a:srgbClr val="679E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7" name="组合 46"/>
          <p:cNvGrpSpPr/>
          <p:nvPr/>
        </p:nvGrpSpPr>
        <p:grpSpPr>
          <a:xfrm>
            <a:off x="4811086" y="4555014"/>
            <a:ext cx="928825" cy="1421784"/>
            <a:chOff x="6413660" y="3762732"/>
            <a:chExt cx="1238217" cy="1895127"/>
          </a:xfrm>
        </p:grpSpPr>
        <p:grpSp>
          <p:nvGrpSpPr>
            <p:cNvPr id="48" name="组合 47"/>
            <p:cNvGrpSpPr/>
            <p:nvPr/>
          </p:nvGrpSpPr>
          <p:grpSpPr>
            <a:xfrm>
              <a:off x="6413660" y="3762732"/>
              <a:ext cx="1227207" cy="1895127"/>
              <a:chOff x="6413660" y="3762732"/>
              <a:chExt cx="1227207" cy="1895127"/>
            </a:xfrm>
          </p:grpSpPr>
          <p:sp>
            <p:nvSpPr>
              <p:cNvPr id="52" name="MH_Other_3"/>
              <p:cNvSpPr/>
              <p:nvPr>
                <p:custDataLst>
                  <p:tags r:id="rId6"/>
                </p:custDataLst>
              </p:nvPr>
            </p:nvSpPr>
            <p:spPr>
              <a:xfrm rot="5400000" flipV="1">
                <a:off x="6041185" y="4396482"/>
                <a:ext cx="1633852" cy="888902"/>
              </a:xfrm>
              <a:prstGeom prst="bentArrow">
                <a:avLst>
                  <a:gd name="adj1" fmla="val 7438"/>
                  <a:gd name="adj2" fmla="val 3464"/>
                  <a:gd name="adj3" fmla="val 0"/>
                  <a:gd name="adj4" fmla="val 30020"/>
                </a:avLst>
              </a:prstGeom>
              <a:solidFill>
                <a:srgbClr val="5FBD98"/>
              </a:solidFill>
              <a:ln w="76200" cap="flat" cmpd="sng" algn="ctr">
                <a:solidFill>
                  <a:srgbClr val="679E2A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772795">
                  <a:defRPr/>
                </a:pPr>
                <a:endParaRPr lang="en-US" sz="2000" kern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3" name="椭圆 52"/>
              <p:cNvSpPr/>
              <p:nvPr/>
            </p:nvSpPr>
            <p:spPr>
              <a:xfrm>
                <a:off x="7018705" y="3762732"/>
                <a:ext cx="622162" cy="622163"/>
              </a:xfrm>
              <a:prstGeom prst="ellipse">
                <a:avLst/>
              </a:prstGeom>
              <a:solidFill>
                <a:srgbClr val="679E2A"/>
              </a:solidFill>
              <a:ln>
                <a:solidFill>
                  <a:srgbClr val="679E2A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>
              <a:off x="7110798" y="3842218"/>
              <a:ext cx="541079" cy="464474"/>
              <a:chOff x="4418676" y="1573446"/>
              <a:chExt cx="541079" cy="464474"/>
            </a:xfrm>
          </p:grpSpPr>
          <p:sp>
            <p:nvSpPr>
              <p:cNvPr id="50" name="椭圆 49"/>
              <p:cNvSpPr/>
              <p:nvPr/>
            </p:nvSpPr>
            <p:spPr>
              <a:xfrm>
                <a:off x="4418676" y="1573446"/>
                <a:ext cx="464474" cy="464474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25400" cap="flat">
                <a:gradFill>
                  <a:gsLst>
                    <a:gs pos="0">
                      <a:schemeClr val="bg1"/>
                    </a:gs>
                    <a:gs pos="100000">
                      <a:srgbClr val="DDDDDD"/>
                    </a:gs>
                  </a:gsLst>
                  <a:lin ang="5400000" scaled="1"/>
                </a:gradFill>
                <a:prstDash val="solid"/>
                <a:miter lim="800000"/>
              </a:ln>
              <a:effectLst>
                <a:outerShdw blurRad="228600" dist="228600" dir="5400000" algn="t" rotWithShape="0">
                  <a:schemeClr val="tx1">
                    <a:lumMod val="85000"/>
                    <a:lumOff val="15000"/>
                    <a:alpha val="28000"/>
                  </a:scheme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文本框 117"/>
              <p:cNvSpPr txBox="1"/>
              <p:nvPr/>
            </p:nvSpPr>
            <p:spPr>
              <a:xfrm>
                <a:off x="4418676" y="1621730"/>
                <a:ext cx="541079" cy="4102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679E2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06</a:t>
                </a:r>
                <a:endParaRPr lang="zh-CN" altLang="en-US" sz="1400" b="1" dirty="0">
                  <a:solidFill>
                    <a:srgbClr val="679E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54" name="组合 53"/>
          <p:cNvGrpSpPr/>
          <p:nvPr/>
        </p:nvGrpSpPr>
        <p:grpSpPr>
          <a:xfrm>
            <a:off x="5740602" y="2708600"/>
            <a:ext cx="2468993" cy="1069526"/>
            <a:chOff x="7652807" y="1301608"/>
            <a:chExt cx="3291419" cy="1425594"/>
          </a:xfrm>
        </p:grpSpPr>
        <p:cxnSp>
          <p:nvCxnSpPr>
            <p:cNvPr id="55" name="直接连接符 54"/>
            <p:cNvCxnSpPr/>
            <p:nvPr/>
          </p:nvCxnSpPr>
          <p:spPr>
            <a:xfrm>
              <a:off x="7652807" y="1796348"/>
              <a:ext cx="2786593" cy="0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组合 55"/>
            <p:cNvGrpSpPr/>
            <p:nvPr/>
          </p:nvGrpSpPr>
          <p:grpSpPr>
            <a:xfrm>
              <a:off x="7711024" y="1301608"/>
              <a:ext cx="3233202" cy="1425594"/>
              <a:chOff x="5815911" y="1332924"/>
              <a:chExt cx="3233202" cy="1425594"/>
            </a:xfrm>
          </p:grpSpPr>
          <p:sp>
            <p:nvSpPr>
              <p:cNvPr id="57" name="MH_SubTitle_1"/>
              <p:cNvSpPr>
                <a:spLocks noChangeArrowheads="1"/>
              </p:cNvSpPr>
              <p:nvPr/>
            </p:nvSpPr>
            <p:spPr bwMode="auto">
              <a:xfrm flipH="1">
                <a:off x="5815911" y="1332924"/>
                <a:ext cx="2707963" cy="6153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无机合成化学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Rectangle 5"/>
              <p:cNvSpPr/>
              <p:nvPr/>
            </p:nvSpPr>
            <p:spPr bwMode="auto">
              <a:xfrm>
                <a:off x="5980705" y="1871156"/>
                <a:ext cx="3068408" cy="8873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 anchor="t"/>
              <a:lstStyle/>
              <a:p>
                <a:pPr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CN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Light" charset="0"/>
                  <a:sym typeface="Lato Light" charset="0"/>
                </a:endParaRPr>
              </a:p>
            </p:txBody>
          </p:sp>
        </p:grpSp>
      </p:grpSp>
      <p:grpSp>
        <p:nvGrpSpPr>
          <p:cNvPr id="59" name="组合 58"/>
          <p:cNvGrpSpPr/>
          <p:nvPr/>
        </p:nvGrpSpPr>
        <p:grpSpPr>
          <a:xfrm>
            <a:off x="5701702" y="3761097"/>
            <a:ext cx="2214572" cy="461665"/>
            <a:chOff x="7600950" y="2716353"/>
            <a:chExt cx="2952251" cy="615362"/>
          </a:xfrm>
        </p:grpSpPr>
        <p:sp>
          <p:nvSpPr>
            <p:cNvPr id="60" name="MH_SubTitle_1"/>
            <p:cNvSpPr>
              <a:spLocks noChangeArrowheads="1"/>
            </p:cNvSpPr>
            <p:nvPr/>
          </p:nvSpPr>
          <p:spPr bwMode="auto">
            <a:xfrm flipH="1">
              <a:off x="7845238" y="2716353"/>
              <a:ext cx="2707963" cy="6153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生物无机化学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任意多边形 60"/>
            <p:cNvSpPr/>
            <p:nvPr/>
          </p:nvSpPr>
          <p:spPr>
            <a:xfrm>
              <a:off x="7600950" y="3001877"/>
              <a:ext cx="2838450" cy="265198"/>
            </a:xfrm>
            <a:custGeom>
              <a:avLst/>
              <a:gdLst>
                <a:gd name="connsiteX0" fmla="*/ 0 w 3162300"/>
                <a:gd name="connsiteY0" fmla="*/ 0 h 190500"/>
                <a:gd name="connsiteX1" fmla="*/ 361950 w 3162300"/>
                <a:gd name="connsiteY1" fmla="*/ 190500 h 190500"/>
                <a:gd name="connsiteX2" fmla="*/ 3162300 w 3162300"/>
                <a:gd name="connsiteY2" fmla="*/ 19050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2300" h="190500">
                  <a:moveTo>
                    <a:pt x="0" y="0"/>
                  </a:moveTo>
                  <a:lnTo>
                    <a:pt x="361950" y="190500"/>
                  </a:lnTo>
                  <a:lnTo>
                    <a:pt x="3162300" y="190500"/>
                  </a:lnTo>
                </a:path>
              </a:pathLst>
            </a:cu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5682440" y="4860695"/>
            <a:ext cx="2230710" cy="461665"/>
            <a:chOff x="7575272" y="4144813"/>
            <a:chExt cx="2973764" cy="615363"/>
          </a:xfrm>
        </p:grpSpPr>
        <p:sp>
          <p:nvSpPr>
            <p:cNvPr id="63" name="任意多边形 62"/>
            <p:cNvSpPr/>
            <p:nvPr/>
          </p:nvSpPr>
          <p:spPr>
            <a:xfrm>
              <a:off x="7575272" y="4272596"/>
              <a:ext cx="2864128" cy="390328"/>
            </a:xfrm>
            <a:custGeom>
              <a:avLst/>
              <a:gdLst>
                <a:gd name="connsiteX0" fmla="*/ 0 w 3162300"/>
                <a:gd name="connsiteY0" fmla="*/ 0 h 190500"/>
                <a:gd name="connsiteX1" fmla="*/ 361950 w 3162300"/>
                <a:gd name="connsiteY1" fmla="*/ 190500 h 190500"/>
                <a:gd name="connsiteX2" fmla="*/ 3162300 w 3162300"/>
                <a:gd name="connsiteY2" fmla="*/ 19050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2300" h="190500">
                  <a:moveTo>
                    <a:pt x="0" y="0"/>
                  </a:moveTo>
                  <a:lnTo>
                    <a:pt x="361950" y="190500"/>
                  </a:lnTo>
                  <a:lnTo>
                    <a:pt x="3162300" y="190500"/>
                  </a:lnTo>
                </a:path>
              </a:pathLst>
            </a:cu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MH_SubTitle_1"/>
            <p:cNvSpPr>
              <a:spLocks noChangeArrowheads="1"/>
            </p:cNvSpPr>
            <p:nvPr/>
          </p:nvSpPr>
          <p:spPr bwMode="auto">
            <a:xfrm flipH="1">
              <a:off x="7841073" y="4144813"/>
              <a:ext cx="2707963" cy="6153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无机合成化学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780401" y="2687391"/>
            <a:ext cx="2476719" cy="1062136"/>
            <a:chOff x="1041073" y="1311459"/>
            <a:chExt cx="3301719" cy="1415744"/>
          </a:xfrm>
        </p:grpSpPr>
        <p:cxnSp>
          <p:nvCxnSpPr>
            <p:cNvPr id="66" name="直接连接符 65"/>
            <p:cNvCxnSpPr/>
            <p:nvPr/>
          </p:nvCxnSpPr>
          <p:spPr>
            <a:xfrm flipH="1">
              <a:off x="1556199" y="1803136"/>
              <a:ext cx="2786593" cy="0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组合 66"/>
            <p:cNvGrpSpPr/>
            <p:nvPr/>
          </p:nvGrpSpPr>
          <p:grpSpPr>
            <a:xfrm flipH="1">
              <a:off x="1041073" y="1311459"/>
              <a:ext cx="3153221" cy="1415744"/>
              <a:chOff x="5895892" y="1342774"/>
              <a:chExt cx="3153221" cy="1415744"/>
            </a:xfrm>
          </p:grpSpPr>
          <p:sp>
            <p:nvSpPr>
              <p:cNvPr id="68" name="MH_SubTitle_1"/>
              <p:cNvSpPr>
                <a:spLocks noChangeArrowheads="1"/>
              </p:cNvSpPr>
              <p:nvPr/>
            </p:nvSpPr>
            <p:spPr bwMode="auto">
              <a:xfrm flipH="1">
                <a:off x="5895892" y="1342774"/>
                <a:ext cx="1887369" cy="6153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zh-CN" altLang="en-US" sz="24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元素化学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" name="Rectangle 5"/>
              <p:cNvSpPr/>
              <p:nvPr/>
            </p:nvSpPr>
            <p:spPr bwMode="auto">
              <a:xfrm>
                <a:off x="5980705" y="1871157"/>
                <a:ext cx="3068408" cy="887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 anchor="t"/>
              <a:lstStyle/>
              <a:p>
                <a:pPr algn="r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CN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Light" charset="0"/>
                  <a:sym typeface="Lato Light" charset="0"/>
                </a:endParaRPr>
              </a:p>
            </p:txBody>
          </p:sp>
        </p:grpSp>
      </p:grpSp>
      <p:grpSp>
        <p:nvGrpSpPr>
          <p:cNvPr id="70" name="组合 69"/>
          <p:cNvGrpSpPr/>
          <p:nvPr/>
        </p:nvGrpSpPr>
        <p:grpSpPr>
          <a:xfrm>
            <a:off x="771431" y="3843953"/>
            <a:ext cx="2476719" cy="1093003"/>
            <a:chOff x="1028396" y="2814945"/>
            <a:chExt cx="3301719" cy="1456887"/>
          </a:xfrm>
        </p:grpSpPr>
        <p:cxnSp>
          <p:nvCxnSpPr>
            <p:cNvPr id="71" name="直接连接符 70"/>
            <p:cNvCxnSpPr/>
            <p:nvPr/>
          </p:nvCxnSpPr>
          <p:spPr>
            <a:xfrm flipH="1">
              <a:off x="1543522" y="3347765"/>
              <a:ext cx="2786593" cy="0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组合 71"/>
            <p:cNvGrpSpPr/>
            <p:nvPr/>
          </p:nvGrpSpPr>
          <p:grpSpPr>
            <a:xfrm flipH="1">
              <a:off x="1028396" y="2814945"/>
              <a:ext cx="3121559" cy="1456887"/>
              <a:chOff x="5927554" y="1301631"/>
              <a:chExt cx="3121559" cy="1456887"/>
            </a:xfrm>
          </p:grpSpPr>
          <p:sp>
            <p:nvSpPr>
              <p:cNvPr id="73" name="MH_SubTitle_1"/>
              <p:cNvSpPr>
                <a:spLocks noChangeArrowheads="1"/>
              </p:cNvSpPr>
              <p:nvPr/>
            </p:nvSpPr>
            <p:spPr bwMode="auto">
              <a:xfrm flipH="1">
                <a:off x="5927554" y="1301631"/>
                <a:ext cx="1887370" cy="6153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配位化学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" name="Rectangle 5"/>
              <p:cNvSpPr/>
              <p:nvPr/>
            </p:nvSpPr>
            <p:spPr bwMode="auto">
              <a:xfrm>
                <a:off x="5980705" y="1871157"/>
                <a:ext cx="3068408" cy="887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 anchor="t"/>
              <a:lstStyle/>
              <a:p>
                <a:pPr algn="r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CN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Light" charset="0"/>
                  <a:sym typeface="Lato Light" charset="0"/>
                </a:endParaRPr>
              </a:p>
            </p:txBody>
          </p:sp>
        </p:grpSp>
      </p:grpSp>
      <p:grpSp>
        <p:nvGrpSpPr>
          <p:cNvPr id="75" name="组合 74"/>
          <p:cNvGrpSpPr/>
          <p:nvPr/>
        </p:nvGrpSpPr>
        <p:grpSpPr>
          <a:xfrm>
            <a:off x="741470" y="4984026"/>
            <a:ext cx="2526130" cy="1095447"/>
            <a:chOff x="988454" y="4334571"/>
            <a:chExt cx="3367589" cy="1460144"/>
          </a:xfrm>
        </p:grpSpPr>
        <p:grpSp>
          <p:nvGrpSpPr>
            <p:cNvPr id="76" name="组合 75"/>
            <p:cNvGrpSpPr/>
            <p:nvPr/>
          </p:nvGrpSpPr>
          <p:grpSpPr>
            <a:xfrm flipH="1">
              <a:off x="988454" y="4334571"/>
              <a:ext cx="3154555" cy="1460144"/>
              <a:chOff x="5894558" y="1298374"/>
              <a:chExt cx="3154555" cy="1460144"/>
            </a:xfrm>
          </p:grpSpPr>
          <p:sp>
            <p:nvSpPr>
              <p:cNvPr id="78" name="MH_SubTitle_1"/>
              <p:cNvSpPr>
                <a:spLocks noChangeArrowheads="1"/>
              </p:cNvSpPr>
              <p:nvPr/>
            </p:nvSpPr>
            <p:spPr bwMode="auto">
              <a:xfrm flipH="1">
                <a:off x="5894558" y="1298374"/>
                <a:ext cx="2297667" cy="6153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zh-CN" altLang="en-US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同位素化学</a:t>
                </a:r>
                <a:endPara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Rectangle 5"/>
              <p:cNvSpPr/>
              <p:nvPr/>
            </p:nvSpPr>
            <p:spPr bwMode="auto">
              <a:xfrm>
                <a:off x="5980705" y="1871157"/>
                <a:ext cx="3068408" cy="887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 anchor="t"/>
              <a:lstStyle/>
              <a:p>
                <a:pPr algn="r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CN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Light" charset="0"/>
                  <a:sym typeface="Lato Light" charset="0"/>
                </a:endParaRPr>
              </a:p>
            </p:txBody>
          </p:sp>
        </p:grpSp>
        <p:sp>
          <p:nvSpPr>
            <p:cNvPr id="77" name="任意多边形 76"/>
            <p:cNvSpPr/>
            <p:nvPr/>
          </p:nvSpPr>
          <p:spPr>
            <a:xfrm flipH="1">
              <a:off x="1517593" y="4614052"/>
              <a:ext cx="2838450" cy="265198"/>
            </a:xfrm>
            <a:custGeom>
              <a:avLst/>
              <a:gdLst>
                <a:gd name="connsiteX0" fmla="*/ 0 w 3162300"/>
                <a:gd name="connsiteY0" fmla="*/ 0 h 190500"/>
                <a:gd name="connsiteX1" fmla="*/ 361950 w 3162300"/>
                <a:gd name="connsiteY1" fmla="*/ 190500 h 190500"/>
                <a:gd name="connsiteX2" fmla="*/ 3162300 w 3162300"/>
                <a:gd name="connsiteY2" fmla="*/ 19050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2300" h="190500">
                  <a:moveTo>
                    <a:pt x="0" y="0"/>
                  </a:moveTo>
                  <a:lnTo>
                    <a:pt x="361950" y="190500"/>
                  </a:lnTo>
                  <a:lnTo>
                    <a:pt x="3162300" y="190500"/>
                  </a:lnTo>
                </a:path>
              </a:pathLst>
            </a:custGeom>
            <a:ln w="19050">
              <a:solidFill>
                <a:schemeClr val="tx1">
                  <a:lumMod val="65000"/>
                  <a:lumOff val="35000"/>
                </a:schemeClr>
              </a:solidFill>
              <a:prstDash val="sysDot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4024438" y="5424530"/>
            <a:ext cx="908342" cy="908464"/>
            <a:chOff x="5364986" y="4921729"/>
            <a:chExt cx="1210912" cy="1210912"/>
          </a:xfrm>
        </p:grpSpPr>
        <p:sp>
          <p:nvSpPr>
            <p:cNvPr id="81" name="椭圆 80"/>
            <p:cNvSpPr/>
            <p:nvPr/>
          </p:nvSpPr>
          <p:spPr>
            <a:xfrm flipH="1">
              <a:off x="5364986" y="4921729"/>
              <a:ext cx="1210912" cy="1210912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E0E0E0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79400" dist="2540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椭圆 81"/>
            <p:cNvSpPr/>
            <p:nvPr/>
          </p:nvSpPr>
          <p:spPr>
            <a:xfrm flipH="1">
              <a:off x="5393195" y="4949933"/>
              <a:ext cx="1154499" cy="1154499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rgbClr val="DDDEDD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3" name="KSO_Shape"/>
          <p:cNvSpPr/>
          <p:nvPr/>
        </p:nvSpPr>
        <p:spPr bwMode="auto">
          <a:xfrm>
            <a:off x="4258426" y="5691344"/>
            <a:ext cx="437248" cy="374834"/>
          </a:xfrm>
          <a:custGeom>
            <a:avLst/>
            <a:gdLst>
              <a:gd name="T0" fmla="*/ 354482 w 1812925"/>
              <a:gd name="T1" fmla="*/ 872801 h 1511300"/>
              <a:gd name="T2" fmla="*/ 380318 w 1812925"/>
              <a:gd name="T3" fmla="*/ 984699 h 1511300"/>
              <a:gd name="T4" fmla="*/ 425879 w 1812925"/>
              <a:gd name="T5" fmla="*/ 1087433 h 1511300"/>
              <a:gd name="T6" fmla="*/ 488386 w 1812925"/>
              <a:gd name="T7" fmla="*/ 1179061 h 1511300"/>
              <a:gd name="T8" fmla="*/ 591174 w 1812925"/>
              <a:gd name="T9" fmla="*/ 1276520 h 1511300"/>
              <a:gd name="T10" fmla="*/ 711743 w 1812925"/>
              <a:gd name="T11" fmla="*/ 1346213 h 1511300"/>
              <a:gd name="T12" fmla="*/ 796474 w 1812925"/>
              <a:gd name="T13" fmla="*/ 1375922 h 1511300"/>
              <a:gd name="T14" fmla="*/ 907876 w 1812925"/>
              <a:gd name="T15" fmla="*/ 1394804 h 1511300"/>
              <a:gd name="T16" fmla="*/ 1015110 w 1812925"/>
              <a:gd name="T17" fmla="*/ 1393415 h 1511300"/>
              <a:gd name="T18" fmla="*/ 1118176 w 1812925"/>
              <a:gd name="T19" fmla="*/ 1373702 h 1511300"/>
              <a:gd name="T20" fmla="*/ 1216519 w 1812925"/>
              <a:gd name="T21" fmla="*/ 1335939 h 1511300"/>
              <a:gd name="T22" fmla="*/ 1302085 w 1812925"/>
              <a:gd name="T23" fmla="*/ 1285127 h 1511300"/>
              <a:gd name="T24" fmla="*/ 1341811 w 1812925"/>
              <a:gd name="T25" fmla="*/ 1271245 h 1511300"/>
              <a:gd name="T26" fmla="*/ 1382649 w 1812925"/>
              <a:gd name="T27" fmla="*/ 1275131 h 1511300"/>
              <a:gd name="T28" fmla="*/ 1417930 w 1812925"/>
              <a:gd name="T29" fmla="*/ 1296789 h 1511300"/>
              <a:gd name="T30" fmla="*/ 1441822 w 1812925"/>
              <a:gd name="T31" fmla="*/ 1332607 h 1511300"/>
              <a:gd name="T32" fmla="*/ 1447378 w 1812925"/>
              <a:gd name="T33" fmla="*/ 1373146 h 1511300"/>
              <a:gd name="T34" fmla="*/ 1435710 w 1812925"/>
              <a:gd name="T35" fmla="*/ 1412574 h 1511300"/>
              <a:gd name="T36" fmla="*/ 1407374 w 1812925"/>
              <a:gd name="T37" fmla="*/ 1443950 h 1511300"/>
              <a:gd name="T38" fmla="*/ 1288472 w 1812925"/>
              <a:gd name="T39" fmla="*/ 1512532 h 1511300"/>
              <a:gd name="T40" fmla="*/ 1161792 w 1812925"/>
              <a:gd name="T41" fmla="*/ 1559734 h 1511300"/>
              <a:gd name="T42" fmla="*/ 1028722 w 1812925"/>
              <a:gd name="T43" fmla="*/ 1583891 h 1511300"/>
              <a:gd name="T44" fmla="*/ 874538 w 1812925"/>
              <a:gd name="T45" fmla="*/ 1583335 h 1511300"/>
              <a:gd name="T46" fmla="*/ 770639 w 1812925"/>
              <a:gd name="T47" fmla="*/ 1565565 h 1511300"/>
              <a:gd name="T48" fmla="*/ 648125 w 1812925"/>
              <a:gd name="T49" fmla="*/ 1526415 h 1511300"/>
              <a:gd name="T50" fmla="*/ 534502 w 1812925"/>
              <a:gd name="T51" fmla="*/ 1468106 h 1511300"/>
              <a:gd name="T52" fmla="*/ 433380 w 1812925"/>
              <a:gd name="T53" fmla="*/ 1393693 h 1511300"/>
              <a:gd name="T54" fmla="*/ 342258 w 1812925"/>
              <a:gd name="T55" fmla="*/ 1300954 h 1511300"/>
              <a:gd name="T56" fmla="*/ 283085 w 1812925"/>
              <a:gd name="T57" fmla="*/ 1219322 h 1511300"/>
              <a:gd name="T58" fmla="*/ 221690 w 1812925"/>
              <a:gd name="T59" fmla="*/ 1102705 h 1511300"/>
              <a:gd name="T60" fmla="*/ 180019 w 1812925"/>
              <a:gd name="T61" fmla="*/ 976091 h 1511300"/>
              <a:gd name="T62" fmla="*/ 160017 w 1812925"/>
              <a:gd name="T63" fmla="*/ 840871 h 1511300"/>
              <a:gd name="T64" fmla="*/ 979901 w 1812925"/>
              <a:gd name="T65" fmla="*/ 833 h 1511300"/>
              <a:gd name="T66" fmla="*/ 1097691 w 1812925"/>
              <a:gd name="T67" fmla="*/ 13331 h 1511300"/>
              <a:gd name="T68" fmla="*/ 1216593 w 1812925"/>
              <a:gd name="T69" fmla="*/ 45825 h 1511300"/>
              <a:gd name="T70" fmla="*/ 1371054 w 1812925"/>
              <a:gd name="T71" fmla="*/ 119422 h 1511300"/>
              <a:gd name="T72" fmla="*/ 1533016 w 1812925"/>
              <a:gd name="T73" fmla="*/ 252454 h 1511300"/>
              <a:gd name="T74" fmla="*/ 1614691 w 1812925"/>
              <a:gd name="T75" fmla="*/ 356878 h 1511300"/>
              <a:gd name="T76" fmla="*/ 1678032 w 1812925"/>
              <a:gd name="T77" fmla="*/ 471857 h 1511300"/>
              <a:gd name="T78" fmla="*/ 1721370 w 1812925"/>
              <a:gd name="T79" fmla="*/ 597112 h 1511300"/>
              <a:gd name="T80" fmla="*/ 1743872 w 1812925"/>
              <a:gd name="T81" fmla="*/ 731254 h 1511300"/>
              <a:gd name="T82" fmla="*/ 1555796 w 1812925"/>
              <a:gd name="T83" fmla="*/ 779578 h 1511300"/>
              <a:gd name="T84" fmla="*/ 1541350 w 1812925"/>
              <a:gd name="T85" fmla="*/ 661544 h 1511300"/>
              <a:gd name="T86" fmla="*/ 1505235 w 1812925"/>
              <a:gd name="T87" fmla="*/ 551287 h 1511300"/>
              <a:gd name="T88" fmla="*/ 1449396 w 1812925"/>
              <a:gd name="T89" fmla="*/ 451583 h 1511300"/>
              <a:gd name="T90" fmla="*/ 1369110 w 1812925"/>
              <a:gd name="T91" fmla="*/ 357434 h 1511300"/>
              <a:gd name="T92" fmla="*/ 1239096 w 1812925"/>
              <a:gd name="T93" fmla="*/ 263007 h 1511300"/>
              <a:gd name="T94" fmla="*/ 1127973 w 1812925"/>
              <a:gd name="T95" fmla="*/ 216627 h 1511300"/>
              <a:gd name="T96" fmla="*/ 1010181 w 1812925"/>
              <a:gd name="T97" fmla="*/ 193297 h 1511300"/>
              <a:gd name="T98" fmla="*/ 899058 w 1812925"/>
              <a:gd name="T99" fmla="*/ 193020 h 1511300"/>
              <a:gd name="T100" fmla="*/ 796825 w 1812925"/>
              <a:gd name="T101" fmla="*/ 210794 h 1511300"/>
              <a:gd name="T102" fmla="*/ 698759 w 1812925"/>
              <a:gd name="T103" fmla="*/ 246343 h 1511300"/>
              <a:gd name="T104" fmla="*/ 606805 w 1812925"/>
              <a:gd name="T105" fmla="*/ 299667 h 1511300"/>
              <a:gd name="T106" fmla="*/ 567912 w 1812925"/>
              <a:gd name="T107" fmla="*/ 315497 h 1511300"/>
              <a:gd name="T108" fmla="*/ 526797 w 1812925"/>
              <a:gd name="T109" fmla="*/ 313275 h 1511300"/>
              <a:gd name="T110" fmla="*/ 490404 w 1812925"/>
              <a:gd name="T111" fmla="*/ 293835 h 1511300"/>
              <a:gd name="T112" fmla="*/ 465123 w 1812925"/>
              <a:gd name="T113" fmla="*/ 259119 h 1511300"/>
              <a:gd name="T114" fmla="*/ 457067 w 1812925"/>
              <a:gd name="T115" fmla="*/ 218570 h 1511300"/>
              <a:gd name="T116" fmla="*/ 467345 w 1812925"/>
              <a:gd name="T117" fmla="*/ 178856 h 1511300"/>
              <a:gd name="T118" fmla="*/ 494015 w 1812925"/>
              <a:gd name="T119" fmla="*/ 146640 h 1511300"/>
              <a:gd name="T120" fmla="*/ 602639 w 1812925"/>
              <a:gd name="T121" fmla="*/ 81374 h 1511300"/>
              <a:gd name="T122" fmla="*/ 728763 w 1812925"/>
              <a:gd name="T123" fmla="*/ 32216 h 1511300"/>
              <a:gd name="T124" fmla="*/ 860722 w 1812925"/>
              <a:gd name="T125" fmla="*/ 5555 h 1511300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1812925" h="1511300">
                <a:moveTo>
                  <a:pt x="241643" y="393700"/>
                </a:moveTo>
                <a:lnTo>
                  <a:pt x="483287" y="755836"/>
                </a:lnTo>
                <a:lnTo>
                  <a:pt x="332326" y="755836"/>
                </a:lnTo>
                <a:lnTo>
                  <a:pt x="332326" y="768789"/>
                </a:lnTo>
                <a:lnTo>
                  <a:pt x="332590" y="781212"/>
                </a:lnTo>
                <a:lnTo>
                  <a:pt x="333648" y="793636"/>
                </a:lnTo>
                <a:lnTo>
                  <a:pt x="334441" y="806324"/>
                </a:lnTo>
                <a:lnTo>
                  <a:pt x="335763" y="818748"/>
                </a:lnTo>
                <a:lnTo>
                  <a:pt x="337349" y="830907"/>
                </a:lnTo>
                <a:lnTo>
                  <a:pt x="338671" y="843066"/>
                </a:lnTo>
                <a:lnTo>
                  <a:pt x="340786" y="855225"/>
                </a:lnTo>
                <a:lnTo>
                  <a:pt x="343165" y="867120"/>
                </a:lnTo>
                <a:lnTo>
                  <a:pt x="345809" y="879015"/>
                </a:lnTo>
                <a:lnTo>
                  <a:pt x="348453" y="890910"/>
                </a:lnTo>
                <a:lnTo>
                  <a:pt x="351361" y="902805"/>
                </a:lnTo>
                <a:lnTo>
                  <a:pt x="354534" y="914436"/>
                </a:lnTo>
                <a:lnTo>
                  <a:pt x="357971" y="925802"/>
                </a:lnTo>
                <a:lnTo>
                  <a:pt x="361936" y="937433"/>
                </a:lnTo>
                <a:lnTo>
                  <a:pt x="365902" y="948799"/>
                </a:lnTo>
                <a:lnTo>
                  <a:pt x="369868" y="959901"/>
                </a:lnTo>
                <a:lnTo>
                  <a:pt x="374362" y="971003"/>
                </a:lnTo>
                <a:lnTo>
                  <a:pt x="379121" y="981841"/>
                </a:lnTo>
                <a:lnTo>
                  <a:pt x="383880" y="992943"/>
                </a:lnTo>
                <a:lnTo>
                  <a:pt x="388639" y="1003781"/>
                </a:lnTo>
                <a:lnTo>
                  <a:pt x="394191" y="1014354"/>
                </a:lnTo>
                <a:lnTo>
                  <a:pt x="399743" y="1024927"/>
                </a:lnTo>
                <a:lnTo>
                  <a:pt x="405295" y="1035236"/>
                </a:lnTo>
                <a:lnTo>
                  <a:pt x="411375" y="1045545"/>
                </a:lnTo>
                <a:lnTo>
                  <a:pt x="417456" y="1055590"/>
                </a:lnTo>
                <a:lnTo>
                  <a:pt x="423537" y="1065635"/>
                </a:lnTo>
                <a:lnTo>
                  <a:pt x="430146" y="1075415"/>
                </a:lnTo>
                <a:lnTo>
                  <a:pt x="436756" y="1085195"/>
                </a:lnTo>
                <a:lnTo>
                  <a:pt x="443630" y="1094976"/>
                </a:lnTo>
                <a:lnTo>
                  <a:pt x="450769" y="1104492"/>
                </a:lnTo>
                <a:lnTo>
                  <a:pt x="458171" y="1113479"/>
                </a:lnTo>
                <a:lnTo>
                  <a:pt x="464781" y="1122466"/>
                </a:lnTo>
                <a:lnTo>
                  <a:pt x="473241" y="1132247"/>
                </a:lnTo>
                <a:lnTo>
                  <a:pt x="481701" y="1141498"/>
                </a:lnTo>
                <a:lnTo>
                  <a:pt x="490161" y="1150750"/>
                </a:lnTo>
                <a:lnTo>
                  <a:pt x="498886" y="1159737"/>
                </a:lnTo>
                <a:lnTo>
                  <a:pt x="500736" y="1161852"/>
                </a:lnTo>
                <a:lnTo>
                  <a:pt x="515806" y="1175861"/>
                </a:lnTo>
                <a:lnTo>
                  <a:pt x="530876" y="1189607"/>
                </a:lnTo>
                <a:lnTo>
                  <a:pt x="546474" y="1202823"/>
                </a:lnTo>
                <a:lnTo>
                  <a:pt x="562601" y="1215247"/>
                </a:lnTo>
                <a:lnTo>
                  <a:pt x="579257" y="1227406"/>
                </a:lnTo>
                <a:lnTo>
                  <a:pt x="596178" y="1238773"/>
                </a:lnTo>
                <a:lnTo>
                  <a:pt x="613627" y="1249346"/>
                </a:lnTo>
                <a:lnTo>
                  <a:pt x="631605" y="1259655"/>
                </a:lnTo>
                <a:lnTo>
                  <a:pt x="633455" y="1260712"/>
                </a:lnTo>
                <a:lnTo>
                  <a:pt x="644031" y="1266528"/>
                </a:lnTo>
                <a:lnTo>
                  <a:pt x="654870" y="1271550"/>
                </a:lnTo>
                <a:lnTo>
                  <a:pt x="665974" y="1276837"/>
                </a:lnTo>
                <a:lnTo>
                  <a:pt x="677342" y="1281595"/>
                </a:lnTo>
                <a:lnTo>
                  <a:pt x="681573" y="1283709"/>
                </a:lnTo>
                <a:lnTo>
                  <a:pt x="685803" y="1285560"/>
                </a:lnTo>
                <a:lnTo>
                  <a:pt x="695320" y="1289525"/>
                </a:lnTo>
                <a:lnTo>
                  <a:pt x="704838" y="1292961"/>
                </a:lnTo>
                <a:lnTo>
                  <a:pt x="724402" y="1299834"/>
                </a:lnTo>
                <a:lnTo>
                  <a:pt x="732598" y="1302741"/>
                </a:lnTo>
                <a:lnTo>
                  <a:pt x="740794" y="1305385"/>
                </a:lnTo>
                <a:lnTo>
                  <a:pt x="749518" y="1307764"/>
                </a:lnTo>
                <a:lnTo>
                  <a:pt x="757978" y="1309878"/>
                </a:lnTo>
                <a:lnTo>
                  <a:pt x="775428" y="1314372"/>
                </a:lnTo>
                <a:lnTo>
                  <a:pt x="786267" y="1316751"/>
                </a:lnTo>
                <a:lnTo>
                  <a:pt x="796842" y="1319130"/>
                </a:lnTo>
                <a:lnTo>
                  <a:pt x="806096" y="1320716"/>
                </a:lnTo>
                <a:lnTo>
                  <a:pt x="815085" y="1322302"/>
                </a:lnTo>
                <a:lnTo>
                  <a:pt x="833591" y="1324681"/>
                </a:lnTo>
                <a:lnTo>
                  <a:pt x="842845" y="1325738"/>
                </a:lnTo>
                <a:lnTo>
                  <a:pt x="852362" y="1327060"/>
                </a:lnTo>
                <a:lnTo>
                  <a:pt x="863995" y="1327853"/>
                </a:lnTo>
                <a:lnTo>
                  <a:pt x="875892" y="1328646"/>
                </a:lnTo>
                <a:lnTo>
                  <a:pt x="887525" y="1329175"/>
                </a:lnTo>
                <a:lnTo>
                  <a:pt x="899158" y="1329439"/>
                </a:lnTo>
                <a:lnTo>
                  <a:pt x="910526" y="1329439"/>
                </a:lnTo>
                <a:lnTo>
                  <a:pt x="921894" y="1329175"/>
                </a:lnTo>
                <a:lnTo>
                  <a:pt x="932734" y="1328910"/>
                </a:lnTo>
                <a:lnTo>
                  <a:pt x="944102" y="1328382"/>
                </a:lnTo>
                <a:lnTo>
                  <a:pt x="954942" y="1327589"/>
                </a:lnTo>
                <a:lnTo>
                  <a:pt x="966046" y="1326531"/>
                </a:lnTo>
                <a:lnTo>
                  <a:pt x="977150" y="1325210"/>
                </a:lnTo>
                <a:lnTo>
                  <a:pt x="988254" y="1323624"/>
                </a:lnTo>
                <a:lnTo>
                  <a:pt x="999093" y="1322302"/>
                </a:lnTo>
                <a:lnTo>
                  <a:pt x="1010197" y="1320452"/>
                </a:lnTo>
                <a:lnTo>
                  <a:pt x="1020772" y="1318337"/>
                </a:lnTo>
                <a:lnTo>
                  <a:pt x="1031876" y="1315694"/>
                </a:lnTo>
                <a:lnTo>
                  <a:pt x="1042452" y="1313315"/>
                </a:lnTo>
                <a:lnTo>
                  <a:pt x="1053556" y="1310671"/>
                </a:lnTo>
                <a:lnTo>
                  <a:pt x="1064131" y="1307764"/>
                </a:lnTo>
                <a:lnTo>
                  <a:pt x="1074706" y="1304592"/>
                </a:lnTo>
                <a:lnTo>
                  <a:pt x="1085281" y="1301155"/>
                </a:lnTo>
                <a:lnTo>
                  <a:pt x="1095856" y="1297719"/>
                </a:lnTo>
                <a:lnTo>
                  <a:pt x="1106167" y="1293754"/>
                </a:lnTo>
                <a:lnTo>
                  <a:pt x="1116742" y="1289789"/>
                </a:lnTo>
                <a:lnTo>
                  <a:pt x="1126789" y="1285560"/>
                </a:lnTo>
                <a:lnTo>
                  <a:pt x="1137100" y="1281330"/>
                </a:lnTo>
                <a:lnTo>
                  <a:pt x="1147675" y="1276837"/>
                </a:lnTo>
                <a:lnTo>
                  <a:pt x="1157721" y="1271814"/>
                </a:lnTo>
                <a:lnTo>
                  <a:pt x="1167768" y="1267056"/>
                </a:lnTo>
                <a:lnTo>
                  <a:pt x="1177286" y="1261770"/>
                </a:lnTo>
                <a:lnTo>
                  <a:pt x="1187332" y="1256483"/>
                </a:lnTo>
                <a:lnTo>
                  <a:pt x="1197114" y="1250668"/>
                </a:lnTo>
                <a:lnTo>
                  <a:pt x="1206896" y="1244852"/>
                </a:lnTo>
                <a:lnTo>
                  <a:pt x="1216414" y="1238773"/>
                </a:lnTo>
                <a:lnTo>
                  <a:pt x="1225932" y="1232693"/>
                </a:lnTo>
                <a:lnTo>
                  <a:pt x="1235185" y="1225820"/>
                </a:lnTo>
                <a:lnTo>
                  <a:pt x="1239151" y="1223441"/>
                </a:lnTo>
                <a:lnTo>
                  <a:pt x="1243116" y="1221062"/>
                </a:lnTo>
                <a:lnTo>
                  <a:pt x="1247082" y="1218948"/>
                </a:lnTo>
                <a:lnTo>
                  <a:pt x="1251312" y="1217097"/>
                </a:lnTo>
                <a:lnTo>
                  <a:pt x="1255278" y="1215247"/>
                </a:lnTo>
                <a:lnTo>
                  <a:pt x="1259772" y="1213925"/>
                </a:lnTo>
                <a:lnTo>
                  <a:pt x="1264002" y="1212604"/>
                </a:lnTo>
                <a:lnTo>
                  <a:pt x="1268232" y="1211546"/>
                </a:lnTo>
                <a:lnTo>
                  <a:pt x="1272727" y="1210753"/>
                </a:lnTo>
                <a:lnTo>
                  <a:pt x="1276957" y="1210225"/>
                </a:lnTo>
                <a:lnTo>
                  <a:pt x="1281187" y="1209696"/>
                </a:lnTo>
                <a:lnTo>
                  <a:pt x="1285417" y="1209696"/>
                </a:lnTo>
                <a:lnTo>
                  <a:pt x="1290176" y="1209696"/>
                </a:lnTo>
                <a:lnTo>
                  <a:pt x="1294406" y="1209696"/>
                </a:lnTo>
                <a:lnTo>
                  <a:pt x="1298636" y="1210489"/>
                </a:lnTo>
                <a:lnTo>
                  <a:pt x="1302866" y="1211018"/>
                </a:lnTo>
                <a:lnTo>
                  <a:pt x="1307096" y="1211811"/>
                </a:lnTo>
                <a:lnTo>
                  <a:pt x="1311326" y="1212868"/>
                </a:lnTo>
                <a:lnTo>
                  <a:pt x="1315821" y="1213925"/>
                </a:lnTo>
                <a:lnTo>
                  <a:pt x="1319787" y="1215511"/>
                </a:lnTo>
                <a:lnTo>
                  <a:pt x="1324017" y="1217362"/>
                </a:lnTo>
                <a:lnTo>
                  <a:pt x="1327982" y="1219212"/>
                </a:lnTo>
                <a:lnTo>
                  <a:pt x="1331419" y="1221062"/>
                </a:lnTo>
                <a:lnTo>
                  <a:pt x="1335385" y="1223441"/>
                </a:lnTo>
                <a:lnTo>
                  <a:pt x="1339086" y="1225820"/>
                </a:lnTo>
                <a:lnTo>
                  <a:pt x="1342788" y="1228728"/>
                </a:lnTo>
                <a:lnTo>
                  <a:pt x="1346225" y="1231371"/>
                </a:lnTo>
                <a:lnTo>
                  <a:pt x="1349397" y="1234543"/>
                </a:lnTo>
                <a:lnTo>
                  <a:pt x="1352834" y="1237451"/>
                </a:lnTo>
                <a:lnTo>
                  <a:pt x="1356007" y="1240887"/>
                </a:lnTo>
                <a:lnTo>
                  <a:pt x="1358650" y="1244588"/>
                </a:lnTo>
                <a:lnTo>
                  <a:pt x="1361294" y="1248289"/>
                </a:lnTo>
                <a:lnTo>
                  <a:pt x="1364202" y="1252254"/>
                </a:lnTo>
                <a:lnTo>
                  <a:pt x="1366582" y="1256219"/>
                </a:lnTo>
                <a:lnTo>
                  <a:pt x="1368697" y="1260448"/>
                </a:lnTo>
                <a:lnTo>
                  <a:pt x="1370548" y="1264413"/>
                </a:lnTo>
                <a:lnTo>
                  <a:pt x="1372134" y="1268642"/>
                </a:lnTo>
                <a:lnTo>
                  <a:pt x="1373456" y="1272872"/>
                </a:lnTo>
                <a:lnTo>
                  <a:pt x="1374778" y="1277101"/>
                </a:lnTo>
                <a:lnTo>
                  <a:pt x="1376100" y="1281330"/>
                </a:lnTo>
                <a:lnTo>
                  <a:pt x="1376628" y="1285560"/>
                </a:lnTo>
                <a:lnTo>
                  <a:pt x="1377157" y="1289789"/>
                </a:lnTo>
                <a:lnTo>
                  <a:pt x="1377950" y="1294283"/>
                </a:lnTo>
                <a:lnTo>
                  <a:pt x="1377950" y="1298776"/>
                </a:lnTo>
                <a:lnTo>
                  <a:pt x="1377950" y="1303006"/>
                </a:lnTo>
                <a:lnTo>
                  <a:pt x="1377421" y="1307235"/>
                </a:lnTo>
                <a:lnTo>
                  <a:pt x="1377157" y="1311729"/>
                </a:lnTo>
                <a:lnTo>
                  <a:pt x="1376628" y="1316222"/>
                </a:lnTo>
                <a:lnTo>
                  <a:pt x="1375835" y="1320452"/>
                </a:lnTo>
                <a:lnTo>
                  <a:pt x="1374513" y="1324417"/>
                </a:lnTo>
                <a:lnTo>
                  <a:pt x="1373191" y="1328646"/>
                </a:lnTo>
                <a:lnTo>
                  <a:pt x="1372134" y="1332875"/>
                </a:lnTo>
                <a:lnTo>
                  <a:pt x="1370283" y="1336840"/>
                </a:lnTo>
                <a:lnTo>
                  <a:pt x="1368432" y="1340805"/>
                </a:lnTo>
                <a:lnTo>
                  <a:pt x="1366317" y="1344770"/>
                </a:lnTo>
                <a:lnTo>
                  <a:pt x="1364202" y="1348471"/>
                </a:lnTo>
                <a:lnTo>
                  <a:pt x="1361823" y="1351907"/>
                </a:lnTo>
                <a:lnTo>
                  <a:pt x="1358915" y="1355608"/>
                </a:lnTo>
                <a:lnTo>
                  <a:pt x="1356271" y="1359044"/>
                </a:lnTo>
                <a:lnTo>
                  <a:pt x="1353098" y="1362481"/>
                </a:lnTo>
                <a:lnTo>
                  <a:pt x="1350190" y="1365653"/>
                </a:lnTo>
                <a:lnTo>
                  <a:pt x="1346753" y="1368825"/>
                </a:lnTo>
                <a:lnTo>
                  <a:pt x="1343052" y="1371732"/>
                </a:lnTo>
                <a:lnTo>
                  <a:pt x="1339351" y="1374640"/>
                </a:lnTo>
                <a:lnTo>
                  <a:pt x="1327189" y="1382834"/>
                </a:lnTo>
                <a:lnTo>
                  <a:pt x="1315028" y="1390764"/>
                </a:lnTo>
                <a:lnTo>
                  <a:pt x="1302602" y="1398694"/>
                </a:lnTo>
                <a:lnTo>
                  <a:pt x="1290176" y="1406360"/>
                </a:lnTo>
                <a:lnTo>
                  <a:pt x="1277750" y="1413497"/>
                </a:lnTo>
                <a:lnTo>
                  <a:pt x="1264795" y="1420634"/>
                </a:lnTo>
                <a:lnTo>
                  <a:pt x="1252105" y="1427242"/>
                </a:lnTo>
                <a:lnTo>
                  <a:pt x="1239151" y="1433851"/>
                </a:lnTo>
                <a:lnTo>
                  <a:pt x="1226196" y="1439930"/>
                </a:lnTo>
                <a:lnTo>
                  <a:pt x="1212977" y="1446274"/>
                </a:lnTo>
                <a:lnTo>
                  <a:pt x="1200022" y="1451825"/>
                </a:lnTo>
                <a:lnTo>
                  <a:pt x="1186803" y="1457376"/>
                </a:lnTo>
                <a:lnTo>
                  <a:pt x="1173320" y="1462663"/>
                </a:lnTo>
                <a:lnTo>
                  <a:pt x="1160101" y="1467421"/>
                </a:lnTo>
                <a:lnTo>
                  <a:pt x="1146353" y="1472443"/>
                </a:lnTo>
                <a:lnTo>
                  <a:pt x="1132870" y="1476672"/>
                </a:lnTo>
                <a:lnTo>
                  <a:pt x="1119122" y="1480902"/>
                </a:lnTo>
                <a:lnTo>
                  <a:pt x="1105639" y="1484867"/>
                </a:lnTo>
                <a:lnTo>
                  <a:pt x="1091626" y="1488567"/>
                </a:lnTo>
                <a:lnTo>
                  <a:pt x="1077879" y="1491739"/>
                </a:lnTo>
                <a:lnTo>
                  <a:pt x="1063866" y="1494911"/>
                </a:lnTo>
                <a:lnTo>
                  <a:pt x="1049854" y="1497555"/>
                </a:lnTo>
                <a:lnTo>
                  <a:pt x="1035842" y="1500462"/>
                </a:lnTo>
                <a:lnTo>
                  <a:pt x="1021830" y="1502841"/>
                </a:lnTo>
                <a:lnTo>
                  <a:pt x="1007818" y="1504692"/>
                </a:lnTo>
                <a:lnTo>
                  <a:pt x="993541" y="1506542"/>
                </a:lnTo>
                <a:lnTo>
                  <a:pt x="979000" y="1507864"/>
                </a:lnTo>
                <a:lnTo>
                  <a:pt x="964988" y="1509185"/>
                </a:lnTo>
                <a:lnTo>
                  <a:pt x="950712" y="1510243"/>
                </a:lnTo>
                <a:lnTo>
                  <a:pt x="936435" y="1510771"/>
                </a:lnTo>
                <a:lnTo>
                  <a:pt x="922159" y="1511300"/>
                </a:lnTo>
                <a:lnTo>
                  <a:pt x="907618" y="1511300"/>
                </a:lnTo>
                <a:lnTo>
                  <a:pt x="888847" y="1511036"/>
                </a:lnTo>
                <a:lnTo>
                  <a:pt x="870076" y="1510507"/>
                </a:lnTo>
                <a:lnTo>
                  <a:pt x="851040" y="1508921"/>
                </a:lnTo>
                <a:lnTo>
                  <a:pt x="832269" y="1507335"/>
                </a:lnTo>
                <a:lnTo>
                  <a:pt x="816935" y="1505220"/>
                </a:lnTo>
                <a:lnTo>
                  <a:pt x="796049" y="1502841"/>
                </a:lnTo>
                <a:lnTo>
                  <a:pt x="785738" y="1501255"/>
                </a:lnTo>
                <a:lnTo>
                  <a:pt x="774899" y="1499669"/>
                </a:lnTo>
                <a:lnTo>
                  <a:pt x="768818" y="1498612"/>
                </a:lnTo>
                <a:lnTo>
                  <a:pt x="762737" y="1497026"/>
                </a:lnTo>
                <a:lnTo>
                  <a:pt x="755335" y="1495440"/>
                </a:lnTo>
                <a:lnTo>
                  <a:pt x="747932" y="1493590"/>
                </a:lnTo>
                <a:lnTo>
                  <a:pt x="733391" y="1490418"/>
                </a:lnTo>
                <a:lnTo>
                  <a:pt x="710919" y="1484867"/>
                </a:lnTo>
                <a:lnTo>
                  <a:pt x="700079" y="1482223"/>
                </a:lnTo>
                <a:lnTo>
                  <a:pt x="688975" y="1478787"/>
                </a:lnTo>
                <a:lnTo>
                  <a:pt x="677342" y="1475086"/>
                </a:lnTo>
                <a:lnTo>
                  <a:pt x="665710" y="1471121"/>
                </a:lnTo>
                <a:lnTo>
                  <a:pt x="653548" y="1466892"/>
                </a:lnTo>
                <a:lnTo>
                  <a:pt x="640858" y="1462663"/>
                </a:lnTo>
                <a:lnTo>
                  <a:pt x="628697" y="1457905"/>
                </a:lnTo>
                <a:lnTo>
                  <a:pt x="616799" y="1453147"/>
                </a:lnTo>
                <a:lnTo>
                  <a:pt x="602787" y="1447067"/>
                </a:lnTo>
                <a:lnTo>
                  <a:pt x="589304" y="1440723"/>
                </a:lnTo>
                <a:lnTo>
                  <a:pt x="575292" y="1434379"/>
                </a:lnTo>
                <a:lnTo>
                  <a:pt x="561544" y="1427507"/>
                </a:lnTo>
                <a:lnTo>
                  <a:pt x="548061" y="1420634"/>
                </a:lnTo>
                <a:lnTo>
                  <a:pt x="543302" y="1417462"/>
                </a:lnTo>
                <a:lnTo>
                  <a:pt x="531669" y="1411118"/>
                </a:lnTo>
                <a:lnTo>
                  <a:pt x="520036" y="1404510"/>
                </a:lnTo>
                <a:lnTo>
                  <a:pt x="508668" y="1397637"/>
                </a:lnTo>
                <a:lnTo>
                  <a:pt x="497564" y="1390500"/>
                </a:lnTo>
                <a:lnTo>
                  <a:pt x="486196" y="1383099"/>
                </a:lnTo>
                <a:lnTo>
                  <a:pt x="475356" y="1375697"/>
                </a:lnTo>
                <a:lnTo>
                  <a:pt x="464516" y="1368296"/>
                </a:lnTo>
                <a:lnTo>
                  <a:pt x="453941" y="1360366"/>
                </a:lnTo>
                <a:lnTo>
                  <a:pt x="443366" y="1351907"/>
                </a:lnTo>
                <a:lnTo>
                  <a:pt x="432790" y="1343713"/>
                </a:lnTo>
                <a:lnTo>
                  <a:pt x="422479" y="1335519"/>
                </a:lnTo>
                <a:lnTo>
                  <a:pt x="412433" y="1326796"/>
                </a:lnTo>
                <a:lnTo>
                  <a:pt x="402387" y="1317808"/>
                </a:lnTo>
                <a:lnTo>
                  <a:pt x="392604" y="1309085"/>
                </a:lnTo>
                <a:lnTo>
                  <a:pt x="383087" y="1299834"/>
                </a:lnTo>
                <a:lnTo>
                  <a:pt x="373569" y="1290582"/>
                </a:lnTo>
                <a:lnTo>
                  <a:pt x="369339" y="1285824"/>
                </a:lnTo>
                <a:lnTo>
                  <a:pt x="357971" y="1274458"/>
                </a:lnTo>
                <a:lnTo>
                  <a:pt x="347131" y="1262827"/>
                </a:lnTo>
                <a:lnTo>
                  <a:pt x="336291" y="1250668"/>
                </a:lnTo>
                <a:lnTo>
                  <a:pt x="325716" y="1238508"/>
                </a:lnTo>
                <a:lnTo>
                  <a:pt x="320429" y="1231636"/>
                </a:lnTo>
                <a:lnTo>
                  <a:pt x="315405" y="1224763"/>
                </a:lnTo>
                <a:lnTo>
                  <a:pt x="301393" y="1207317"/>
                </a:lnTo>
                <a:lnTo>
                  <a:pt x="294255" y="1198330"/>
                </a:lnTo>
                <a:lnTo>
                  <a:pt x="287646" y="1189078"/>
                </a:lnTo>
                <a:lnTo>
                  <a:pt x="286059" y="1186699"/>
                </a:lnTo>
                <a:lnTo>
                  <a:pt x="284737" y="1183791"/>
                </a:lnTo>
                <a:lnTo>
                  <a:pt x="277070" y="1172425"/>
                </a:lnTo>
                <a:lnTo>
                  <a:pt x="269403" y="1160795"/>
                </a:lnTo>
                <a:lnTo>
                  <a:pt x="262001" y="1149164"/>
                </a:lnTo>
                <a:lnTo>
                  <a:pt x="255127" y="1137005"/>
                </a:lnTo>
                <a:lnTo>
                  <a:pt x="247988" y="1125110"/>
                </a:lnTo>
                <a:lnTo>
                  <a:pt x="241379" y="1112950"/>
                </a:lnTo>
                <a:lnTo>
                  <a:pt x="234505" y="1100527"/>
                </a:lnTo>
                <a:lnTo>
                  <a:pt x="228424" y="1087839"/>
                </a:lnTo>
                <a:lnTo>
                  <a:pt x="222344" y="1075415"/>
                </a:lnTo>
                <a:lnTo>
                  <a:pt x="216263" y="1062727"/>
                </a:lnTo>
                <a:lnTo>
                  <a:pt x="210975" y="1049775"/>
                </a:lnTo>
                <a:lnTo>
                  <a:pt x="205423" y="1037087"/>
                </a:lnTo>
                <a:lnTo>
                  <a:pt x="200400" y="1023870"/>
                </a:lnTo>
                <a:lnTo>
                  <a:pt x="195377" y="1010653"/>
                </a:lnTo>
                <a:lnTo>
                  <a:pt x="190618" y="997437"/>
                </a:lnTo>
                <a:lnTo>
                  <a:pt x="186388" y="983956"/>
                </a:lnTo>
                <a:lnTo>
                  <a:pt x="182158" y="970475"/>
                </a:lnTo>
                <a:lnTo>
                  <a:pt x="178192" y="956729"/>
                </a:lnTo>
                <a:lnTo>
                  <a:pt x="174491" y="942984"/>
                </a:lnTo>
                <a:lnTo>
                  <a:pt x="171318" y="929239"/>
                </a:lnTo>
                <a:lnTo>
                  <a:pt x="167881" y="915229"/>
                </a:lnTo>
                <a:lnTo>
                  <a:pt x="165237" y="901219"/>
                </a:lnTo>
                <a:lnTo>
                  <a:pt x="162329" y="887210"/>
                </a:lnTo>
                <a:lnTo>
                  <a:pt x="160214" y="872936"/>
                </a:lnTo>
                <a:lnTo>
                  <a:pt x="158099" y="858662"/>
                </a:lnTo>
                <a:lnTo>
                  <a:pt x="156249" y="844388"/>
                </a:lnTo>
                <a:lnTo>
                  <a:pt x="154662" y="829585"/>
                </a:lnTo>
                <a:lnTo>
                  <a:pt x="153340" y="815047"/>
                </a:lnTo>
                <a:lnTo>
                  <a:pt x="152283" y="800509"/>
                </a:lnTo>
                <a:lnTo>
                  <a:pt x="151754" y="785706"/>
                </a:lnTo>
                <a:lnTo>
                  <a:pt x="151225" y="770903"/>
                </a:lnTo>
                <a:lnTo>
                  <a:pt x="151225" y="755836"/>
                </a:lnTo>
                <a:lnTo>
                  <a:pt x="0" y="755836"/>
                </a:lnTo>
                <a:lnTo>
                  <a:pt x="241643" y="393700"/>
                </a:lnTo>
                <a:close/>
                <a:moveTo>
                  <a:pt x="906894" y="0"/>
                </a:moveTo>
                <a:lnTo>
                  <a:pt x="912182" y="264"/>
                </a:lnTo>
                <a:lnTo>
                  <a:pt x="917469" y="529"/>
                </a:lnTo>
                <a:lnTo>
                  <a:pt x="932539" y="793"/>
                </a:lnTo>
                <a:lnTo>
                  <a:pt x="947344" y="1586"/>
                </a:lnTo>
                <a:lnTo>
                  <a:pt x="962414" y="2380"/>
                </a:lnTo>
                <a:lnTo>
                  <a:pt x="977484" y="3702"/>
                </a:lnTo>
                <a:lnTo>
                  <a:pt x="989645" y="5288"/>
                </a:lnTo>
                <a:lnTo>
                  <a:pt x="1002335" y="6610"/>
                </a:lnTo>
                <a:lnTo>
                  <a:pt x="1020313" y="8725"/>
                </a:lnTo>
                <a:lnTo>
                  <a:pt x="1029038" y="10047"/>
                </a:lnTo>
                <a:lnTo>
                  <a:pt x="1038291" y="11369"/>
                </a:lnTo>
                <a:lnTo>
                  <a:pt x="1044636" y="12691"/>
                </a:lnTo>
                <a:lnTo>
                  <a:pt x="1050981" y="14277"/>
                </a:lnTo>
                <a:lnTo>
                  <a:pt x="1064465" y="17186"/>
                </a:lnTo>
                <a:lnTo>
                  <a:pt x="1077419" y="20358"/>
                </a:lnTo>
                <a:lnTo>
                  <a:pt x="1101478" y="26175"/>
                </a:lnTo>
                <a:lnTo>
                  <a:pt x="1113375" y="29348"/>
                </a:lnTo>
                <a:lnTo>
                  <a:pt x="1125008" y="32521"/>
                </a:lnTo>
                <a:lnTo>
                  <a:pt x="1134790" y="35693"/>
                </a:lnTo>
                <a:lnTo>
                  <a:pt x="1144572" y="38866"/>
                </a:lnTo>
                <a:lnTo>
                  <a:pt x="1157791" y="43625"/>
                </a:lnTo>
                <a:lnTo>
                  <a:pt x="1171274" y="48384"/>
                </a:lnTo>
                <a:lnTo>
                  <a:pt x="1184493" y="53408"/>
                </a:lnTo>
                <a:lnTo>
                  <a:pt x="1197448" y="58431"/>
                </a:lnTo>
                <a:lnTo>
                  <a:pt x="1206701" y="62397"/>
                </a:lnTo>
                <a:lnTo>
                  <a:pt x="1226794" y="71651"/>
                </a:lnTo>
                <a:lnTo>
                  <a:pt x="1246887" y="81434"/>
                </a:lnTo>
                <a:lnTo>
                  <a:pt x="1266716" y="91745"/>
                </a:lnTo>
                <a:lnTo>
                  <a:pt x="1285751" y="102321"/>
                </a:lnTo>
                <a:lnTo>
                  <a:pt x="1304786" y="113690"/>
                </a:lnTo>
                <a:lnTo>
                  <a:pt x="1323557" y="125588"/>
                </a:lnTo>
                <a:lnTo>
                  <a:pt x="1341800" y="138015"/>
                </a:lnTo>
                <a:lnTo>
                  <a:pt x="1359513" y="151234"/>
                </a:lnTo>
                <a:lnTo>
                  <a:pt x="1377227" y="164718"/>
                </a:lnTo>
                <a:lnTo>
                  <a:pt x="1394411" y="178731"/>
                </a:lnTo>
                <a:lnTo>
                  <a:pt x="1411067" y="193538"/>
                </a:lnTo>
                <a:lnTo>
                  <a:pt x="1427459" y="208608"/>
                </a:lnTo>
                <a:lnTo>
                  <a:pt x="1443322" y="224207"/>
                </a:lnTo>
                <a:lnTo>
                  <a:pt x="1458920" y="240336"/>
                </a:lnTo>
                <a:lnTo>
                  <a:pt x="1473725" y="257257"/>
                </a:lnTo>
                <a:lnTo>
                  <a:pt x="1488531" y="274178"/>
                </a:lnTo>
                <a:lnTo>
                  <a:pt x="1492496" y="279466"/>
                </a:lnTo>
                <a:lnTo>
                  <a:pt x="1509152" y="300353"/>
                </a:lnTo>
                <a:lnTo>
                  <a:pt x="1517348" y="311194"/>
                </a:lnTo>
                <a:lnTo>
                  <a:pt x="1525544" y="322034"/>
                </a:lnTo>
                <a:lnTo>
                  <a:pt x="1527130" y="325207"/>
                </a:lnTo>
                <a:lnTo>
                  <a:pt x="1528981" y="328115"/>
                </a:lnTo>
                <a:lnTo>
                  <a:pt x="1536648" y="339748"/>
                </a:lnTo>
                <a:lnTo>
                  <a:pt x="1544050" y="351382"/>
                </a:lnTo>
                <a:lnTo>
                  <a:pt x="1551453" y="362751"/>
                </a:lnTo>
                <a:lnTo>
                  <a:pt x="1558591" y="374913"/>
                </a:lnTo>
                <a:lnTo>
                  <a:pt x="1565465" y="386811"/>
                </a:lnTo>
                <a:lnTo>
                  <a:pt x="1572075" y="399237"/>
                </a:lnTo>
                <a:lnTo>
                  <a:pt x="1578684" y="411400"/>
                </a:lnTo>
                <a:lnTo>
                  <a:pt x="1585029" y="423826"/>
                </a:lnTo>
                <a:lnTo>
                  <a:pt x="1591110" y="436253"/>
                </a:lnTo>
                <a:lnTo>
                  <a:pt x="1596927" y="449208"/>
                </a:lnTo>
                <a:lnTo>
                  <a:pt x="1602214" y="461899"/>
                </a:lnTo>
                <a:lnTo>
                  <a:pt x="1607766" y="474854"/>
                </a:lnTo>
                <a:lnTo>
                  <a:pt x="1612789" y="488074"/>
                </a:lnTo>
                <a:lnTo>
                  <a:pt x="1617548" y="501294"/>
                </a:lnTo>
                <a:lnTo>
                  <a:pt x="1622571" y="514249"/>
                </a:lnTo>
                <a:lnTo>
                  <a:pt x="1626801" y="527734"/>
                </a:lnTo>
                <a:lnTo>
                  <a:pt x="1631032" y="541482"/>
                </a:lnTo>
                <a:lnTo>
                  <a:pt x="1634997" y="554702"/>
                </a:lnTo>
                <a:lnTo>
                  <a:pt x="1638170" y="568451"/>
                </a:lnTo>
                <a:lnTo>
                  <a:pt x="1641871" y="582463"/>
                </a:lnTo>
                <a:lnTo>
                  <a:pt x="1645044" y="596212"/>
                </a:lnTo>
                <a:lnTo>
                  <a:pt x="1647688" y="610225"/>
                </a:lnTo>
                <a:lnTo>
                  <a:pt x="1650596" y="624502"/>
                </a:lnTo>
                <a:lnTo>
                  <a:pt x="1652975" y="638515"/>
                </a:lnTo>
                <a:lnTo>
                  <a:pt x="1655090" y="652793"/>
                </a:lnTo>
                <a:lnTo>
                  <a:pt x="1656941" y="667334"/>
                </a:lnTo>
                <a:lnTo>
                  <a:pt x="1658263" y="681876"/>
                </a:lnTo>
                <a:lnTo>
                  <a:pt x="1659585" y="696154"/>
                </a:lnTo>
                <a:lnTo>
                  <a:pt x="1660642" y="710695"/>
                </a:lnTo>
                <a:lnTo>
                  <a:pt x="1661435" y="725501"/>
                </a:lnTo>
                <a:lnTo>
                  <a:pt x="1661700" y="740308"/>
                </a:lnTo>
                <a:lnTo>
                  <a:pt x="1661700" y="754849"/>
                </a:lnTo>
                <a:lnTo>
                  <a:pt x="1812925" y="754849"/>
                </a:lnTo>
                <a:lnTo>
                  <a:pt x="1571282" y="1117600"/>
                </a:lnTo>
                <a:lnTo>
                  <a:pt x="1329638" y="754849"/>
                </a:lnTo>
                <a:lnTo>
                  <a:pt x="1480864" y="754849"/>
                </a:lnTo>
                <a:lnTo>
                  <a:pt x="1480599" y="742158"/>
                </a:lnTo>
                <a:lnTo>
                  <a:pt x="1480070" y="729467"/>
                </a:lnTo>
                <a:lnTo>
                  <a:pt x="1479277" y="716512"/>
                </a:lnTo>
                <a:lnTo>
                  <a:pt x="1478484" y="704085"/>
                </a:lnTo>
                <a:lnTo>
                  <a:pt x="1477162" y="691394"/>
                </a:lnTo>
                <a:lnTo>
                  <a:pt x="1475576" y="678703"/>
                </a:lnTo>
                <a:lnTo>
                  <a:pt x="1473725" y="666277"/>
                </a:lnTo>
                <a:lnTo>
                  <a:pt x="1471610" y="654115"/>
                </a:lnTo>
                <a:lnTo>
                  <a:pt x="1469231" y="641952"/>
                </a:lnTo>
                <a:lnTo>
                  <a:pt x="1466851" y="629790"/>
                </a:lnTo>
                <a:lnTo>
                  <a:pt x="1463943" y="617628"/>
                </a:lnTo>
                <a:lnTo>
                  <a:pt x="1460771" y="605730"/>
                </a:lnTo>
                <a:lnTo>
                  <a:pt x="1457334" y="593832"/>
                </a:lnTo>
                <a:lnTo>
                  <a:pt x="1453897" y="581935"/>
                </a:lnTo>
                <a:lnTo>
                  <a:pt x="1449931" y="570301"/>
                </a:lnTo>
                <a:lnTo>
                  <a:pt x="1445965" y="558668"/>
                </a:lnTo>
                <a:lnTo>
                  <a:pt x="1441471" y="547299"/>
                </a:lnTo>
                <a:lnTo>
                  <a:pt x="1436976" y="535930"/>
                </a:lnTo>
                <a:lnTo>
                  <a:pt x="1432482" y="524825"/>
                </a:lnTo>
                <a:lnTo>
                  <a:pt x="1427194" y="513721"/>
                </a:lnTo>
                <a:lnTo>
                  <a:pt x="1421907" y="502616"/>
                </a:lnTo>
                <a:lnTo>
                  <a:pt x="1416619" y="492040"/>
                </a:lnTo>
                <a:lnTo>
                  <a:pt x="1410803" y="481464"/>
                </a:lnTo>
                <a:lnTo>
                  <a:pt x="1404986" y="470624"/>
                </a:lnTo>
                <a:lnTo>
                  <a:pt x="1398906" y="460313"/>
                </a:lnTo>
                <a:lnTo>
                  <a:pt x="1392561" y="450001"/>
                </a:lnTo>
                <a:lnTo>
                  <a:pt x="1385951" y="439954"/>
                </a:lnTo>
                <a:lnTo>
                  <a:pt x="1379342" y="429907"/>
                </a:lnTo>
                <a:lnTo>
                  <a:pt x="1372468" y="420125"/>
                </a:lnTo>
                <a:lnTo>
                  <a:pt x="1365065" y="410342"/>
                </a:lnTo>
                <a:lnTo>
                  <a:pt x="1357662" y="400824"/>
                </a:lnTo>
                <a:lnTo>
                  <a:pt x="1350524" y="391570"/>
                </a:lnTo>
                <a:lnTo>
                  <a:pt x="1349202" y="390248"/>
                </a:lnTo>
                <a:lnTo>
                  <a:pt x="1338363" y="377293"/>
                </a:lnTo>
                <a:lnTo>
                  <a:pt x="1326730" y="364602"/>
                </a:lnTo>
                <a:lnTo>
                  <a:pt x="1315097" y="352175"/>
                </a:lnTo>
                <a:lnTo>
                  <a:pt x="1302936" y="340277"/>
                </a:lnTo>
                <a:lnTo>
                  <a:pt x="1290510" y="328644"/>
                </a:lnTo>
                <a:lnTo>
                  <a:pt x="1277555" y="317804"/>
                </a:lnTo>
                <a:lnTo>
                  <a:pt x="1264601" y="306699"/>
                </a:lnTo>
                <a:lnTo>
                  <a:pt x="1251117" y="296387"/>
                </a:lnTo>
                <a:lnTo>
                  <a:pt x="1237369" y="286340"/>
                </a:lnTo>
                <a:lnTo>
                  <a:pt x="1223093" y="276822"/>
                </a:lnTo>
                <a:lnTo>
                  <a:pt x="1208816" y="267568"/>
                </a:lnTo>
                <a:lnTo>
                  <a:pt x="1194275" y="258579"/>
                </a:lnTo>
                <a:lnTo>
                  <a:pt x="1179206" y="250383"/>
                </a:lnTo>
                <a:lnTo>
                  <a:pt x="1163872" y="242451"/>
                </a:lnTo>
                <a:lnTo>
                  <a:pt x="1148802" y="234783"/>
                </a:lnTo>
                <a:lnTo>
                  <a:pt x="1132939" y="227909"/>
                </a:lnTo>
                <a:lnTo>
                  <a:pt x="1128709" y="226058"/>
                </a:lnTo>
                <a:lnTo>
                  <a:pt x="1117869" y="221828"/>
                </a:lnTo>
                <a:lnTo>
                  <a:pt x="1107294" y="217862"/>
                </a:lnTo>
                <a:lnTo>
                  <a:pt x="1096455" y="213896"/>
                </a:lnTo>
                <a:lnTo>
                  <a:pt x="1085615" y="210194"/>
                </a:lnTo>
                <a:lnTo>
                  <a:pt x="1073454" y="206229"/>
                </a:lnTo>
                <a:lnTo>
                  <a:pt x="1063672" y="203585"/>
                </a:lnTo>
                <a:lnTo>
                  <a:pt x="1054418" y="200676"/>
                </a:lnTo>
                <a:lnTo>
                  <a:pt x="1034590" y="196182"/>
                </a:lnTo>
                <a:lnTo>
                  <a:pt x="1026130" y="194066"/>
                </a:lnTo>
                <a:lnTo>
                  <a:pt x="1017141" y="192216"/>
                </a:lnTo>
                <a:lnTo>
                  <a:pt x="1007094" y="190365"/>
                </a:lnTo>
                <a:lnTo>
                  <a:pt x="997048" y="188778"/>
                </a:lnTo>
                <a:lnTo>
                  <a:pt x="976690" y="186134"/>
                </a:lnTo>
                <a:lnTo>
                  <a:pt x="961356" y="184019"/>
                </a:lnTo>
                <a:lnTo>
                  <a:pt x="948930" y="183226"/>
                </a:lnTo>
                <a:lnTo>
                  <a:pt x="936505" y="182169"/>
                </a:lnTo>
                <a:lnTo>
                  <a:pt x="923550" y="181904"/>
                </a:lnTo>
                <a:lnTo>
                  <a:pt x="911124" y="181640"/>
                </a:lnTo>
                <a:lnTo>
                  <a:pt x="899756" y="181640"/>
                </a:lnTo>
                <a:lnTo>
                  <a:pt x="888916" y="181904"/>
                </a:lnTo>
                <a:lnTo>
                  <a:pt x="877548" y="182169"/>
                </a:lnTo>
                <a:lnTo>
                  <a:pt x="866708" y="182697"/>
                </a:lnTo>
                <a:lnTo>
                  <a:pt x="855604" y="183755"/>
                </a:lnTo>
                <a:lnTo>
                  <a:pt x="844765" y="184548"/>
                </a:lnTo>
                <a:lnTo>
                  <a:pt x="833661" y="186134"/>
                </a:lnTo>
                <a:lnTo>
                  <a:pt x="822821" y="187721"/>
                </a:lnTo>
                <a:lnTo>
                  <a:pt x="811982" y="189307"/>
                </a:lnTo>
                <a:lnTo>
                  <a:pt x="801142" y="190894"/>
                </a:lnTo>
                <a:lnTo>
                  <a:pt x="790302" y="193273"/>
                </a:lnTo>
                <a:lnTo>
                  <a:pt x="779463" y="195653"/>
                </a:lnTo>
                <a:lnTo>
                  <a:pt x="768888" y="198032"/>
                </a:lnTo>
                <a:lnTo>
                  <a:pt x="758312" y="200676"/>
                </a:lnTo>
                <a:lnTo>
                  <a:pt x="747473" y="203849"/>
                </a:lnTo>
                <a:lnTo>
                  <a:pt x="737162" y="206757"/>
                </a:lnTo>
                <a:lnTo>
                  <a:pt x="726587" y="210194"/>
                </a:lnTo>
                <a:lnTo>
                  <a:pt x="716276" y="213896"/>
                </a:lnTo>
                <a:lnTo>
                  <a:pt x="705965" y="217598"/>
                </a:lnTo>
                <a:lnTo>
                  <a:pt x="695390" y="221563"/>
                </a:lnTo>
                <a:lnTo>
                  <a:pt x="685079" y="225794"/>
                </a:lnTo>
                <a:lnTo>
                  <a:pt x="675033" y="230024"/>
                </a:lnTo>
                <a:lnTo>
                  <a:pt x="664986" y="234519"/>
                </a:lnTo>
                <a:lnTo>
                  <a:pt x="654940" y="239542"/>
                </a:lnTo>
                <a:lnTo>
                  <a:pt x="644893" y="244302"/>
                </a:lnTo>
                <a:lnTo>
                  <a:pt x="635111" y="249589"/>
                </a:lnTo>
                <a:lnTo>
                  <a:pt x="625329" y="254877"/>
                </a:lnTo>
                <a:lnTo>
                  <a:pt x="615547" y="260430"/>
                </a:lnTo>
                <a:lnTo>
                  <a:pt x="606029" y="266511"/>
                </a:lnTo>
                <a:lnTo>
                  <a:pt x="596512" y="272327"/>
                </a:lnTo>
                <a:lnTo>
                  <a:pt x="586994" y="278673"/>
                </a:lnTo>
                <a:lnTo>
                  <a:pt x="577476" y="285283"/>
                </a:lnTo>
                <a:lnTo>
                  <a:pt x="574039" y="287662"/>
                </a:lnTo>
                <a:lnTo>
                  <a:pt x="570074" y="290042"/>
                </a:lnTo>
                <a:lnTo>
                  <a:pt x="565843" y="292157"/>
                </a:lnTo>
                <a:lnTo>
                  <a:pt x="561878" y="294008"/>
                </a:lnTo>
                <a:lnTo>
                  <a:pt x="557383" y="295859"/>
                </a:lnTo>
                <a:lnTo>
                  <a:pt x="553153" y="296916"/>
                </a:lnTo>
                <a:lnTo>
                  <a:pt x="548923" y="298503"/>
                </a:lnTo>
                <a:lnTo>
                  <a:pt x="544693" y="299560"/>
                </a:lnTo>
                <a:lnTo>
                  <a:pt x="540463" y="300353"/>
                </a:lnTo>
                <a:lnTo>
                  <a:pt x="536233" y="300882"/>
                </a:lnTo>
                <a:lnTo>
                  <a:pt x="531474" y="301411"/>
                </a:lnTo>
                <a:lnTo>
                  <a:pt x="527244" y="301675"/>
                </a:lnTo>
                <a:lnTo>
                  <a:pt x="523014" y="301411"/>
                </a:lnTo>
                <a:lnTo>
                  <a:pt x="518519" y="301411"/>
                </a:lnTo>
                <a:lnTo>
                  <a:pt x="514289" y="300618"/>
                </a:lnTo>
                <a:lnTo>
                  <a:pt x="510059" y="300089"/>
                </a:lnTo>
                <a:lnTo>
                  <a:pt x="505829" y="299296"/>
                </a:lnTo>
                <a:lnTo>
                  <a:pt x="501335" y="298238"/>
                </a:lnTo>
                <a:lnTo>
                  <a:pt x="497369" y="296916"/>
                </a:lnTo>
                <a:lnTo>
                  <a:pt x="493139" y="295594"/>
                </a:lnTo>
                <a:lnTo>
                  <a:pt x="489173" y="293744"/>
                </a:lnTo>
                <a:lnTo>
                  <a:pt x="485208" y="291893"/>
                </a:lnTo>
                <a:lnTo>
                  <a:pt x="481242" y="290042"/>
                </a:lnTo>
                <a:lnTo>
                  <a:pt x="477805" y="287662"/>
                </a:lnTo>
                <a:lnTo>
                  <a:pt x="474104" y="285283"/>
                </a:lnTo>
                <a:lnTo>
                  <a:pt x="470402" y="282639"/>
                </a:lnTo>
                <a:lnTo>
                  <a:pt x="466701" y="279731"/>
                </a:lnTo>
                <a:lnTo>
                  <a:pt x="463264" y="276558"/>
                </a:lnTo>
                <a:lnTo>
                  <a:pt x="460356" y="273649"/>
                </a:lnTo>
                <a:lnTo>
                  <a:pt x="457183" y="270212"/>
                </a:lnTo>
                <a:lnTo>
                  <a:pt x="454275" y="266511"/>
                </a:lnTo>
                <a:lnTo>
                  <a:pt x="451367" y="262809"/>
                </a:lnTo>
                <a:lnTo>
                  <a:pt x="448987" y="258843"/>
                </a:lnTo>
                <a:lnTo>
                  <a:pt x="446608" y="254877"/>
                </a:lnTo>
                <a:lnTo>
                  <a:pt x="444493" y="251176"/>
                </a:lnTo>
                <a:lnTo>
                  <a:pt x="442642" y="246681"/>
                </a:lnTo>
                <a:lnTo>
                  <a:pt x="440792" y="242451"/>
                </a:lnTo>
                <a:lnTo>
                  <a:pt x="439205" y="238220"/>
                </a:lnTo>
                <a:lnTo>
                  <a:pt x="438148" y="233990"/>
                </a:lnTo>
                <a:lnTo>
                  <a:pt x="437090" y="229760"/>
                </a:lnTo>
                <a:lnTo>
                  <a:pt x="436297" y="225529"/>
                </a:lnTo>
                <a:lnTo>
                  <a:pt x="435768" y="221299"/>
                </a:lnTo>
                <a:lnTo>
                  <a:pt x="435240" y="216804"/>
                </a:lnTo>
                <a:lnTo>
                  <a:pt x="434975" y="212310"/>
                </a:lnTo>
                <a:lnTo>
                  <a:pt x="434975" y="208079"/>
                </a:lnTo>
                <a:lnTo>
                  <a:pt x="435240" y="203849"/>
                </a:lnTo>
                <a:lnTo>
                  <a:pt x="436033" y="199354"/>
                </a:lnTo>
                <a:lnTo>
                  <a:pt x="436562" y="194860"/>
                </a:lnTo>
                <a:lnTo>
                  <a:pt x="437355" y="190629"/>
                </a:lnTo>
                <a:lnTo>
                  <a:pt x="438412" y="186663"/>
                </a:lnTo>
                <a:lnTo>
                  <a:pt x="439734" y="182433"/>
                </a:lnTo>
                <a:lnTo>
                  <a:pt x="441056" y="178203"/>
                </a:lnTo>
                <a:lnTo>
                  <a:pt x="442907" y="174237"/>
                </a:lnTo>
                <a:lnTo>
                  <a:pt x="444757" y="170271"/>
                </a:lnTo>
                <a:lnTo>
                  <a:pt x="446608" y="166305"/>
                </a:lnTo>
                <a:lnTo>
                  <a:pt x="448987" y="162603"/>
                </a:lnTo>
                <a:lnTo>
                  <a:pt x="451367" y="159166"/>
                </a:lnTo>
                <a:lnTo>
                  <a:pt x="454011" y="155465"/>
                </a:lnTo>
                <a:lnTo>
                  <a:pt x="456919" y="152027"/>
                </a:lnTo>
                <a:lnTo>
                  <a:pt x="460091" y="148590"/>
                </a:lnTo>
                <a:lnTo>
                  <a:pt x="463000" y="145418"/>
                </a:lnTo>
                <a:lnTo>
                  <a:pt x="466437" y="142245"/>
                </a:lnTo>
                <a:lnTo>
                  <a:pt x="470138" y="139601"/>
                </a:lnTo>
                <a:lnTo>
                  <a:pt x="473839" y="136693"/>
                </a:lnTo>
                <a:lnTo>
                  <a:pt x="486001" y="128232"/>
                </a:lnTo>
                <a:lnTo>
                  <a:pt x="498162" y="120300"/>
                </a:lnTo>
                <a:lnTo>
                  <a:pt x="510588" y="112368"/>
                </a:lnTo>
                <a:lnTo>
                  <a:pt x="522749" y="105229"/>
                </a:lnTo>
                <a:lnTo>
                  <a:pt x="535440" y="97826"/>
                </a:lnTo>
                <a:lnTo>
                  <a:pt x="548130" y="90688"/>
                </a:lnTo>
                <a:lnTo>
                  <a:pt x="560820" y="83813"/>
                </a:lnTo>
                <a:lnTo>
                  <a:pt x="573511" y="77468"/>
                </a:lnTo>
                <a:lnTo>
                  <a:pt x="586730" y="71387"/>
                </a:lnTo>
                <a:lnTo>
                  <a:pt x="599949" y="65306"/>
                </a:lnTo>
                <a:lnTo>
                  <a:pt x="612903" y="59489"/>
                </a:lnTo>
                <a:lnTo>
                  <a:pt x="626122" y="53937"/>
                </a:lnTo>
                <a:lnTo>
                  <a:pt x="639341" y="48649"/>
                </a:lnTo>
                <a:lnTo>
                  <a:pt x="652825" y="43890"/>
                </a:lnTo>
                <a:lnTo>
                  <a:pt x="666572" y="39395"/>
                </a:lnTo>
                <a:lnTo>
                  <a:pt x="680056" y="34636"/>
                </a:lnTo>
                <a:lnTo>
                  <a:pt x="693539" y="30670"/>
                </a:lnTo>
                <a:lnTo>
                  <a:pt x="707287" y="26704"/>
                </a:lnTo>
                <a:lnTo>
                  <a:pt x="721035" y="23267"/>
                </a:lnTo>
                <a:lnTo>
                  <a:pt x="735047" y="19830"/>
                </a:lnTo>
                <a:lnTo>
                  <a:pt x="748795" y="16657"/>
                </a:lnTo>
                <a:lnTo>
                  <a:pt x="762807" y="14013"/>
                </a:lnTo>
                <a:lnTo>
                  <a:pt x="776819" y="11369"/>
                </a:lnTo>
                <a:lnTo>
                  <a:pt x="790831" y="9254"/>
                </a:lnTo>
                <a:lnTo>
                  <a:pt x="805108" y="7139"/>
                </a:lnTo>
                <a:lnTo>
                  <a:pt x="819120" y="5288"/>
                </a:lnTo>
                <a:lnTo>
                  <a:pt x="833396" y="3702"/>
                </a:lnTo>
                <a:lnTo>
                  <a:pt x="847408" y="2380"/>
                </a:lnTo>
                <a:lnTo>
                  <a:pt x="861685" y="1586"/>
                </a:lnTo>
                <a:lnTo>
                  <a:pt x="876226" y="793"/>
                </a:lnTo>
                <a:lnTo>
                  <a:pt x="890502" y="264"/>
                </a:lnTo>
                <a:lnTo>
                  <a:pt x="904779" y="264"/>
                </a:lnTo>
                <a:lnTo>
                  <a:pt x="906894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innerShdw blurRad="114300">
              <a:prstClr val="black">
                <a:alpha val="50000"/>
              </a:prstClr>
            </a:innerShdw>
          </a:effectLst>
        </p:spPr>
        <p:txBody>
          <a:bodyPr lIns="68589" tIns="34295" rIns="68589" bIns="34295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2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1520" y="1052736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</a:rPr>
              <a:t>分析</a:t>
            </a:r>
            <a:r>
              <a:rPr lang="zh-CN" altLang="en-US" sz="36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化学</a:t>
            </a:r>
            <a:endParaRPr lang="zh-CN" altLang="en-US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9552" y="1715213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研究物质化学组成的定性、定量分析、性能分析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3203848" y="1252614"/>
            <a:ext cx="965151" cy="446453"/>
          </a:xfrm>
          <a:prstGeom prst="wedgeRoundRectCallout">
            <a:avLst>
              <a:gd name="adj1" fmla="val -1180"/>
              <a:gd name="adj2" fmla="val 78255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0000"/>
                </a:solidFill>
              </a:rPr>
              <a:t>是什么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圆角矩形标注 8"/>
          <p:cNvSpPr/>
          <p:nvPr/>
        </p:nvSpPr>
        <p:spPr>
          <a:xfrm>
            <a:off x="4355976" y="1268760"/>
            <a:ext cx="965151" cy="446453"/>
          </a:xfrm>
          <a:prstGeom prst="wedgeRoundRectCallout">
            <a:avLst>
              <a:gd name="adj1" fmla="val -1180"/>
              <a:gd name="adj2" fmla="val 78255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有多少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TextBox 49"/>
          <p:cNvSpPr txBox="1"/>
          <p:nvPr/>
        </p:nvSpPr>
        <p:spPr>
          <a:xfrm>
            <a:off x="1315071" y="2843358"/>
            <a:ext cx="14157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成分分析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1" name="组合 10"/>
          <p:cNvGrpSpPr/>
          <p:nvPr/>
        </p:nvGrpSpPr>
        <p:grpSpPr bwMode="auto">
          <a:xfrm>
            <a:off x="1043608" y="2857500"/>
            <a:ext cx="180975" cy="1835150"/>
            <a:chOff x="6032873" y="1736305"/>
            <a:chExt cx="180975" cy="1835584"/>
          </a:xfrm>
        </p:grpSpPr>
        <p:sp>
          <p:nvSpPr>
            <p:cNvPr id="12" name="直接连接符 14"/>
            <p:cNvSpPr>
              <a:spLocks noChangeShapeType="1"/>
            </p:cNvSpPr>
            <p:nvPr/>
          </p:nvSpPr>
          <p:spPr bwMode="auto">
            <a:xfrm>
              <a:off x="6123361" y="1736305"/>
              <a:ext cx="0" cy="1835584"/>
            </a:xfrm>
            <a:prstGeom prst="line">
              <a:avLst/>
            </a:prstGeom>
            <a:solidFill>
              <a:srgbClr val="414455"/>
            </a:solidFill>
            <a:ln w="38100" cap="flat" cmpd="sng">
              <a:solidFill>
                <a:schemeClr val="tx1">
                  <a:lumMod val="85000"/>
                  <a:lumOff val="1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solidFill>
                  <a:srgbClr val="022E6E"/>
                </a:solidFill>
                <a:latin typeface="+mn-ea"/>
                <a:ea typeface="+mn-ea"/>
              </a:endParaRPr>
            </a:p>
          </p:txBody>
        </p:sp>
        <p:sp>
          <p:nvSpPr>
            <p:cNvPr id="13" name="椭圆 7"/>
            <p:cNvSpPr>
              <a:spLocks noChangeArrowheads="1"/>
            </p:cNvSpPr>
            <p:nvPr/>
          </p:nvSpPr>
          <p:spPr bwMode="auto">
            <a:xfrm>
              <a:off x="6032873" y="1880798"/>
              <a:ext cx="180975" cy="179429"/>
            </a:xfrm>
            <a:prstGeom prst="ellipse">
              <a:avLst/>
            </a:prstGeom>
            <a:solidFill>
              <a:srgbClr val="00602B"/>
            </a:solidFill>
            <a:ln w="38100" cap="flat" cmpd="sng">
              <a:noFill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zh-CN" sz="1350">
                <a:solidFill>
                  <a:srgbClr val="022E6E"/>
                </a:solidFill>
                <a:latin typeface="+mn-ea"/>
                <a:ea typeface="+mn-ea"/>
                <a:sym typeface="造字工房悦黑体验版纤细体" pitchFamily="50" charset="-122"/>
              </a:endParaRPr>
            </a:p>
          </p:txBody>
        </p:sp>
        <p:sp>
          <p:nvSpPr>
            <p:cNvPr id="14" name="椭圆 8"/>
            <p:cNvSpPr>
              <a:spLocks noChangeArrowheads="1"/>
            </p:cNvSpPr>
            <p:nvPr/>
          </p:nvSpPr>
          <p:spPr bwMode="auto">
            <a:xfrm>
              <a:off x="6032873" y="2535003"/>
              <a:ext cx="180975" cy="179429"/>
            </a:xfrm>
            <a:prstGeom prst="ellipse">
              <a:avLst/>
            </a:prstGeom>
            <a:solidFill>
              <a:srgbClr val="00602B"/>
            </a:solidFill>
            <a:ln w="38100" cap="flat" cmpd="sng">
              <a:noFill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zh-CN" sz="1350">
                <a:solidFill>
                  <a:srgbClr val="022E6E"/>
                </a:solidFill>
                <a:latin typeface="+mn-ea"/>
                <a:ea typeface="+mn-ea"/>
                <a:sym typeface="造字工房悦黑体验版纤细体" pitchFamily="50" charset="-122"/>
              </a:endParaRPr>
            </a:p>
          </p:txBody>
        </p:sp>
        <p:sp>
          <p:nvSpPr>
            <p:cNvPr id="15" name="椭圆 9"/>
            <p:cNvSpPr>
              <a:spLocks noChangeArrowheads="1"/>
            </p:cNvSpPr>
            <p:nvPr/>
          </p:nvSpPr>
          <p:spPr bwMode="auto">
            <a:xfrm>
              <a:off x="6032873" y="3189207"/>
              <a:ext cx="180975" cy="179429"/>
            </a:xfrm>
            <a:prstGeom prst="ellipse">
              <a:avLst/>
            </a:prstGeom>
            <a:solidFill>
              <a:srgbClr val="00602B"/>
            </a:solidFill>
            <a:ln w="38100" cap="flat" cmpd="sng">
              <a:noFill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zh-CN" sz="1350">
                <a:solidFill>
                  <a:srgbClr val="022E6E"/>
                </a:solidFill>
                <a:latin typeface="+mn-ea"/>
                <a:ea typeface="+mn-ea"/>
                <a:sym typeface="造字工房悦黑体验版纤细体" pitchFamily="50" charset="-122"/>
              </a:endParaRPr>
            </a:p>
          </p:txBody>
        </p:sp>
      </p:grpSp>
      <p:sp>
        <p:nvSpPr>
          <p:cNvPr id="16" name="TextBox 64"/>
          <p:cNvSpPr txBox="1"/>
          <p:nvPr/>
        </p:nvSpPr>
        <p:spPr>
          <a:xfrm>
            <a:off x="1315071" y="3545647"/>
            <a:ext cx="142218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定量分析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TextBox 65"/>
          <p:cNvSpPr txBox="1"/>
          <p:nvPr/>
        </p:nvSpPr>
        <p:spPr>
          <a:xfrm>
            <a:off x="1315071" y="4199726"/>
            <a:ext cx="142218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结构分析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58702" y="3152746"/>
            <a:ext cx="9362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分析要求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圆角矩形标注 18"/>
          <p:cNvSpPr/>
          <p:nvPr/>
        </p:nvSpPr>
        <p:spPr>
          <a:xfrm>
            <a:off x="5759554" y="1252613"/>
            <a:ext cx="965151" cy="446453"/>
          </a:xfrm>
          <a:prstGeom prst="wedgeRoundRectCallout">
            <a:avLst>
              <a:gd name="adj1" fmla="val -1180"/>
              <a:gd name="adj2" fmla="val 78255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rgbClr val="FF0000"/>
                </a:solidFill>
              </a:rPr>
              <a:t>怎么样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0" name="TextBox 49"/>
          <p:cNvSpPr txBox="1"/>
          <p:nvPr/>
        </p:nvSpPr>
        <p:spPr>
          <a:xfrm>
            <a:off x="4033268" y="3077413"/>
            <a:ext cx="142218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化学分析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1" name="组合 20"/>
          <p:cNvGrpSpPr/>
          <p:nvPr/>
        </p:nvGrpSpPr>
        <p:grpSpPr bwMode="auto">
          <a:xfrm>
            <a:off x="3761805" y="2980527"/>
            <a:ext cx="180975" cy="1620000"/>
            <a:chOff x="6032873" y="1736305"/>
            <a:chExt cx="180975" cy="1620383"/>
          </a:xfrm>
        </p:grpSpPr>
        <p:sp>
          <p:nvSpPr>
            <p:cNvPr id="22" name="直接连接符 14"/>
            <p:cNvSpPr>
              <a:spLocks noChangeShapeType="1"/>
            </p:cNvSpPr>
            <p:nvPr/>
          </p:nvSpPr>
          <p:spPr bwMode="auto">
            <a:xfrm>
              <a:off x="6123361" y="1736305"/>
              <a:ext cx="0" cy="1620383"/>
            </a:xfrm>
            <a:prstGeom prst="line">
              <a:avLst/>
            </a:prstGeom>
            <a:solidFill>
              <a:srgbClr val="414455"/>
            </a:solidFill>
            <a:ln w="38100" cap="flat" cmpd="sng">
              <a:solidFill>
                <a:schemeClr val="tx1">
                  <a:lumMod val="85000"/>
                  <a:lumOff val="1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solidFill>
                  <a:srgbClr val="022E6E"/>
                </a:solidFill>
                <a:latin typeface="+mn-ea"/>
                <a:ea typeface="+mn-ea"/>
              </a:endParaRPr>
            </a:p>
          </p:txBody>
        </p:sp>
        <p:sp>
          <p:nvSpPr>
            <p:cNvPr id="23" name="椭圆 7"/>
            <p:cNvSpPr>
              <a:spLocks noChangeArrowheads="1"/>
            </p:cNvSpPr>
            <p:nvPr/>
          </p:nvSpPr>
          <p:spPr bwMode="auto">
            <a:xfrm>
              <a:off x="6032873" y="1968809"/>
              <a:ext cx="180975" cy="179429"/>
            </a:xfrm>
            <a:prstGeom prst="ellipse">
              <a:avLst/>
            </a:prstGeom>
            <a:solidFill>
              <a:srgbClr val="00602B"/>
            </a:solidFill>
            <a:ln w="38100" cap="flat" cmpd="sng">
              <a:noFill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zh-CN" sz="1350">
                <a:solidFill>
                  <a:srgbClr val="022E6E"/>
                </a:solidFill>
                <a:latin typeface="+mn-ea"/>
                <a:ea typeface="+mn-ea"/>
                <a:sym typeface="造字工房悦黑体验版纤细体" pitchFamily="50" charset="-122"/>
              </a:endParaRPr>
            </a:p>
          </p:txBody>
        </p:sp>
        <p:sp>
          <p:nvSpPr>
            <p:cNvPr id="25" name="椭圆 9"/>
            <p:cNvSpPr>
              <a:spLocks noChangeArrowheads="1"/>
            </p:cNvSpPr>
            <p:nvPr/>
          </p:nvSpPr>
          <p:spPr bwMode="auto">
            <a:xfrm>
              <a:off x="6032873" y="3013805"/>
              <a:ext cx="180975" cy="179429"/>
            </a:xfrm>
            <a:prstGeom prst="ellipse">
              <a:avLst/>
            </a:prstGeom>
            <a:solidFill>
              <a:srgbClr val="00602B"/>
            </a:solidFill>
            <a:ln w="38100" cap="flat" cmpd="sng">
              <a:noFill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zh-CN" sz="1350">
                <a:solidFill>
                  <a:srgbClr val="022E6E"/>
                </a:solidFill>
                <a:latin typeface="+mn-ea"/>
                <a:ea typeface="+mn-ea"/>
                <a:sym typeface="造字工房悦黑体验版纤细体" pitchFamily="50" charset="-122"/>
              </a:endParaRPr>
            </a:p>
          </p:txBody>
        </p:sp>
      </p:grpSp>
      <p:sp>
        <p:nvSpPr>
          <p:cNvPr id="27" name="TextBox 65"/>
          <p:cNvSpPr txBox="1"/>
          <p:nvPr/>
        </p:nvSpPr>
        <p:spPr>
          <a:xfrm>
            <a:off x="4071054" y="4011962"/>
            <a:ext cx="142218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仪器分析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915816" y="3158694"/>
            <a:ext cx="10299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分析方法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TextBox 49"/>
          <p:cNvSpPr txBox="1"/>
          <p:nvPr/>
        </p:nvSpPr>
        <p:spPr>
          <a:xfrm>
            <a:off x="7075711" y="3165846"/>
            <a:ext cx="142218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无机分析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30" name="组合 29"/>
          <p:cNvGrpSpPr/>
          <p:nvPr/>
        </p:nvGrpSpPr>
        <p:grpSpPr bwMode="auto">
          <a:xfrm>
            <a:off x="6804248" y="3068960"/>
            <a:ext cx="180975" cy="1620000"/>
            <a:chOff x="6032873" y="1736305"/>
            <a:chExt cx="180975" cy="1620383"/>
          </a:xfrm>
        </p:grpSpPr>
        <p:sp>
          <p:nvSpPr>
            <p:cNvPr id="31" name="直接连接符 14"/>
            <p:cNvSpPr>
              <a:spLocks noChangeShapeType="1"/>
            </p:cNvSpPr>
            <p:nvPr/>
          </p:nvSpPr>
          <p:spPr bwMode="auto">
            <a:xfrm>
              <a:off x="6123361" y="1736305"/>
              <a:ext cx="0" cy="1620383"/>
            </a:xfrm>
            <a:prstGeom prst="line">
              <a:avLst/>
            </a:prstGeom>
            <a:solidFill>
              <a:srgbClr val="414455"/>
            </a:solidFill>
            <a:ln w="38100" cap="flat" cmpd="sng">
              <a:solidFill>
                <a:schemeClr val="tx1">
                  <a:lumMod val="85000"/>
                  <a:lumOff val="15000"/>
                </a:schemeClr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solidFill>
                  <a:srgbClr val="022E6E"/>
                </a:solidFill>
                <a:latin typeface="+mn-ea"/>
                <a:ea typeface="+mn-ea"/>
              </a:endParaRPr>
            </a:p>
          </p:txBody>
        </p:sp>
        <p:sp>
          <p:nvSpPr>
            <p:cNvPr id="32" name="椭圆 7"/>
            <p:cNvSpPr>
              <a:spLocks noChangeArrowheads="1"/>
            </p:cNvSpPr>
            <p:nvPr/>
          </p:nvSpPr>
          <p:spPr bwMode="auto">
            <a:xfrm>
              <a:off x="6032873" y="1968809"/>
              <a:ext cx="180975" cy="179429"/>
            </a:xfrm>
            <a:prstGeom prst="ellipse">
              <a:avLst/>
            </a:prstGeom>
            <a:solidFill>
              <a:srgbClr val="00602B"/>
            </a:solidFill>
            <a:ln w="38100" cap="flat" cmpd="sng">
              <a:noFill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zh-CN" sz="1350">
                <a:solidFill>
                  <a:srgbClr val="022E6E"/>
                </a:solidFill>
                <a:latin typeface="+mn-ea"/>
                <a:ea typeface="+mn-ea"/>
                <a:sym typeface="造字工房悦黑体验版纤细体" pitchFamily="50" charset="-122"/>
              </a:endParaRPr>
            </a:p>
          </p:txBody>
        </p:sp>
        <p:sp>
          <p:nvSpPr>
            <p:cNvPr id="33" name="椭圆 9"/>
            <p:cNvSpPr>
              <a:spLocks noChangeArrowheads="1"/>
            </p:cNvSpPr>
            <p:nvPr/>
          </p:nvSpPr>
          <p:spPr bwMode="auto">
            <a:xfrm>
              <a:off x="6032873" y="3013805"/>
              <a:ext cx="180975" cy="179429"/>
            </a:xfrm>
            <a:prstGeom prst="ellipse">
              <a:avLst/>
            </a:prstGeom>
            <a:solidFill>
              <a:srgbClr val="00602B"/>
            </a:solidFill>
            <a:ln w="38100" cap="flat" cmpd="sng">
              <a:noFill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170" tIns="46990" rIns="90170" bIns="4699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zh-CN" sz="1350">
                <a:solidFill>
                  <a:srgbClr val="022E6E"/>
                </a:solidFill>
                <a:latin typeface="+mn-ea"/>
                <a:ea typeface="+mn-ea"/>
                <a:sym typeface="造字工房悦黑体验版纤细体" pitchFamily="50" charset="-122"/>
              </a:endParaRPr>
            </a:p>
          </p:txBody>
        </p:sp>
      </p:grpSp>
      <p:sp>
        <p:nvSpPr>
          <p:cNvPr id="34" name="TextBox 65"/>
          <p:cNvSpPr txBox="1"/>
          <p:nvPr/>
        </p:nvSpPr>
        <p:spPr>
          <a:xfrm>
            <a:off x="7099362" y="4235796"/>
            <a:ext cx="142218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有机分析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849659" y="3298021"/>
            <a:ext cx="9747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分析对象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17" grpId="0"/>
      <p:bldP spid="20" grpId="0"/>
      <p:bldP spid="27" grpId="0"/>
      <p:bldP spid="29" grpId="0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9"/>
          <p:cNvSpPr txBox="1"/>
          <p:nvPr/>
        </p:nvSpPr>
        <p:spPr>
          <a:xfrm>
            <a:off x="2592096" y="3585488"/>
            <a:ext cx="4034675" cy="420030"/>
          </a:xfrm>
          <a:prstGeom prst="rect">
            <a:avLst/>
          </a:prstGeom>
          <a:noFill/>
        </p:spPr>
        <p:txBody>
          <a:bodyPr wrap="square" lIns="94085" tIns="47043" rIns="94085" bIns="47043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原子、分子结构（第</a:t>
            </a:r>
            <a:r>
              <a:rPr lang="en-US" altLang="zh-CN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章）</a:t>
            </a:r>
            <a:endParaRPr lang="zh-CN" altLang="en-US" b="1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56000">
                    <a:prstClr val="black">
                      <a:lumMod val="75000"/>
                      <a:lumOff val="25000"/>
                    </a:prstClr>
                  </a:gs>
                </a:gsLst>
                <a:lin ang="108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0"/>
          <p:cNvSpPr txBox="1"/>
          <p:nvPr/>
        </p:nvSpPr>
        <p:spPr>
          <a:xfrm>
            <a:off x="2599780" y="3173767"/>
            <a:ext cx="1728890" cy="402781"/>
          </a:xfrm>
          <a:prstGeom prst="rect">
            <a:avLst/>
          </a:prstGeom>
          <a:noFill/>
        </p:spPr>
        <p:txBody>
          <a:bodyPr wrap="none" lIns="94085" tIns="47043" rIns="94085" bIns="47043" rtlCol="0">
            <a:spAutoFit/>
          </a:bodyPr>
          <a:lstStyle/>
          <a:p>
            <a:r>
              <a:rPr lang="zh-CN" altLang="en-US" sz="2000" b="1" dirty="0" smtClea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物质结构理论</a:t>
            </a:r>
            <a:endParaRPr lang="zh-CN" altLang="en-US" sz="2000" b="1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56000">
                    <a:prstClr val="black">
                      <a:lumMod val="75000"/>
                      <a:lumOff val="25000"/>
                    </a:prstClr>
                  </a:gs>
                </a:gsLst>
                <a:lin ang="108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43"/>
          <p:cNvSpPr txBox="1"/>
          <p:nvPr/>
        </p:nvSpPr>
        <p:spPr>
          <a:xfrm>
            <a:off x="2581399" y="2076398"/>
            <a:ext cx="3971663" cy="780129"/>
          </a:xfrm>
          <a:prstGeom prst="rect">
            <a:avLst/>
          </a:prstGeom>
          <a:noFill/>
        </p:spPr>
        <p:txBody>
          <a:bodyPr wrap="square" lIns="94085" tIns="47043" rIns="94085" bIns="47043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酸</a:t>
            </a:r>
            <a:r>
              <a:rPr lang="zh-CN" altLang="en-US" b="1" dirty="0" smtClea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碱、沉淀</a:t>
            </a:r>
            <a:r>
              <a:rPr lang="en-US" altLang="zh-CN" b="1" dirty="0" smtClea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 smtClea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溶解、氧化还原、配位平衡（第</a:t>
            </a:r>
            <a:r>
              <a:rPr lang="en-US" altLang="zh-CN" b="1" dirty="0" smtClea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3,4,5,6</a:t>
            </a:r>
            <a:r>
              <a:rPr lang="zh-CN" altLang="en-US" b="1" dirty="0" smtClea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章）</a:t>
            </a:r>
            <a:endParaRPr lang="zh-CN" altLang="en-US" b="1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56000">
                    <a:prstClr val="black">
                      <a:lumMod val="75000"/>
                      <a:lumOff val="25000"/>
                    </a:prstClr>
                  </a:gs>
                </a:gsLst>
                <a:lin ang="108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44"/>
          <p:cNvSpPr txBox="1"/>
          <p:nvPr/>
        </p:nvSpPr>
        <p:spPr>
          <a:xfrm>
            <a:off x="2589083" y="1664679"/>
            <a:ext cx="1215929" cy="402781"/>
          </a:xfrm>
          <a:prstGeom prst="rect">
            <a:avLst/>
          </a:prstGeom>
          <a:noFill/>
        </p:spPr>
        <p:txBody>
          <a:bodyPr wrap="none" lIns="94085" tIns="47043" rIns="94085" bIns="47043" rtlCol="0">
            <a:spAutoFit/>
          </a:bodyPr>
          <a:lstStyle/>
          <a:p>
            <a:r>
              <a:rPr lang="zh-CN" altLang="en-US" sz="2000" b="1" dirty="0" smtClea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化学平衡</a:t>
            </a:r>
            <a:endParaRPr lang="zh-CN" altLang="en-US" sz="2000" b="1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56000">
                    <a:prstClr val="black">
                      <a:lumMod val="75000"/>
                      <a:lumOff val="25000"/>
                    </a:prstClr>
                  </a:gs>
                </a:gsLst>
                <a:lin ang="108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>
            <a:grpSpLocks noChangeAspect="1"/>
          </p:cNvGrpSpPr>
          <p:nvPr/>
        </p:nvGrpSpPr>
        <p:grpSpPr>
          <a:xfrm>
            <a:off x="1974160" y="1628800"/>
            <a:ext cx="507169" cy="507171"/>
            <a:chOff x="3978169" y="4566337"/>
            <a:chExt cx="1698112" cy="1698112"/>
          </a:xfrm>
        </p:grpSpPr>
        <p:sp>
          <p:nvSpPr>
            <p:cNvPr id="9" name="Oval 62"/>
            <p:cNvSpPr>
              <a:spLocks noChangeArrowheads="1"/>
            </p:cNvSpPr>
            <p:nvPr/>
          </p:nvSpPr>
          <p:spPr bwMode="auto">
            <a:xfrm>
              <a:off x="3978169" y="4566337"/>
              <a:ext cx="1698112" cy="1698112"/>
            </a:xfrm>
            <a:prstGeom prst="ellipse">
              <a:avLst/>
            </a:prstGeom>
            <a:solidFill>
              <a:srgbClr val="D61C46"/>
            </a:solidFill>
            <a:ln w="31750">
              <a:noFill/>
            </a:ln>
            <a:effectLst/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165799"/>
                </a:solidFill>
              </a:endParaRPr>
            </a:p>
          </p:txBody>
        </p:sp>
        <p:sp>
          <p:nvSpPr>
            <p:cNvPr id="10" name="Freeform 100"/>
            <p:cNvSpPr>
              <a:spLocks noEditPoints="1"/>
            </p:cNvSpPr>
            <p:nvPr/>
          </p:nvSpPr>
          <p:spPr bwMode="auto">
            <a:xfrm>
              <a:off x="4459798" y="5028177"/>
              <a:ext cx="721568" cy="774432"/>
            </a:xfrm>
            <a:custGeom>
              <a:avLst/>
              <a:gdLst>
                <a:gd name="T0" fmla="*/ 46 w 112"/>
                <a:gd name="T1" fmla="*/ 29 h 121"/>
                <a:gd name="T2" fmla="*/ 63 w 112"/>
                <a:gd name="T3" fmla="*/ 53 h 121"/>
                <a:gd name="T4" fmla="*/ 93 w 112"/>
                <a:gd name="T5" fmla="*/ 22 h 121"/>
                <a:gd name="T6" fmla="*/ 101 w 112"/>
                <a:gd name="T7" fmla="*/ 31 h 121"/>
                <a:gd name="T8" fmla="*/ 107 w 112"/>
                <a:gd name="T9" fmla="*/ 15 h 121"/>
                <a:gd name="T10" fmla="*/ 112 w 112"/>
                <a:gd name="T11" fmla="*/ 0 h 121"/>
                <a:gd name="T12" fmla="*/ 80 w 112"/>
                <a:gd name="T13" fmla="*/ 6 h 121"/>
                <a:gd name="T14" fmla="*/ 87 w 112"/>
                <a:gd name="T15" fmla="*/ 15 h 121"/>
                <a:gd name="T16" fmla="*/ 64 w 112"/>
                <a:gd name="T17" fmla="*/ 39 h 121"/>
                <a:gd name="T18" fmla="*/ 47 w 112"/>
                <a:gd name="T19" fmla="*/ 16 h 121"/>
                <a:gd name="T20" fmla="*/ 1 w 112"/>
                <a:gd name="T21" fmla="*/ 58 h 121"/>
                <a:gd name="T22" fmla="*/ 7 w 112"/>
                <a:gd name="T23" fmla="*/ 64 h 121"/>
                <a:gd name="T24" fmla="*/ 46 w 112"/>
                <a:gd name="T25" fmla="*/ 29 h 121"/>
                <a:gd name="T26" fmla="*/ 24 w 112"/>
                <a:gd name="T27" fmla="*/ 67 h 121"/>
                <a:gd name="T28" fmla="*/ 7 w 112"/>
                <a:gd name="T29" fmla="*/ 67 h 121"/>
                <a:gd name="T30" fmla="*/ 0 w 112"/>
                <a:gd name="T31" fmla="*/ 74 h 121"/>
                <a:gd name="T32" fmla="*/ 0 w 112"/>
                <a:gd name="T33" fmla="*/ 113 h 121"/>
                <a:gd name="T34" fmla="*/ 7 w 112"/>
                <a:gd name="T35" fmla="*/ 121 h 121"/>
                <a:gd name="T36" fmla="*/ 24 w 112"/>
                <a:gd name="T37" fmla="*/ 121 h 121"/>
                <a:gd name="T38" fmla="*/ 31 w 112"/>
                <a:gd name="T39" fmla="*/ 113 h 121"/>
                <a:gd name="T40" fmla="*/ 31 w 112"/>
                <a:gd name="T41" fmla="*/ 74 h 121"/>
                <a:gd name="T42" fmla="*/ 24 w 112"/>
                <a:gd name="T43" fmla="*/ 67 h 121"/>
                <a:gd name="T44" fmla="*/ 64 w 112"/>
                <a:gd name="T45" fmla="*/ 56 h 121"/>
                <a:gd name="T46" fmla="*/ 47 w 112"/>
                <a:gd name="T47" fmla="*/ 56 h 121"/>
                <a:gd name="T48" fmla="*/ 40 w 112"/>
                <a:gd name="T49" fmla="*/ 63 h 121"/>
                <a:gd name="T50" fmla="*/ 40 w 112"/>
                <a:gd name="T51" fmla="*/ 113 h 121"/>
                <a:gd name="T52" fmla="*/ 47 w 112"/>
                <a:gd name="T53" fmla="*/ 121 h 121"/>
                <a:gd name="T54" fmla="*/ 64 w 112"/>
                <a:gd name="T55" fmla="*/ 121 h 121"/>
                <a:gd name="T56" fmla="*/ 71 w 112"/>
                <a:gd name="T57" fmla="*/ 113 h 121"/>
                <a:gd name="T58" fmla="*/ 71 w 112"/>
                <a:gd name="T59" fmla="*/ 63 h 121"/>
                <a:gd name="T60" fmla="*/ 64 w 112"/>
                <a:gd name="T61" fmla="*/ 56 h 121"/>
                <a:gd name="T62" fmla="*/ 103 w 112"/>
                <a:gd name="T63" fmla="*/ 41 h 121"/>
                <a:gd name="T64" fmla="*/ 87 w 112"/>
                <a:gd name="T65" fmla="*/ 41 h 121"/>
                <a:gd name="T66" fmla="*/ 79 w 112"/>
                <a:gd name="T67" fmla="*/ 48 h 121"/>
                <a:gd name="T68" fmla="*/ 79 w 112"/>
                <a:gd name="T69" fmla="*/ 113 h 121"/>
                <a:gd name="T70" fmla="*/ 87 w 112"/>
                <a:gd name="T71" fmla="*/ 121 h 121"/>
                <a:gd name="T72" fmla="*/ 103 w 112"/>
                <a:gd name="T73" fmla="*/ 121 h 121"/>
                <a:gd name="T74" fmla="*/ 111 w 112"/>
                <a:gd name="T75" fmla="*/ 113 h 121"/>
                <a:gd name="T76" fmla="*/ 111 w 112"/>
                <a:gd name="T77" fmla="*/ 48 h 121"/>
                <a:gd name="T78" fmla="*/ 103 w 112"/>
                <a:gd name="T79" fmla="*/ 4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" h="121">
                  <a:moveTo>
                    <a:pt x="46" y="29"/>
                  </a:moveTo>
                  <a:cubicBezTo>
                    <a:pt x="63" y="53"/>
                    <a:pt x="63" y="53"/>
                    <a:pt x="63" y="53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7" y="15"/>
                    <a:pt x="107" y="15"/>
                    <a:pt x="107" y="15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80" y="6"/>
                    <a:pt x="80" y="6"/>
                    <a:pt x="80" y="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47" y="16"/>
                    <a:pt x="47" y="16"/>
                    <a:pt x="47" y="16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7" y="64"/>
                    <a:pt x="7" y="64"/>
                    <a:pt x="7" y="64"/>
                  </a:cubicBezTo>
                  <a:lnTo>
                    <a:pt x="46" y="29"/>
                  </a:lnTo>
                  <a:close/>
                  <a:moveTo>
                    <a:pt x="24" y="67"/>
                  </a:move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70"/>
                    <a:pt x="0" y="74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0" y="117"/>
                    <a:pt x="3" y="121"/>
                    <a:pt x="7" y="121"/>
                  </a:cubicBezTo>
                  <a:cubicBezTo>
                    <a:pt x="24" y="121"/>
                    <a:pt x="24" y="121"/>
                    <a:pt x="24" y="121"/>
                  </a:cubicBezTo>
                  <a:cubicBezTo>
                    <a:pt x="28" y="121"/>
                    <a:pt x="31" y="117"/>
                    <a:pt x="31" y="113"/>
                  </a:cubicBezTo>
                  <a:cubicBezTo>
                    <a:pt x="31" y="74"/>
                    <a:pt x="31" y="74"/>
                    <a:pt x="31" y="74"/>
                  </a:cubicBezTo>
                  <a:cubicBezTo>
                    <a:pt x="31" y="70"/>
                    <a:pt x="28" y="67"/>
                    <a:pt x="24" y="67"/>
                  </a:cubicBezTo>
                  <a:close/>
                  <a:moveTo>
                    <a:pt x="64" y="56"/>
                  </a:moveTo>
                  <a:cubicBezTo>
                    <a:pt x="47" y="56"/>
                    <a:pt x="47" y="56"/>
                    <a:pt x="47" y="56"/>
                  </a:cubicBezTo>
                  <a:cubicBezTo>
                    <a:pt x="43" y="56"/>
                    <a:pt x="40" y="59"/>
                    <a:pt x="40" y="63"/>
                  </a:cubicBezTo>
                  <a:cubicBezTo>
                    <a:pt x="40" y="113"/>
                    <a:pt x="40" y="113"/>
                    <a:pt x="40" y="113"/>
                  </a:cubicBezTo>
                  <a:cubicBezTo>
                    <a:pt x="40" y="117"/>
                    <a:pt x="43" y="121"/>
                    <a:pt x="47" y="121"/>
                  </a:cubicBezTo>
                  <a:cubicBezTo>
                    <a:pt x="64" y="121"/>
                    <a:pt x="64" y="121"/>
                    <a:pt x="64" y="121"/>
                  </a:cubicBezTo>
                  <a:cubicBezTo>
                    <a:pt x="68" y="121"/>
                    <a:pt x="71" y="117"/>
                    <a:pt x="71" y="113"/>
                  </a:cubicBezTo>
                  <a:cubicBezTo>
                    <a:pt x="71" y="63"/>
                    <a:pt x="71" y="63"/>
                    <a:pt x="71" y="63"/>
                  </a:cubicBezTo>
                  <a:cubicBezTo>
                    <a:pt x="71" y="59"/>
                    <a:pt x="68" y="56"/>
                    <a:pt x="64" y="56"/>
                  </a:cubicBezTo>
                  <a:close/>
                  <a:moveTo>
                    <a:pt x="103" y="41"/>
                  </a:moveTo>
                  <a:cubicBezTo>
                    <a:pt x="87" y="41"/>
                    <a:pt x="87" y="41"/>
                    <a:pt x="87" y="41"/>
                  </a:cubicBezTo>
                  <a:cubicBezTo>
                    <a:pt x="83" y="41"/>
                    <a:pt x="79" y="44"/>
                    <a:pt x="79" y="48"/>
                  </a:cubicBezTo>
                  <a:cubicBezTo>
                    <a:pt x="79" y="113"/>
                    <a:pt x="79" y="113"/>
                    <a:pt x="79" y="113"/>
                  </a:cubicBezTo>
                  <a:cubicBezTo>
                    <a:pt x="79" y="117"/>
                    <a:pt x="83" y="121"/>
                    <a:pt x="87" y="121"/>
                  </a:cubicBezTo>
                  <a:cubicBezTo>
                    <a:pt x="103" y="121"/>
                    <a:pt x="103" y="121"/>
                    <a:pt x="103" y="121"/>
                  </a:cubicBezTo>
                  <a:cubicBezTo>
                    <a:pt x="107" y="121"/>
                    <a:pt x="111" y="117"/>
                    <a:pt x="111" y="113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1" y="44"/>
                    <a:pt x="107" y="41"/>
                    <a:pt x="103" y="4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grpSp>
        <p:nvGrpSpPr>
          <p:cNvPr id="11" name="组合 10"/>
          <p:cNvGrpSpPr>
            <a:grpSpLocks noChangeAspect="1"/>
          </p:cNvGrpSpPr>
          <p:nvPr/>
        </p:nvGrpSpPr>
        <p:grpSpPr>
          <a:xfrm>
            <a:off x="1974158" y="3102411"/>
            <a:ext cx="507169" cy="507171"/>
            <a:chOff x="8016397" y="4566337"/>
            <a:chExt cx="1698112" cy="1698112"/>
          </a:xfrm>
        </p:grpSpPr>
        <p:sp>
          <p:nvSpPr>
            <p:cNvPr id="12" name="Oval 62"/>
            <p:cNvSpPr>
              <a:spLocks noChangeArrowheads="1"/>
            </p:cNvSpPr>
            <p:nvPr/>
          </p:nvSpPr>
          <p:spPr bwMode="auto">
            <a:xfrm>
              <a:off x="8016397" y="4566337"/>
              <a:ext cx="1698112" cy="1698112"/>
            </a:xfrm>
            <a:prstGeom prst="ellipse">
              <a:avLst/>
            </a:prstGeom>
            <a:solidFill>
              <a:srgbClr val="E4BE33"/>
            </a:solidFill>
            <a:ln w="31750">
              <a:noFill/>
            </a:ln>
            <a:effectLst/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108"/>
            <p:cNvSpPr>
              <a:spLocks noEditPoints="1"/>
            </p:cNvSpPr>
            <p:nvPr/>
          </p:nvSpPr>
          <p:spPr bwMode="auto">
            <a:xfrm>
              <a:off x="8492332" y="5072393"/>
              <a:ext cx="757494" cy="760218"/>
            </a:xfrm>
            <a:custGeom>
              <a:avLst/>
              <a:gdLst>
                <a:gd name="T0" fmla="*/ 97 w 115"/>
                <a:gd name="T1" fmla="*/ 48 h 115"/>
                <a:gd name="T2" fmla="*/ 91 w 115"/>
                <a:gd name="T3" fmla="*/ 41 h 115"/>
                <a:gd name="T4" fmla="*/ 102 w 115"/>
                <a:gd name="T5" fmla="*/ 26 h 115"/>
                <a:gd name="T6" fmla="*/ 94 w 115"/>
                <a:gd name="T7" fmla="*/ 13 h 115"/>
                <a:gd name="T8" fmla="*/ 79 w 115"/>
                <a:gd name="T9" fmla="*/ 23 h 115"/>
                <a:gd name="T10" fmla="*/ 70 w 115"/>
                <a:gd name="T11" fmla="*/ 22 h 115"/>
                <a:gd name="T12" fmla="*/ 67 w 115"/>
                <a:gd name="T13" fmla="*/ 3 h 115"/>
                <a:gd name="T14" fmla="*/ 52 w 115"/>
                <a:gd name="T15" fmla="*/ 0 h 115"/>
                <a:gd name="T16" fmla="*/ 48 w 115"/>
                <a:gd name="T17" fmla="*/ 18 h 115"/>
                <a:gd name="T18" fmla="*/ 41 w 115"/>
                <a:gd name="T19" fmla="*/ 24 h 115"/>
                <a:gd name="T20" fmla="*/ 26 w 115"/>
                <a:gd name="T21" fmla="*/ 13 h 115"/>
                <a:gd name="T22" fmla="*/ 13 w 115"/>
                <a:gd name="T23" fmla="*/ 21 h 115"/>
                <a:gd name="T24" fmla="*/ 23 w 115"/>
                <a:gd name="T25" fmla="*/ 36 h 115"/>
                <a:gd name="T26" fmla="*/ 22 w 115"/>
                <a:gd name="T27" fmla="*/ 45 h 115"/>
                <a:gd name="T28" fmla="*/ 4 w 115"/>
                <a:gd name="T29" fmla="*/ 48 h 115"/>
                <a:gd name="T30" fmla="*/ 0 w 115"/>
                <a:gd name="T31" fmla="*/ 63 h 115"/>
                <a:gd name="T32" fmla="*/ 18 w 115"/>
                <a:gd name="T33" fmla="*/ 66 h 115"/>
                <a:gd name="T34" fmla="*/ 24 w 115"/>
                <a:gd name="T35" fmla="*/ 73 h 115"/>
                <a:gd name="T36" fmla="*/ 13 w 115"/>
                <a:gd name="T37" fmla="*/ 89 h 115"/>
                <a:gd name="T38" fmla="*/ 21 w 115"/>
                <a:gd name="T39" fmla="*/ 102 h 115"/>
                <a:gd name="T40" fmla="*/ 36 w 115"/>
                <a:gd name="T41" fmla="*/ 92 h 115"/>
                <a:gd name="T42" fmla="*/ 45 w 115"/>
                <a:gd name="T43" fmla="*/ 92 h 115"/>
                <a:gd name="T44" fmla="*/ 48 w 115"/>
                <a:gd name="T45" fmla="*/ 111 h 115"/>
                <a:gd name="T46" fmla="*/ 63 w 115"/>
                <a:gd name="T47" fmla="*/ 115 h 115"/>
                <a:gd name="T48" fmla="*/ 67 w 115"/>
                <a:gd name="T49" fmla="*/ 97 h 115"/>
                <a:gd name="T50" fmla="*/ 74 w 115"/>
                <a:gd name="T51" fmla="*/ 91 h 115"/>
                <a:gd name="T52" fmla="*/ 89 w 115"/>
                <a:gd name="T53" fmla="*/ 102 h 115"/>
                <a:gd name="T54" fmla="*/ 102 w 115"/>
                <a:gd name="T55" fmla="*/ 94 h 115"/>
                <a:gd name="T56" fmla="*/ 92 w 115"/>
                <a:gd name="T57" fmla="*/ 79 h 115"/>
                <a:gd name="T58" fmla="*/ 93 w 115"/>
                <a:gd name="T59" fmla="*/ 70 h 115"/>
                <a:gd name="T60" fmla="*/ 112 w 115"/>
                <a:gd name="T61" fmla="*/ 66 h 115"/>
                <a:gd name="T62" fmla="*/ 115 w 115"/>
                <a:gd name="T63" fmla="*/ 52 h 115"/>
                <a:gd name="T64" fmla="*/ 58 w 115"/>
                <a:gd name="T65" fmla="*/ 79 h 115"/>
                <a:gd name="T66" fmla="*/ 58 w 115"/>
                <a:gd name="T67" fmla="*/ 36 h 115"/>
                <a:gd name="T68" fmla="*/ 58 w 115"/>
                <a:gd name="T69" fmla="*/ 79 h 115"/>
                <a:gd name="T70" fmla="*/ 49 w 115"/>
                <a:gd name="T71" fmla="*/ 57 h 115"/>
                <a:gd name="T72" fmla="*/ 67 w 115"/>
                <a:gd name="T73" fmla="*/ 5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5" h="115">
                  <a:moveTo>
                    <a:pt x="112" y="48"/>
                  </a:moveTo>
                  <a:cubicBezTo>
                    <a:pt x="97" y="48"/>
                    <a:pt x="97" y="48"/>
                    <a:pt x="97" y="48"/>
                  </a:cubicBezTo>
                  <a:cubicBezTo>
                    <a:pt x="95" y="48"/>
                    <a:pt x="93" y="47"/>
                    <a:pt x="93" y="45"/>
                  </a:cubicBezTo>
                  <a:cubicBezTo>
                    <a:pt x="91" y="41"/>
                    <a:pt x="91" y="41"/>
                    <a:pt x="91" y="41"/>
                  </a:cubicBezTo>
                  <a:cubicBezTo>
                    <a:pt x="90" y="40"/>
                    <a:pt x="91" y="37"/>
                    <a:pt x="92" y="36"/>
                  </a:cubicBezTo>
                  <a:cubicBezTo>
                    <a:pt x="102" y="26"/>
                    <a:pt x="102" y="26"/>
                    <a:pt x="102" y="26"/>
                  </a:cubicBezTo>
                  <a:cubicBezTo>
                    <a:pt x="104" y="24"/>
                    <a:pt x="104" y="22"/>
                    <a:pt x="102" y="21"/>
                  </a:cubicBezTo>
                  <a:cubicBezTo>
                    <a:pt x="94" y="13"/>
                    <a:pt x="94" y="13"/>
                    <a:pt x="94" y="13"/>
                  </a:cubicBezTo>
                  <a:cubicBezTo>
                    <a:pt x="93" y="11"/>
                    <a:pt x="91" y="11"/>
                    <a:pt x="89" y="13"/>
                  </a:cubicBezTo>
                  <a:cubicBezTo>
                    <a:pt x="79" y="23"/>
                    <a:pt x="79" y="23"/>
                    <a:pt x="79" y="23"/>
                  </a:cubicBezTo>
                  <a:cubicBezTo>
                    <a:pt x="78" y="24"/>
                    <a:pt x="75" y="25"/>
                    <a:pt x="74" y="24"/>
                  </a:cubicBezTo>
                  <a:cubicBezTo>
                    <a:pt x="70" y="22"/>
                    <a:pt x="70" y="22"/>
                    <a:pt x="70" y="22"/>
                  </a:cubicBezTo>
                  <a:cubicBezTo>
                    <a:pt x="68" y="22"/>
                    <a:pt x="67" y="20"/>
                    <a:pt x="67" y="18"/>
                  </a:cubicBezTo>
                  <a:cubicBezTo>
                    <a:pt x="67" y="3"/>
                    <a:pt x="67" y="3"/>
                    <a:pt x="67" y="3"/>
                  </a:cubicBezTo>
                  <a:cubicBezTo>
                    <a:pt x="67" y="1"/>
                    <a:pt x="65" y="0"/>
                    <a:pt x="63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0" y="0"/>
                    <a:pt x="48" y="1"/>
                    <a:pt x="48" y="3"/>
                  </a:cubicBezTo>
                  <a:cubicBezTo>
                    <a:pt x="48" y="18"/>
                    <a:pt x="48" y="18"/>
                    <a:pt x="48" y="18"/>
                  </a:cubicBezTo>
                  <a:cubicBezTo>
                    <a:pt x="48" y="20"/>
                    <a:pt x="47" y="22"/>
                    <a:pt x="45" y="22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0" y="25"/>
                    <a:pt x="37" y="24"/>
                    <a:pt x="36" y="2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5" y="11"/>
                    <a:pt x="22" y="11"/>
                    <a:pt x="21" y="13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2" y="22"/>
                    <a:pt x="12" y="24"/>
                    <a:pt x="13" y="2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4" y="37"/>
                    <a:pt x="25" y="40"/>
                    <a:pt x="24" y="41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2" y="47"/>
                    <a:pt x="20" y="48"/>
                    <a:pt x="18" y="48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" y="48"/>
                    <a:pt x="0" y="50"/>
                    <a:pt x="0" y="52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5"/>
                    <a:pt x="2" y="66"/>
                    <a:pt x="4" y="66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20" y="66"/>
                    <a:pt x="22" y="68"/>
                    <a:pt x="22" y="70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5"/>
                    <a:pt x="24" y="78"/>
                    <a:pt x="23" y="79"/>
                  </a:cubicBezTo>
                  <a:cubicBezTo>
                    <a:pt x="13" y="89"/>
                    <a:pt x="13" y="89"/>
                    <a:pt x="13" y="89"/>
                  </a:cubicBezTo>
                  <a:cubicBezTo>
                    <a:pt x="12" y="90"/>
                    <a:pt x="12" y="93"/>
                    <a:pt x="13" y="94"/>
                  </a:cubicBezTo>
                  <a:cubicBezTo>
                    <a:pt x="21" y="102"/>
                    <a:pt x="21" y="102"/>
                    <a:pt x="21" y="102"/>
                  </a:cubicBezTo>
                  <a:cubicBezTo>
                    <a:pt x="22" y="103"/>
                    <a:pt x="25" y="103"/>
                    <a:pt x="26" y="102"/>
                  </a:cubicBezTo>
                  <a:cubicBezTo>
                    <a:pt x="36" y="92"/>
                    <a:pt x="36" y="92"/>
                    <a:pt x="36" y="92"/>
                  </a:cubicBezTo>
                  <a:cubicBezTo>
                    <a:pt x="37" y="90"/>
                    <a:pt x="40" y="90"/>
                    <a:pt x="41" y="91"/>
                  </a:cubicBezTo>
                  <a:cubicBezTo>
                    <a:pt x="45" y="92"/>
                    <a:pt x="45" y="92"/>
                    <a:pt x="45" y="92"/>
                  </a:cubicBezTo>
                  <a:cubicBezTo>
                    <a:pt x="47" y="93"/>
                    <a:pt x="48" y="95"/>
                    <a:pt x="48" y="97"/>
                  </a:cubicBezTo>
                  <a:cubicBezTo>
                    <a:pt x="48" y="111"/>
                    <a:pt x="48" y="111"/>
                    <a:pt x="48" y="111"/>
                  </a:cubicBezTo>
                  <a:cubicBezTo>
                    <a:pt x="48" y="113"/>
                    <a:pt x="50" y="115"/>
                    <a:pt x="52" y="115"/>
                  </a:cubicBezTo>
                  <a:cubicBezTo>
                    <a:pt x="63" y="115"/>
                    <a:pt x="63" y="115"/>
                    <a:pt x="63" y="115"/>
                  </a:cubicBezTo>
                  <a:cubicBezTo>
                    <a:pt x="65" y="115"/>
                    <a:pt x="67" y="113"/>
                    <a:pt x="67" y="111"/>
                  </a:cubicBezTo>
                  <a:cubicBezTo>
                    <a:pt x="67" y="97"/>
                    <a:pt x="67" y="97"/>
                    <a:pt x="67" y="97"/>
                  </a:cubicBezTo>
                  <a:cubicBezTo>
                    <a:pt x="67" y="95"/>
                    <a:pt x="68" y="93"/>
                    <a:pt x="70" y="92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5" y="90"/>
                    <a:pt x="78" y="90"/>
                    <a:pt x="79" y="92"/>
                  </a:cubicBezTo>
                  <a:cubicBezTo>
                    <a:pt x="89" y="102"/>
                    <a:pt x="89" y="102"/>
                    <a:pt x="89" y="102"/>
                  </a:cubicBezTo>
                  <a:cubicBezTo>
                    <a:pt x="91" y="103"/>
                    <a:pt x="93" y="103"/>
                    <a:pt x="94" y="102"/>
                  </a:cubicBezTo>
                  <a:cubicBezTo>
                    <a:pt x="102" y="94"/>
                    <a:pt x="102" y="94"/>
                    <a:pt x="102" y="94"/>
                  </a:cubicBezTo>
                  <a:cubicBezTo>
                    <a:pt x="104" y="93"/>
                    <a:pt x="104" y="90"/>
                    <a:pt x="102" y="89"/>
                  </a:cubicBezTo>
                  <a:cubicBezTo>
                    <a:pt x="92" y="79"/>
                    <a:pt x="92" y="79"/>
                    <a:pt x="92" y="79"/>
                  </a:cubicBezTo>
                  <a:cubicBezTo>
                    <a:pt x="91" y="78"/>
                    <a:pt x="90" y="75"/>
                    <a:pt x="91" y="73"/>
                  </a:cubicBezTo>
                  <a:cubicBezTo>
                    <a:pt x="93" y="70"/>
                    <a:pt x="93" y="70"/>
                    <a:pt x="93" y="70"/>
                  </a:cubicBezTo>
                  <a:cubicBezTo>
                    <a:pt x="93" y="68"/>
                    <a:pt x="95" y="66"/>
                    <a:pt x="97" y="66"/>
                  </a:cubicBezTo>
                  <a:cubicBezTo>
                    <a:pt x="112" y="66"/>
                    <a:pt x="112" y="66"/>
                    <a:pt x="112" y="66"/>
                  </a:cubicBezTo>
                  <a:cubicBezTo>
                    <a:pt x="113" y="66"/>
                    <a:pt x="115" y="65"/>
                    <a:pt x="115" y="63"/>
                  </a:cubicBezTo>
                  <a:cubicBezTo>
                    <a:pt x="115" y="52"/>
                    <a:pt x="115" y="52"/>
                    <a:pt x="115" y="52"/>
                  </a:cubicBezTo>
                  <a:cubicBezTo>
                    <a:pt x="115" y="50"/>
                    <a:pt x="113" y="48"/>
                    <a:pt x="112" y="48"/>
                  </a:cubicBezTo>
                  <a:close/>
                  <a:moveTo>
                    <a:pt x="58" y="79"/>
                  </a:moveTo>
                  <a:cubicBezTo>
                    <a:pt x="46" y="79"/>
                    <a:pt x="36" y="69"/>
                    <a:pt x="36" y="57"/>
                  </a:cubicBezTo>
                  <a:cubicBezTo>
                    <a:pt x="36" y="46"/>
                    <a:pt x="46" y="36"/>
                    <a:pt x="58" y="36"/>
                  </a:cubicBezTo>
                  <a:cubicBezTo>
                    <a:pt x="69" y="36"/>
                    <a:pt x="79" y="46"/>
                    <a:pt x="79" y="57"/>
                  </a:cubicBezTo>
                  <a:cubicBezTo>
                    <a:pt x="79" y="69"/>
                    <a:pt x="69" y="79"/>
                    <a:pt x="58" y="79"/>
                  </a:cubicBezTo>
                  <a:close/>
                  <a:moveTo>
                    <a:pt x="58" y="48"/>
                  </a:moveTo>
                  <a:cubicBezTo>
                    <a:pt x="53" y="48"/>
                    <a:pt x="49" y="52"/>
                    <a:pt x="49" y="57"/>
                  </a:cubicBezTo>
                  <a:cubicBezTo>
                    <a:pt x="49" y="62"/>
                    <a:pt x="53" y="66"/>
                    <a:pt x="58" y="66"/>
                  </a:cubicBezTo>
                  <a:cubicBezTo>
                    <a:pt x="63" y="66"/>
                    <a:pt x="67" y="62"/>
                    <a:pt x="67" y="57"/>
                  </a:cubicBezTo>
                  <a:cubicBezTo>
                    <a:pt x="67" y="52"/>
                    <a:pt x="63" y="48"/>
                    <a:pt x="5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4" name="TextBox 41"/>
          <p:cNvSpPr txBox="1"/>
          <p:nvPr/>
        </p:nvSpPr>
        <p:spPr>
          <a:xfrm>
            <a:off x="2600193" y="4737616"/>
            <a:ext cx="3971663" cy="420030"/>
          </a:xfrm>
          <a:prstGeom prst="rect">
            <a:avLst/>
          </a:prstGeom>
          <a:noFill/>
        </p:spPr>
        <p:txBody>
          <a:bodyPr wrap="square" lIns="94085" tIns="47043" rIns="94085" bIns="47043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紫外可见分光光度计</a:t>
            </a:r>
            <a:endParaRPr lang="zh-CN" altLang="en-US" b="1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56000">
                    <a:prstClr val="black">
                      <a:lumMod val="75000"/>
                      <a:lumOff val="25000"/>
                    </a:prstClr>
                  </a:gs>
                </a:gsLst>
                <a:lin ang="108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42"/>
          <p:cNvSpPr txBox="1"/>
          <p:nvPr/>
        </p:nvSpPr>
        <p:spPr>
          <a:xfrm>
            <a:off x="2607876" y="4325897"/>
            <a:ext cx="702969" cy="402781"/>
          </a:xfrm>
          <a:prstGeom prst="rect">
            <a:avLst/>
          </a:prstGeom>
          <a:noFill/>
        </p:spPr>
        <p:txBody>
          <a:bodyPr wrap="none" lIns="94085" tIns="47043" rIns="94085" bIns="47043" rtlCol="0">
            <a:spAutoFit/>
          </a:bodyPr>
          <a:lstStyle/>
          <a:p>
            <a:r>
              <a:rPr lang="zh-CN" altLang="en-US" sz="2000" b="1" dirty="0" smtClea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zh-CN" altLang="en-US" sz="2000" b="1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56000">
                    <a:prstClr val="black">
                      <a:lumMod val="75000"/>
                      <a:lumOff val="25000"/>
                    </a:prstClr>
                  </a:gs>
                </a:gsLst>
                <a:lin ang="108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>
            <a:grpSpLocks noChangeAspect="1"/>
          </p:cNvGrpSpPr>
          <p:nvPr/>
        </p:nvGrpSpPr>
        <p:grpSpPr>
          <a:xfrm>
            <a:off x="1974158" y="4268097"/>
            <a:ext cx="507169" cy="507171"/>
            <a:chOff x="8016395" y="2078716"/>
            <a:chExt cx="1698112" cy="1698114"/>
          </a:xfrm>
        </p:grpSpPr>
        <p:sp>
          <p:nvSpPr>
            <p:cNvPr id="17" name="Oval 62"/>
            <p:cNvSpPr>
              <a:spLocks noChangeArrowheads="1"/>
            </p:cNvSpPr>
            <p:nvPr/>
          </p:nvSpPr>
          <p:spPr bwMode="auto">
            <a:xfrm>
              <a:off x="8016395" y="2078716"/>
              <a:ext cx="1698112" cy="1698114"/>
            </a:xfrm>
            <a:prstGeom prst="ellipse">
              <a:avLst/>
            </a:prstGeom>
            <a:solidFill>
              <a:srgbClr val="61BB46"/>
            </a:solidFill>
            <a:ln w="31750">
              <a:noFill/>
            </a:ln>
            <a:effectLst/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96"/>
            <p:cNvSpPr>
              <a:spLocks noEditPoints="1"/>
            </p:cNvSpPr>
            <p:nvPr/>
          </p:nvSpPr>
          <p:spPr bwMode="auto">
            <a:xfrm>
              <a:off x="8492332" y="2553086"/>
              <a:ext cx="701837" cy="762862"/>
            </a:xfrm>
            <a:custGeom>
              <a:avLst/>
              <a:gdLst>
                <a:gd name="T0" fmla="*/ 34 w 114"/>
                <a:gd name="T1" fmla="*/ 58 h 124"/>
                <a:gd name="T2" fmla="*/ 7 w 114"/>
                <a:gd name="T3" fmla="*/ 57 h 124"/>
                <a:gd name="T4" fmla="*/ 9 w 114"/>
                <a:gd name="T5" fmla="*/ 108 h 124"/>
                <a:gd name="T6" fmla="*/ 37 w 114"/>
                <a:gd name="T7" fmla="*/ 112 h 124"/>
                <a:gd name="T8" fmla="*/ 34 w 114"/>
                <a:gd name="T9" fmla="*/ 58 h 124"/>
                <a:gd name="T10" fmla="*/ 113 w 114"/>
                <a:gd name="T11" fmla="*/ 73 h 124"/>
                <a:gd name="T12" fmla="*/ 107 w 114"/>
                <a:gd name="T13" fmla="*/ 66 h 124"/>
                <a:gd name="T14" fmla="*/ 112 w 114"/>
                <a:gd name="T15" fmla="*/ 59 h 124"/>
                <a:gd name="T16" fmla="*/ 85 w 114"/>
                <a:gd name="T17" fmla="*/ 48 h 124"/>
                <a:gd name="T18" fmla="*/ 80 w 114"/>
                <a:gd name="T19" fmla="*/ 39 h 124"/>
                <a:gd name="T20" fmla="*/ 96 w 114"/>
                <a:gd name="T21" fmla="*/ 21 h 124"/>
                <a:gd name="T22" fmla="*/ 90 w 114"/>
                <a:gd name="T23" fmla="*/ 4 h 124"/>
                <a:gd name="T24" fmla="*/ 58 w 114"/>
                <a:gd name="T25" fmla="*/ 35 h 124"/>
                <a:gd name="T26" fmla="*/ 39 w 114"/>
                <a:gd name="T27" fmla="*/ 59 h 124"/>
                <a:gd name="T28" fmla="*/ 42 w 114"/>
                <a:gd name="T29" fmla="*/ 111 h 124"/>
                <a:gd name="T30" fmla="*/ 91 w 114"/>
                <a:gd name="T31" fmla="*/ 119 h 124"/>
                <a:gd name="T32" fmla="*/ 103 w 114"/>
                <a:gd name="T33" fmla="*/ 108 h 124"/>
                <a:gd name="T34" fmla="*/ 100 w 114"/>
                <a:gd name="T35" fmla="*/ 101 h 124"/>
                <a:gd name="T36" fmla="*/ 109 w 114"/>
                <a:gd name="T37" fmla="*/ 93 h 124"/>
                <a:gd name="T38" fmla="*/ 106 w 114"/>
                <a:gd name="T39" fmla="*/ 83 h 124"/>
                <a:gd name="T40" fmla="*/ 113 w 114"/>
                <a:gd name="T41" fmla="*/ 73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4" h="124">
                  <a:moveTo>
                    <a:pt x="34" y="58"/>
                  </a:moveTo>
                  <a:cubicBezTo>
                    <a:pt x="24" y="54"/>
                    <a:pt x="7" y="57"/>
                    <a:pt x="7" y="57"/>
                  </a:cubicBezTo>
                  <a:cubicBezTo>
                    <a:pt x="0" y="78"/>
                    <a:pt x="9" y="108"/>
                    <a:pt x="9" y="108"/>
                  </a:cubicBezTo>
                  <a:cubicBezTo>
                    <a:pt x="20" y="117"/>
                    <a:pt x="37" y="112"/>
                    <a:pt x="37" y="112"/>
                  </a:cubicBezTo>
                  <a:cubicBezTo>
                    <a:pt x="31" y="95"/>
                    <a:pt x="34" y="58"/>
                    <a:pt x="34" y="58"/>
                  </a:cubicBezTo>
                  <a:close/>
                  <a:moveTo>
                    <a:pt x="113" y="73"/>
                  </a:moveTo>
                  <a:cubicBezTo>
                    <a:pt x="114" y="66"/>
                    <a:pt x="107" y="66"/>
                    <a:pt x="107" y="66"/>
                  </a:cubicBezTo>
                  <a:cubicBezTo>
                    <a:pt x="113" y="66"/>
                    <a:pt x="112" y="59"/>
                    <a:pt x="112" y="59"/>
                  </a:cubicBezTo>
                  <a:cubicBezTo>
                    <a:pt x="110" y="43"/>
                    <a:pt x="95" y="50"/>
                    <a:pt x="85" y="48"/>
                  </a:cubicBezTo>
                  <a:cubicBezTo>
                    <a:pt x="76" y="46"/>
                    <a:pt x="80" y="39"/>
                    <a:pt x="80" y="39"/>
                  </a:cubicBezTo>
                  <a:cubicBezTo>
                    <a:pt x="92" y="31"/>
                    <a:pt x="96" y="21"/>
                    <a:pt x="96" y="21"/>
                  </a:cubicBezTo>
                  <a:cubicBezTo>
                    <a:pt x="101" y="0"/>
                    <a:pt x="90" y="4"/>
                    <a:pt x="90" y="4"/>
                  </a:cubicBezTo>
                  <a:cubicBezTo>
                    <a:pt x="87" y="10"/>
                    <a:pt x="66" y="30"/>
                    <a:pt x="58" y="35"/>
                  </a:cubicBezTo>
                  <a:cubicBezTo>
                    <a:pt x="48" y="42"/>
                    <a:pt x="39" y="59"/>
                    <a:pt x="39" y="59"/>
                  </a:cubicBezTo>
                  <a:cubicBezTo>
                    <a:pt x="35" y="78"/>
                    <a:pt x="42" y="111"/>
                    <a:pt x="42" y="111"/>
                  </a:cubicBezTo>
                  <a:cubicBezTo>
                    <a:pt x="63" y="124"/>
                    <a:pt x="91" y="119"/>
                    <a:pt x="91" y="119"/>
                  </a:cubicBezTo>
                  <a:cubicBezTo>
                    <a:pt x="102" y="117"/>
                    <a:pt x="103" y="108"/>
                    <a:pt x="103" y="108"/>
                  </a:cubicBezTo>
                  <a:cubicBezTo>
                    <a:pt x="105" y="102"/>
                    <a:pt x="100" y="101"/>
                    <a:pt x="100" y="101"/>
                  </a:cubicBezTo>
                  <a:cubicBezTo>
                    <a:pt x="108" y="102"/>
                    <a:pt x="109" y="93"/>
                    <a:pt x="109" y="93"/>
                  </a:cubicBezTo>
                  <a:cubicBezTo>
                    <a:pt x="112" y="84"/>
                    <a:pt x="106" y="83"/>
                    <a:pt x="106" y="83"/>
                  </a:cubicBezTo>
                  <a:cubicBezTo>
                    <a:pt x="112" y="84"/>
                    <a:pt x="113" y="73"/>
                    <a:pt x="113" y="7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9" name="TextBox 19"/>
          <p:cNvSpPr txBox="1">
            <a:spLocks noGrp="1"/>
          </p:cNvSpPr>
          <p:nvPr>
            <p:ph type="title"/>
          </p:nvPr>
        </p:nvSpPr>
        <p:spPr>
          <a:xfrm>
            <a:off x="3248270" y="116632"/>
            <a:ext cx="20313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教学内容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49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5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85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repeatCount="indefinite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xit" presetSubtype="4" fill="hold" grpId="1" nodeType="withEffect">
                                  <p:stCondLst>
                                    <p:cond delay="6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55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2" nodeType="withEffect">
                                  <p:stCondLst>
                                    <p:cond delay="6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4" grpId="0"/>
      <p:bldP spid="15" grpId="0"/>
      <p:bldP spid="19" grpId="0"/>
      <p:bldP spid="19" grpId="1"/>
      <p:bldP spid="19" grpId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32608" y="920283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无机及分析化学实验</a:t>
            </a:r>
            <a:r>
              <a:rPr lang="en-US" altLang="zh-CN" sz="2400" b="1" dirty="0" smtClean="0"/>
              <a:t>——</a:t>
            </a:r>
            <a:r>
              <a:rPr lang="zh-CN" altLang="en-US" sz="2400" b="1" dirty="0" smtClean="0"/>
              <a:t>理论与实践相结合</a:t>
            </a:r>
            <a:endParaRPr lang="zh-CN" altLang="en-US" sz="2400" b="1" dirty="0"/>
          </a:p>
        </p:txBody>
      </p:sp>
      <p:sp>
        <p:nvSpPr>
          <p:cNvPr id="5" name="矩形 4"/>
          <p:cNvSpPr/>
          <p:nvPr/>
        </p:nvSpPr>
        <p:spPr>
          <a:xfrm>
            <a:off x="3664091" y="1878944"/>
            <a:ext cx="489654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zh-CN" sz="2000" b="1" dirty="0">
                <a:solidFill>
                  <a:srgbClr val="000000"/>
                </a:solidFill>
                <a:cs typeface="宋体" panose="02010600030101010101" pitchFamily="2" charset="-122"/>
              </a:rPr>
              <a:t>培养学生独立操作、数据记录和处理、误差分析、结果表达、撰写报告等多方面的能力，</a:t>
            </a:r>
            <a:r>
              <a:rPr lang="zh-CN" altLang="zh-CN" sz="2000" b="1" kern="100" dirty="0">
                <a:cs typeface="宋体" panose="02010600030101010101" pitchFamily="2" charset="-122"/>
              </a:rPr>
              <a:t>培养井然有序的实验室工作习惯、严谨的实验态度和良好的团队合作精神</a:t>
            </a:r>
            <a:endParaRPr lang="zh-CN" altLang="en-US" sz="2000" b="1" dirty="0"/>
          </a:p>
        </p:txBody>
      </p:sp>
      <p:sp>
        <p:nvSpPr>
          <p:cNvPr id="6" name="矩形 5"/>
          <p:cNvSpPr/>
          <p:nvPr/>
        </p:nvSpPr>
        <p:spPr>
          <a:xfrm>
            <a:off x="3664091" y="3603572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zh-CN" sz="2000" b="1" kern="100" dirty="0">
                <a:cs typeface="宋体" panose="02010600030101010101" pitchFamily="2" charset="-122"/>
              </a:rPr>
              <a:t>通过无机实验使</a:t>
            </a:r>
            <a:r>
              <a:rPr lang="zh-CN" altLang="zh-CN" sz="2000" b="1" kern="100" dirty="0" smtClean="0">
                <a:cs typeface="宋体" panose="02010600030101010101" pitchFamily="2" charset="-122"/>
              </a:rPr>
              <a:t>学生</a:t>
            </a:r>
            <a:r>
              <a:rPr lang="zh-CN" altLang="en-US" sz="2000" b="1" u="sng" kern="100" dirty="0" smtClean="0">
                <a:cs typeface="宋体" panose="02010600030101010101" pitchFamily="2" charset="-122"/>
              </a:rPr>
              <a:t>通过实践掌握并巩固理论知识，用理论指导实践，用实践验证理论。</a:t>
            </a:r>
            <a:r>
              <a:rPr lang="zh-CN" altLang="zh-CN" sz="2000" b="1" dirty="0" smtClean="0">
                <a:solidFill>
                  <a:srgbClr val="000000"/>
                </a:solidFill>
                <a:cs typeface="宋体" panose="02010600030101010101" pitchFamily="2" charset="-122"/>
              </a:rPr>
              <a:t>培养</a:t>
            </a:r>
            <a:r>
              <a:rPr lang="zh-CN" altLang="zh-CN" sz="2000" b="1" dirty="0">
                <a:solidFill>
                  <a:srgbClr val="000000"/>
                </a:solidFill>
                <a:cs typeface="宋体" panose="02010600030101010101" pitchFamily="2" charset="-122"/>
              </a:rPr>
              <a:t>学生的动手能力、观察和解释实验现象的能力、分析问题和解决问题的能力、实验设计能力和创新能力</a:t>
            </a:r>
            <a:r>
              <a:rPr lang="zh-CN" altLang="zh-CN" sz="2000" b="1" kern="100" dirty="0">
                <a:cs typeface="宋体" panose="02010600030101010101" pitchFamily="2" charset="-122"/>
              </a:rPr>
              <a:t>。</a:t>
            </a:r>
            <a:endParaRPr lang="zh-CN" altLang="en-US" sz="2000" b="1" dirty="0"/>
          </a:p>
        </p:txBody>
      </p:sp>
      <p:sp>
        <p:nvSpPr>
          <p:cNvPr id="7" name="Freeform 5"/>
          <p:cNvSpPr/>
          <p:nvPr/>
        </p:nvSpPr>
        <p:spPr bwMode="auto">
          <a:xfrm>
            <a:off x="532608" y="1851667"/>
            <a:ext cx="2523475" cy="2297413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Freeform 5"/>
          <p:cNvSpPr/>
          <p:nvPr/>
        </p:nvSpPr>
        <p:spPr bwMode="auto">
          <a:xfrm>
            <a:off x="179512" y="1726697"/>
            <a:ext cx="2520280" cy="2278367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TextBox 19"/>
          <p:cNvSpPr txBox="1"/>
          <p:nvPr/>
        </p:nvSpPr>
        <p:spPr>
          <a:xfrm>
            <a:off x="532608" y="4621882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教学目的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Freeform 7"/>
          <p:cNvSpPr/>
          <p:nvPr/>
        </p:nvSpPr>
        <p:spPr bwMode="auto">
          <a:xfrm>
            <a:off x="794516" y="2094915"/>
            <a:ext cx="1099727" cy="1397914"/>
          </a:xfrm>
          <a:custGeom>
            <a:avLst/>
            <a:gdLst/>
            <a:ahLst/>
            <a:cxnLst/>
            <a:rect l="l" t="t" r="r" b="b"/>
            <a:pathLst>
              <a:path w="1320029" h="1538977">
                <a:moveTo>
                  <a:pt x="1185917" y="539641"/>
                </a:moveTo>
                <a:lnTo>
                  <a:pt x="1184917" y="539732"/>
                </a:lnTo>
                <a:lnTo>
                  <a:pt x="1184007" y="539823"/>
                </a:lnTo>
                <a:lnTo>
                  <a:pt x="741163" y="600076"/>
                </a:lnTo>
                <a:lnTo>
                  <a:pt x="739344" y="600440"/>
                </a:lnTo>
                <a:lnTo>
                  <a:pt x="737343" y="601076"/>
                </a:lnTo>
                <a:lnTo>
                  <a:pt x="735615" y="601712"/>
                </a:lnTo>
                <a:lnTo>
                  <a:pt x="733887" y="602621"/>
                </a:lnTo>
                <a:lnTo>
                  <a:pt x="732159" y="603530"/>
                </a:lnTo>
                <a:lnTo>
                  <a:pt x="730613" y="604711"/>
                </a:lnTo>
                <a:lnTo>
                  <a:pt x="729157" y="605983"/>
                </a:lnTo>
                <a:lnTo>
                  <a:pt x="727793" y="607437"/>
                </a:lnTo>
                <a:lnTo>
                  <a:pt x="726611" y="608891"/>
                </a:lnTo>
                <a:lnTo>
                  <a:pt x="725519" y="610618"/>
                </a:lnTo>
                <a:lnTo>
                  <a:pt x="724610" y="612254"/>
                </a:lnTo>
                <a:lnTo>
                  <a:pt x="723791" y="613981"/>
                </a:lnTo>
                <a:lnTo>
                  <a:pt x="723155" y="615798"/>
                </a:lnTo>
                <a:lnTo>
                  <a:pt x="722609" y="617707"/>
                </a:lnTo>
                <a:lnTo>
                  <a:pt x="722336" y="619615"/>
                </a:lnTo>
                <a:lnTo>
                  <a:pt x="722245" y="621615"/>
                </a:lnTo>
                <a:lnTo>
                  <a:pt x="722245" y="791196"/>
                </a:lnTo>
                <a:lnTo>
                  <a:pt x="722336" y="792014"/>
                </a:lnTo>
                <a:lnTo>
                  <a:pt x="722336" y="793014"/>
                </a:lnTo>
                <a:lnTo>
                  <a:pt x="722518" y="794013"/>
                </a:lnTo>
                <a:lnTo>
                  <a:pt x="722609" y="794831"/>
                </a:lnTo>
                <a:lnTo>
                  <a:pt x="723155" y="796649"/>
                </a:lnTo>
                <a:lnTo>
                  <a:pt x="723791" y="798285"/>
                </a:lnTo>
                <a:lnTo>
                  <a:pt x="724610" y="799829"/>
                </a:lnTo>
                <a:lnTo>
                  <a:pt x="725519" y="801193"/>
                </a:lnTo>
                <a:lnTo>
                  <a:pt x="726611" y="802556"/>
                </a:lnTo>
                <a:lnTo>
                  <a:pt x="727793" y="803737"/>
                </a:lnTo>
                <a:lnTo>
                  <a:pt x="729157" y="804737"/>
                </a:lnTo>
                <a:lnTo>
                  <a:pt x="730613" y="805646"/>
                </a:lnTo>
                <a:lnTo>
                  <a:pt x="732159" y="806373"/>
                </a:lnTo>
                <a:lnTo>
                  <a:pt x="733887" y="806918"/>
                </a:lnTo>
                <a:lnTo>
                  <a:pt x="735615" y="807373"/>
                </a:lnTo>
                <a:lnTo>
                  <a:pt x="737343" y="807554"/>
                </a:lnTo>
                <a:lnTo>
                  <a:pt x="738344" y="807645"/>
                </a:lnTo>
                <a:lnTo>
                  <a:pt x="739344" y="807645"/>
                </a:lnTo>
                <a:lnTo>
                  <a:pt x="740163" y="807554"/>
                </a:lnTo>
                <a:lnTo>
                  <a:pt x="741163" y="807463"/>
                </a:lnTo>
                <a:lnTo>
                  <a:pt x="1184007" y="747210"/>
                </a:lnTo>
                <a:lnTo>
                  <a:pt x="1185917" y="746756"/>
                </a:lnTo>
                <a:lnTo>
                  <a:pt x="1187736" y="746211"/>
                </a:lnTo>
                <a:lnTo>
                  <a:pt x="1189646" y="745483"/>
                </a:lnTo>
                <a:lnTo>
                  <a:pt x="1191374" y="744666"/>
                </a:lnTo>
                <a:lnTo>
                  <a:pt x="1193011" y="743666"/>
                </a:lnTo>
                <a:lnTo>
                  <a:pt x="1194558" y="742484"/>
                </a:lnTo>
                <a:lnTo>
                  <a:pt x="1196013" y="741121"/>
                </a:lnTo>
                <a:lnTo>
                  <a:pt x="1197286" y="739758"/>
                </a:lnTo>
                <a:lnTo>
                  <a:pt x="1198559" y="738304"/>
                </a:lnTo>
                <a:lnTo>
                  <a:pt x="1199651" y="736668"/>
                </a:lnTo>
                <a:lnTo>
                  <a:pt x="1200651" y="735032"/>
                </a:lnTo>
                <a:lnTo>
                  <a:pt x="1201379" y="733215"/>
                </a:lnTo>
                <a:lnTo>
                  <a:pt x="1202017" y="731397"/>
                </a:lnTo>
                <a:lnTo>
                  <a:pt x="1202470" y="729580"/>
                </a:lnTo>
                <a:lnTo>
                  <a:pt x="1202743" y="727580"/>
                </a:lnTo>
                <a:lnTo>
                  <a:pt x="1202834" y="725672"/>
                </a:lnTo>
                <a:lnTo>
                  <a:pt x="1202834" y="556090"/>
                </a:lnTo>
                <a:lnTo>
                  <a:pt x="1202834" y="555091"/>
                </a:lnTo>
                <a:lnTo>
                  <a:pt x="1202743" y="554182"/>
                </a:lnTo>
                <a:lnTo>
                  <a:pt x="1202652" y="553273"/>
                </a:lnTo>
                <a:lnTo>
                  <a:pt x="1202470" y="552364"/>
                </a:lnTo>
                <a:lnTo>
                  <a:pt x="1202017" y="550638"/>
                </a:lnTo>
                <a:lnTo>
                  <a:pt x="1201379" y="548911"/>
                </a:lnTo>
                <a:lnTo>
                  <a:pt x="1200651" y="547366"/>
                </a:lnTo>
                <a:lnTo>
                  <a:pt x="1199651" y="546003"/>
                </a:lnTo>
                <a:lnTo>
                  <a:pt x="1198559" y="544640"/>
                </a:lnTo>
                <a:lnTo>
                  <a:pt x="1197286" y="543549"/>
                </a:lnTo>
                <a:lnTo>
                  <a:pt x="1196013" y="542549"/>
                </a:lnTo>
                <a:lnTo>
                  <a:pt x="1194558" y="541550"/>
                </a:lnTo>
                <a:lnTo>
                  <a:pt x="1193011" y="540913"/>
                </a:lnTo>
                <a:lnTo>
                  <a:pt x="1191374" y="540277"/>
                </a:lnTo>
                <a:lnTo>
                  <a:pt x="1189646" y="539914"/>
                </a:lnTo>
                <a:lnTo>
                  <a:pt x="1187736" y="539732"/>
                </a:lnTo>
                <a:lnTo>
                  <a:pt x="1186918" y="539641"/>
                </a:lnTo>
                <a:close/>
                <a:moveTo>
                  <a:pt x="1290042" y="365212"/>
                </a:moveTo>
                <a:lnTo>
                  <a:pt x="1291677" y="365212"/>
                </a:lnTo>
                <a:lnTo>
                  <a:pt x="1293404" y="365303"/>
                </a:lnTo>
                <a:lnTo>
                  <a:pt x="1294949" y="365394"/>
                </a:lnTo>
                <a:lnTo>
                  <a:pt x="1296584" y="365666"/>
                </a:lnTo>
                <a:lnTo>
                  <a:pt x="1298129" y="365939"/>
                </a:lnTo>
                <a:lnTo>
                  <a:pt x="1299583" y="366393"/>
                </a:lnTo>
                <a:lnTo>
                  <a:pt x="1301037" y="366847"/>
                </a:lnTo>
                <a:lnTo>
                  <a:pt x="1302491" y="367392"/>
                </a:lnTo>
                <a:lnTo>
                  <a:pt x="1303945" y="368028"/>
                </a:lnTo>
                <a:lnTo>
                  <a:pt x="1305217" y="368664"/>
                </a:lnTo>
                <a:lnTo>
                  <a:pt x="1306580" y="369482"/>
                </a:lnTo>
                <a:lnTo>
                  <a:pt x="1307852" y="370209"/>
                </a:lnTo>
                <a:lnTo>
                  <a:pt x="1309034" y="371117"/>
                </a:lnTo>
                <a:lnTo>
                  <a:pt x="1310215" y="372116"/>
                </a:lnTo>
                <a:lnTo>
                  <a:pt x="1311396" y="373116"/>
                </a:lnTo>
                <a:lnTo>
                  <a:pt x="1312396" y="374115"/>
                </a:lnTo>
                <a:lnTo>
                  <a:pt x="1313396" y="375296"/>
                </a:lnTo>
                <a:lnTo>
                  <a:pt x="1314304" y="376477"/>
                </a:lnTo>
                <a:lnTo>
                  <a:pt x="1315213" y="377749"/>
                </a:lnTo>
                <a:lnTo>
                  <a:pt x="1316031" y="379021"/>
                </a:lnTo>
                <a:lnTo>
                  <a:pt x="1316758" y="380384"/>
                </a:lnTo>
                <a:lnTo>
                  <a:pt x="1317394" y="381746"/>
                </a:lnTo>
                <a:lnTo>
                  <a:pt x="1318030" y="383200"/>
                </a:lnTo>
                <a:lnTo>
                  <a:pt x="1318575" y="384653"/>
                </a:lnTo>
                <a:lnTo>
                  <a:pt x="1319030" y="386198"/>
                </a:lnTo>
                <a:lnTo>
                  <a:pt x="1319393" y="387742"/>
                </a:lnTo>
                <a:lnTo>
                  <a:pt x="1319666" y="389287"/>
                </a:lnTo>
                <a:lnTo>
                  <a:pt x="1319847" y="391013"/>
                </a:lnTo>
                <a:lnTo>
                  <a:pt x="1320029" y="392648"/>
                </a:lnTo>
                <a:lnTo>
                  <a:pt x="1320029" y="394374"/>
                </a:lnTo>
                <a:lnTo>
                  <a:pt x="1320029" y="1409972"/>
                </a:lnTo>
                <a:lnTo>
                  <a:pt x="1320029" y="1411698"/>
                </a:lnTo>
                <a:lnTo>
                  <a:pt x="1319847" y="1413333"/>
                </a:lnTo>
                <a:lnTo>
                  <a:pt x="1319666" y="1414969"/>
                </a:lnTo>
                <a:lnTo>
                  <a:pt x="1319393" y="1416786"/>
                </a:lnTo>
                <a:lnTo>
                  <a:pt x="1319030" y="1418421"/>
                </a:lnTo>
                <a:lnTo>
                  <a:pt x="1318575" y="1420056"/>
                </a:lnTo>
                <a:lnTo>
                  <a:pt x="1318030" y="1421601"/>
                </a:lnTo>
                <a:lnTo>
                  <a:pt x="1317394" y="1423236"/>
                </a:lnTo>
                <a:lnTo>
                  <a:pt x="1316758" y="1424871"/>
                </a:lnTo>
                <a:lnTo>
                  <a:pt x="1316031" y="1426416"/>
                </a:lnTo>
                <a:lnTo>
                  <a:pt x="1315213" y="1427869"/>
                </a:lnTo>
                <a:lnTo>
                  <a:pt x="1314304" y="1429323"/>
                </a:lnTo>
                <a:lnTo>
                  <a:pt x="1313396" y="1430776"/>
                </a:lnTo>
                <a:lnTo>
                  <a:pt x="1312396" y="1432230"/>
                </a:lnTo>
                <a:lnTo>
                  <a:pt x="1311396" y="1433502"/>
                </a:lnTo>
                <a:lnTo>
                  <a:pt x="1310215" y="1434865"/>
                </a:lnTo>
                <a:lnTo>
                  <a:pt x="1309034" y="1436137"/>
                </a:lnTo>
                <a:lnTo>
                  <a:pt x="1307852" y="1437408"/>
                </a:lnTo>
                <a:lnTo>
                  <a:pt x="1306580" y="1438499"/>
                </a:lnTo>
                <a:lnTo>
                  <a:pt x="1305217" y="1439589"/>
                </a:lnTo>
                <a:lnTo>
                  <a:pt x="1303945" y="1440679"/>
                </a:lnTo>
                <a:lnTo>
                  <a:pt x="1302491" y="1441678"/>
                </a:lnTo>
                <a:lnTo>
                  <a:pt x="1301037" y="1442678"/>
                </a:lnTo>
                <a:lnTo>
                  <a:pt x="1299583" y="1443495"/>
                </a:lnTo>
                <a:lnTo>
                  <a:pt x="1298129" y="1444313"/>
                </a:lnTo>
                <a:lnTo>
                  <a:pt x="1296584" y="1445040"/>
                </a:lnTo>
                <a:lnTo>
                  <a:pt x="1294949" y="1445676"/>
                </a:lnTo>
                <a:lnTo>
                  <a:pt x="1293404" y="1446221"/>
                </a:lnTo>
                <a:lnTo>
                  <a:pt x="1291677" y="1446857"/>
                </a:lnTo>
                <a:lnTo>
                  <a:pt x="1290042" y="1447220"/>
                </a:lnTo>
                <a:lnTo>
                  <a:pt x="1288406" y="1447583"/>
                </a:lnTo>
                <a:lnTo>
                  <a:pt x="1286679" y="1447856"/>
                </a:lnTo>
                <a:lnTo>
                  <a:pt x="621139" y="1538705"/>
                </a:lnTo>
                <a:lnTo>
                  <a:pt x="619503" y="1538886"/>
                </a:lnTo>
                <a:lnTo>
                  <a:pt x="617776" y="1538977"/>
                </a:lnTo>
                <a:lnTo>
                  <a:pt x="616141" y="1538977"/>
                </a:lnTo>
                <a:lnTo>
                  <a:pt x="614414" y="1538977"/>
                </a:lnTo>
                <a:lnTo>
                  <a:pt x="612869" y="1538796"/>
                </a:lnTo>
                <a:lnTo>
                  <a:pt x="611325" y="1538614"/>
                </a:lnTo>
                <a:lnTo>
                  <a:pt x="609780" y="1538250"/>
                </a:lnTo>
                <a:lnTo>
                  <a:pt x="608235" y="1537796"/>
                </a:lnTo>
                <a:lnTo>
                  <a:pt x="606781" y="1537433"/>
                </a:lnTo>
                <a:lnTo>
                  <a:pt x="605327" y="1536888"/>
                </a:lnTo>
                <a:lnTo>
                  <a:pt x="603964" y="1536252"/>
                </a:lnTo>
                <a:lnTo>
                  <a:pt x="602601" y="1535616"/>
                </a:lnTo>
                <a:lnTo>
                  <a:pt x="601238" y="1534798"/>
                </a:lnTo>
                <a:lnTo>
                  <a:pt x="599966" y="1533890"/>
                </a:lnTo>
                <a:lnTo>
                  <a:pt x="598784" y="1533072"/>
                </a:lnTo>
                <a:lnTo>
                  <a:pt x="597603" y="1532164"/>
                </a:lnTo>
                <a:lnTo>
                  <a:pt x="596513" y="1531073"/>
                </a:lnTo>
                <a:lnTo>
                  <a:pt x="595422" y="1530074"/>
                </a:lnTo>
                <a:lnTo>
                  <a:pt x="594513" y="1528984"/>
                </a:lnTo>
                <a:lnTo>
                  <a:pt x="593514" y="1527712"/>
                </a:lnTo>
                <a:lnTo>
                  <a:pt x="592605" y="1526531"/>
                </a:lnTo>
                <a:lnTo>
                  <a:pt x="591878" y="1525259"/>
                </a:lnTo>
                <a:lnTo>
                  <a:pt x="591060" y="1523896"/>
                </a:lnTo>
                <a:lnTo>
                  <a:pt x="590424" y="1522534"/>
                </a:lnTo>
                <a:lnTo>
                  <a:pt x="589788" y="1521080"/>
                </a:lnTo>
                <a:lnTo>
                  <a:pt x="589334" y="1519626"/>
                </a:lnTo>
                <a:lnTo>
                  <a:pt x="588879" y="1518082"/>
                </a:lnTo>
                <a:lnTo>
                  <a:pt x="588425" y="1516538"/>
                </a:lnTo>
                <a:lnTo>
                  <a:pt x="588152" y="1514993"/>
                </a:lnTo>
                <a:lnTo>
                  <a:pt x="587971" y="1513267"/>
                </a:lnTo>
                <a:lnTo>
                  <a:pt x="587880" y="1511632"/>
                </a:lnTo>
                <a:lnTo>
                  <a:pt x="587789" y="1509906"/>
                </a:lnTo>
                <a:lnTo>
                  <a:pt x="587789" y="494308"/>
                </a:lnTo>
                <a:lnTo>
                  <a:pt x="587880" y="492582"/>
                </a:lnTo>
                <a:lnTo>
                  <a:pt x="587971" y="490856"/>
                </a:lnTo>
                <a:lnTo>
                  <a:pt x="588152" y="489220"/>
                </a:lnTo>
                <a:lnTo>
                  <a:pt x="588425" y="487494"/>
                </a:lnTo>
                <a:lnTo>
                  <a:pt x="588879" y="485859"/>
                </a:lnTo>
                <a:lnTo>
                  <a:pt x="589334" y="484224"/>
                </a:lnTo>
                <a:lnTo>
                  <a:pt x="589788" y="482588"/>
                </a:lnTo>
                <a:lnTo>
                  <a:pt x="590424" y="481044"/>
                </a:lnTo>
                <a:lnTo>
                  <a:pt x="591060" y="479409"/>
                </a:lnTo>
                <a:lnTo>
                  <a:pt x="591878" y="477864"/>
                </a:lnTo>
                <a:lnTo>
                  <a:pt x="592605" y="476320"/>
                </a:lnTo>
                <a:lnTo>
                  <a:pt x="593514" y="474866"/>
                </a:lnTo>
                <a:lnTo>
                  <a:pt x="594513" y="473413"/>
                </a:lnTo>
                <a:lnTo>
                  <a:pt x="595422" y="472050"/>
                </a:lnTo>
                <a:lnTo>
                  <a:pt x="596513" y="470687"/>
                </a:lnTo>
                <a:lnTo>
                  <a:pt x="597603" y="469415"/>
                </a:lnTo>
                <a:lnTo>
                  <a:pt x="598784" y="468143"/>
                </a:lnTo>
                <a:lnTo>
                  <a:pt x="599966" y="466872"/>
                </a:lnTo>
                <a:lnTo>
                  <a:pt x="601238" y="465691"/>
                </a:lnTo>
                <a:lnTo>
                  <a:pt x="602601" y="464691"/>
                </a:lnTo>
                <a:lnTo>
                  <a:pt x="603964" y="463601"/>
                </a:lnTo>
                <a:lnTo>
                  <a:pt x="605327" y="462602"/>
                </a:lnTo>
                <a:lnTo>
                  <a:pt x="606781" y="461602"/>
                </a:lnTo>
                <a:lnTo>
                  <a:pt x="608235" y="460785"/>
                </a:lnTo>
                <a:lnTo>
                  <a:pt x="609780" y="459967"/>
                </a:lnTo>
                <a:lnTo>
                  <a:pt x="611325" y="459240"/>
                </a:lnTo>
                <a:lnTo>
                  <a:pt x="612869" y="458513"/>
                </a:lnTo>
                <a:lnTo>
                  <a:pt x="614414" y="457968"/>
                </a:lnTo>
                <a:lnTo>
                  <a:pt x="616141" y="457423"/>
                </a:lnTo>
                <a:lnTo>
                  <a:pt x="617776" y="456969"/>
                </a:lnTo>
                <a:lnTo>
                  <a:pt x="619503" y="456606"/>
                </a:lnTo>
                <a:lnTo>
                  <a:pt x="621139" y="456424"/>
                </a:lnTo>
                <a:lnTo>
                  <a:pt x="1286679" y="365484"/>
                </a:lnTo>
                <a:lnTo>
                  <a:pt x="1288406" y="365303"/>
                </a:lnTo>
                <a:close/>
                <a:moveTo>
                  <a:pt x="374444" y="354310"/>
                </a:moveTo>
                <a:lnTo>
                  <a:pt x="375803" y="354310"/>
                </a:lnTo>
                <a:lnTo>
                  <a:pt x="377163" y="354399"/>
                </a:lnTo>
                <a:lnTo>
                  <a:pt x="378612" y="354579"/>
                </a:lnTo>
                <a:lnTo>
                  <a:pt x="380062" y="354758"/>
                </a:lnTo>
                <a:lnTo>
                  <a:pt x="381603" y="355206"/>
                </a:lnTo>
                <a:lnTo>
                  <a:pt x="383143" y="355654"/>
                </a:lnTo>
                <a:lnTo>
                  <a:pt x="384774" y="356102"/>
                </a:lnTo>
                <a:lnTo>
                  <a:pt x="386405" y="356819"/>
                </a:lnTo>
                <a:lnTo>
                  <a:pt x="388036" y="357446"/>
                </a:lnTo>
                <a:lnTo>
                  <a:pt x="389758" y="358342"/>
                </a:lnTo>
                <a:lnTo>
                  <a:pt x="391480" y="359328"/>
                </a:lnTo>
                <a:lnTo>
                  <a:pt x="393292" y="360224"/>
                </a:lnTo>
                <a:lnTo>
                  <a:pt x="395014" y="361389"/>
                </a:lnTo>
                <a:lnTo>
                  <a:pt x="396826" y="362643"/>
                </a:lnTo>
                <a:lnTo>
                  <a:pt x="502664" y="436657"/>
                </a:lnTo>
                <a:lnTo>
                  <a:pt x="504477" y="437912"/>
                </a:lnTo>
                <a:lnTo>
                  <a:pt x="506289" y="439345"/>
                </a:lnTo>
                <a:lnTo>
                  <a:pt x="508011" y="440779"/>
                </a:lnTo>
                <a:lnTo>
                  <a:pt x="509732" y="442213"/>
                </a:lnTo>
                <a:lnTo>
                  <a:pt x="511363" y="443736"/>
                </a:lnTo>
                <a:lnTo>
                  <a:pt x="513176" y="445438"/>
                </a:lnTo>
                <a:lnTo>
                  <a:pt x="514716" y="447051"/>
                </a:lnTo>
                <a:lnTo>
                  <a:pt x="516347" y="448754"/>
                </a:lnTo>
                <a:lnTo>
                  <a:pt x="517888" y="450456"/>
                </a:lnTo>
                <a:lnTo>
                  <a:pt x="519337" y="452248"/>
                </a:lnTo>
                <a:lnTo>
                  <a:pt x="520878" y="454040"/>
                </a:lnTo>
                <a:lnTo>
                  <a:pt x="522237" y="455833"/>
                </a:lnTo>
                <a:lnTo>
                  <a:pt x="523687" y="457714"/>
                </a:lnTo>
                <a:lnTo>
                  <a:pt x="524956" y="459596"/>
                </a:lnTo>
                <a:lnTo>
                  <a:pt x="526224" y="461567"/>
                </a:lnTo>
                <a:lnTo>
                  <a:pt x="527493" y="463449"/>
                </a:lnTo>
                <a:lnTo>
                  <a:pt x="528671" y="465331"/>
                </a:lnTo>
                <a:lnTo>
                  <a:pt x="529758" y="467302"/>
                </a:lnTo>
                <a:lnTo>
                  <a:pt x="530846" y="469184"/>
                </a:lnTo>
                <a:lnTo>
                  <a:pt x="531752" y="471155"/>
                </a:lnTo>
                <a:lnTo>
                  <a:pt x="532748" y="473126"/>
                </a:lnTo>
                <a:lnTo>
                  <a:pt x="533655" y="475098"/>
                </a:lnTo>
                <a:lnTo>
                  <a:pt x="534379" y="476979"/>
                </a:lnTo>
                <a:lnTo>
                  <a:pt x="535104" y="478861"/>
                </a:lnTo>
                <a:lnTo>
                  <a:pt x="535648" y="480832"/>
                </a:lnTo>
                <a:lnTo>
                  <a:pt x="536282" y="482624"/>
                </a:lnTo>
                <a:lnTo>
                  <a:pt x="536735" y="484506"/>
                </a:lnTo>
                <a:lnTo>
                  <a:pt x="537098" y="486298"/>
                </a:lnTo>
                <a:lnTo>
                  <a:pt x="537460" y="488090"/>
                </a:lnTo>
                <a:lnTo>
                  <a:pt x="537732" y="489882"/>
                </a:lnTo>
                <a:lnTo>
                  <a:pt x="537823" y="491585"/>
                </a:lnTo>
                <a:lnTo>
                  <a:pt x="537823" y="493198"/>
                </a:lnTo>
                <a:lnTo>
                  <a:pt x="537823" y="1523296"/>
                </a:lnTo>
                <a:lnTo>
                  <a:pt x="537823" y="1524909"/>
                </a:lnTo>
                <a:lnTo>
                  <a:pt x="537732" y="1526433"/>
                </a:lnTo>
                <a:lnTo>
                  <a:pt x="537460" y="1527866"/>
                </a:lnTo>
                <a:lnTo>
                  <a:pt x="537098" y="1529210"/>
                </a:lnTo>
                <a:lnTo>
                  <a:pt x="536735" y="1530465"/>
                </a:lnTo>
                <a:lnTo>
                  <a:pt x="536282" y="1531719"/>
                </a:lnTo>
                <a:lnTo>
                  <a:pt x="535648" y="1532794"/>
                </a:lnTo>
                <a:lnTo>
                  <a:pt x="535104" y="1533870"/>
                </a:lnTo>
                <a:lnTo>
                  <a:pt x="534379" y="1534676"/>
                </a:lnTo>
                <a:lnTo>
                  <a:pt x="533655" y="1535572"/>
                </a:lnTo>
                <a:lnTo>
                  <a:pt x="532748" y="1536289"/>
                </a:lnTo>
                <a:lnTo>
                  <a:pt x="531752" y="1537006"/>
                </a:lnTo>
                <a:lnTo>
                  <a:pt x="530846" y="1537454"/>
                </a:lnTo>
                <a:lnTo>
                  <a:pt x="529758" y="1537992"/>
                </a:lnTo>
                <a:lnTo>
                  <a:pt x="528671" y="1538350"/>
                </a:lnTo>
                <a:lnTo>
                  <a:pt x="527493" y="1538708"/>
                </a:lnTo>
                <a:lnTo>
                  <a:pt x="526224" y="1538888"/>
                </a:lnTo>
                <a:lnTo>
                  <a:pt x="524956" y="1538977"/>
                </a:lnTo>
                <a:lnTo>
                  <a:pt x="523687" y="1538977"/>
                </a:lnTo>
                <a:lnTo>
                  <a:pt x="522237" y="1538888"/>
                </a:lnTo>
                <a:lnTo>
                  <a:pt x="520878" y="1538798"/>
                </a:lnTo>
                <a:lnTo>
                  <a:pt x="519337" y="1538529"/>
                </a:lnTo>
                <a:lnTo>
                  <a:pt x="517888" y="1538171"/>
                </a:lnTo>
                <a:lnTo>
                  <a:pt x="516347" y="1537723"/>
                </a:lnTo>
                <a:lnTo>
                  <a:pt x="514716" y="1537185"/>
                </a:lnTo>
                <a:lnTo>
                  <a:pt x="513176" y="1536558"/>
                </a:lnTo>
                <a:lnTo>
                  <a:pt x="511363" y="1535841"/>
                </a:lnTo>
                <a:lnTo>
                  <a:pt x="509732" y="1534945"/>
                </a:lnTo>
                <a:lnTo>
                  <a:pt x="508011" y="1534139"/>
                </a:lnTo>
                <a:lnTo>
                  <a:pt x="506289" y="1533063"/>
                </a:lnTo>
                <a:lnTo>
                  <a:pt x="504477" y="1531898"/>
                </a:lnTo>
                <a:lnTo>
                  <a:pt x="502664" y="1530734"/>
                </a:lnTo>
                <a:lnTo>
                  <a:pt x="396826" y="1456630"/>
                </a:lnTo>
                <a:lnTo>
                  <a:pt x="395014" y="1455376"/>
                </a:lnTo>
                <a:lnTo>
                  <a:pt x="393292" y="1454032"/>
                </a:lnTo>
                <a:lnTo>
                  <a:pt x="391480" y="1452598"/>
                </a:lnTo>
                <a:lnTo>
                  <a:pt x="389758" y="1451075"/>
                </a:lnTo>
                <a:lnTo>
                  <a:pt x="388036" y="1449551"/>
                </a:lnTo>
                <a:lnTo>
                  <a:pt x="386405" y="1447939"/>
                </a:lnTo>
                <a:lnTo>
                  <a:pt x="384774" y="1446326"/>
                </a:lnTo>
                <a:lnTo>
                  <a:pt x="383143" y="1444623"/>
                </a:lnTo>
                <a:lnTo>
                  <a:pt x="381603" y="1442921"/>
                </a:lnTo>
                <a:lnTo>
                  <a:pt x="380062" y="1441129"/>
                </a:lnTo>
                <a:lnTo>
                  <a:pt x="378612" y="1439247"/>
                </a:lnTo>
                <a:lnTo>
                  <a:pt x="377163" y="1437455"/>
                </a:lnTo>
                <a:lnTo>
                  <a:pt x="375803" y="1435663"/>
                </a:lnTo>
                <a:lnTo>
                  <a:pt x="374444" y="1433691"/>
                </a:lnTo>
                <a:lnTo>
                  <a:pt x="373176" y="1431899"/>
                </a:lnTo>
                <a:lnTo>
                  <a:pt x="371998" y="1429928"/>
                </a:lnTo>
                <a:lnTo>
                  <a:pt x="370820" y="1427957"/>
                </a:lnTo>
                <a:lnTo>
                  <a:pt x="369642" y="1425985"/>
                </a:lnTo>
                <a:lnTo>
                  <a:pt x="368645" y="1424104"/>
                </a:lnTo>
                <a:lnTo>
                  <a:pt x="367648" y="1422222"/>
                </a:lnTo>
                <a:lnTo>
                  <a:pt x="366742" y="1420251"/>
                </a:lnTo>
                <a:lnTo>
                  <a:pt x="365926" y="1418279"/>
                </a:lnTo>
                <a:lnTo>
                  <a:pt x="365111" y="1416308"/>
                </a:lnTo>
                <a:lnTo>
                  <a:pt x="364477" y="1414426"/>
                </a:lnTo>
                <a:lnTo>
                  <a:pt x="363752" y="1412634"/>
                </a:lnTo>
                <a:lnTo>
                  <a:pt x="363299" y="1410663"/>
                </a:lnTo>
                <a:lnTo>
                  <a:pt x="362755" y="1408871"/>
                </a:lnTo>
                <a:lnTo>
                  <a:pt x="362392" y="1406989"/>
                </a:lnTo>
                <a:lnTo>
                  <a:pt x="362030" y="1405197"/>
                </a:lnTo>
                <a:lnTo>
                  <a:pt x="361849" y="1403495"/>
                </a:lnTo>
                <a:lnTo>
                  <a:pt x="361758" y="1401702"/>
                </a:lnTo>
                <a:lnTo>
                  <a:pt x="361577" y="1400090"/>
                </a:lnTo>
                <a:lnTo>
                  <a:pt x="361577" y="370081"/>
                </a:lnTo>
                <a:lnTo>
                  <a:pt x="361758" y="368378"/>
                </a:lnTo>
                <a:lnTo>
                  <a:pt x="361849" y="366855"/>
                </a:lnTo>
                <a:lnTo>
                  <a:pt x="362030" y="365421"/>
                </a:lnTo>
                <a:lnTo>
                  <a:pt x="362392" y="364077"/>
                </a:lnTo>
                <a:lnTo>
                  <a:pt x="362755" y="362822"/>
                </a:lnTo>
                <a:lnTo>
                  <a:pt x="363299" y="361657"/>
                </a:lnTo>
                <a:lnTo>
                  <a:pt x="363752" y="360582"/>
                </a:lnTo>
                <a:lnTo>
                  <a:pt x="364477" y="359597"/>
                </a:lnTo>
                <a:lnTo>
                  <a:pt x="365111" y="358611"/>
                </a:lnTo>
                <a:lnTo>
                  <a:pt x="365926" y="357804"/>
                </a:lnTo>
                <a:lnTo>
                  <a:pt x="366742" y="357088"/>
                </a:lnTo>
                <a:lnTo>
                  <a:pt x="367648" y="356460"/>
                </a:lnTo>
                <a:lnTo>
                  <a:pt x="368645" y="355833"/>
                </a:lnTo>
                <a:lnTo>
                  <a:pt x="369642" y="355385"/>
                </a:lnTo>
                <a:lnTo>
                  <a:pt x="370820" y="354937"/>
                </a:lnTo>
                <a:lnTo>
                  <a:pt x="371998" y="354668"/>
                </a:lnTo>
                <a:lnTo>
                  <a:pt x="373176" y="354489"/>
                </a:lnTo>
                <a:close/>
                <a:moveTo>
                  <a:pt x="1070638" y="250742"/>
                </a:moveTo>
                <a:lnTo>
                  <a:pt x="1072635" y="250833"/>
                </a:lnTo>
                <a:lnTo>
                  <a:pt x="1074541" y="250923"/>
                </a:lnTo>
                <a:lnTo>
                  <a:pt x="1076629" y="251014"/>
                </a:lnTo>
                <a:lnTo>
                  <a:pt x="1078717" y="251377"/>
                </a:lnTo>
                <a:lnTo>
                  <a:pt x="1080987" y="251650"/>
                </a:lnTo>
                <a:lnTo>
                  <a:pt x="1083347" y="252013"/>
                </a:lnTo>
                <a:lnTo>
                  <a:pt x="1085707" y="252467"/>
                </a:lnTo>
                <a:lnTo>
                  <a:pt x="1087977" y="253011"/>
                </a:lnTo>
                <a:lnTo>
                  <a:pt x="1090518" y="253556"/>
                </a:lnTo>
                <a:lnTo>
                  <a:pt x="1093060" y="254282"/>
                </a:lnTo>
                <a:lnTo>
                  <a:pt x="1098144" y="255735"/>
                </a:lnTo>
                <a:lnTo>
                  <a:pt x="1103499" y="257460"/>
                </a:lnTo>
                <a:lnTo>
                  <a:pt x="1108855" y="259366"/>
                </a:lnTo>
                <a:lnTo>
                  <a:pt x="1114302" y="261545"/>
                </a:lnTo>
                <a:lnTo>
                  <a:pt x="1119749" y="263906"/>
                </a:lnTo>
                <a:lnTo>
                  <a:pt x="1125105" y="266448"/>
                </a:lnTo>
                <a:lnTo>
                  <a:pt x="1130460" y="269171"/>
                </a:lnTo>
                <a:lnTo>
                  <a:pt x="1135635" y="271985"/>
                </a:lnTo>
                <a:lnTo>
                  <a:pt x="1138267" y="273438"/>
                </a:lnTo>
                <a:lnTo>
                  <a:pt x="1140809" y="274981"/>
                </a:lnTo>
                <a:lnTo>
                  <a:pt x="1143260" y="276525"/>
                </a:lnTo>
                <a:lnTo>
                  <a:pt x="1145711" y="278068"/>
                </a:lnTo>
                <a:lnTo>
                  <a:pt x="1148071" y="279611"/>
                </a:lnTo>
                <a:lnTo>
                  <a:pt x="1150250" y="281155"/>
                </a:lnTo>
                <a:lnTo>
                  <a:pt x="1152429" y="282789"/>
                </a:lnTo>
                <a:lnTo>
                  <a:pt x="1154335" y="284332"/>
                </a:lnTo>
                <a:lnTo>
                  <a:pt x="1156332" y="285875"/>
                </a:lnTo>
                <a:lnTo>
                  <a:pt x="1158057" y="287328"/>
                </a:lnTo>
                <a:lnTo>
                  <a:pt x="1159691" y="288781"/>
                </a:lnTo>
                <a:lnTo>
                  <a:pt x="1161234" y="290233"/>
                </a:lnTo>
                <a:lnTo>
                  <a:pt x="1162596" y="291686"/>
                </a:lnTo>
                <a:lnTo>
                  <a:pt x="1163957" y="293047"/>
                </a:lnTo>
                <a:lnTo>
                  <a:pt x="1165137" y="294500"/>
                </a:lnTo>
                <a:lnTo>
                  <a:pt x="1166227" y="295771"/>
                </a:lnTo>
                <a:lnTo>
                  <a:pt x="1167134" y="297133"/>
                </a:lnTo>
                <a:lnTo>
                  <a:pt x="1167861" y="298404"/>
                </a:lnTo>
                <a:lnTo>
                  <a:pt x="1168587" y="299584"/>
                </a:lnTo>
                <a:lnTo>
                  <a:pt x="1169132" y="300855"/>
                </a:lnTo>
                <a:lnTo>
                  <a:pt x="1169676" y="301944"/>
                </a:lnTo>
                <a:lnTo>
                  <a:pt x="1169949" y="303034"/>
                </a:lnTo>
                <a:lnTo>
                  <a:pt x="1170130" y="304032"/>
                </a:lnTo>
                <a:lnTo>
                  <a:pt x="1170130" y="305122"/>
                </a:lnTo>
                <a:lnTo>
                  <a:pt x="1170039" y="306030"/>
                </a:lnTo>
                <a:lnTo>
                  <a:pt x="1169858" y="306938"/>
                </a:lnTo>
                <a:lnTo>
                  <a:pt x="1169404" y="307755"/>
                </a:lnTo>
                <a:lnTo>
                  <a:pt x="1169041" y="308481"/>
                </a:lnTo>
                <a:lnTo>
                  <a:pt x="1168405" y="309298"/>
                </a:lnTo>
                <a:lnTo>
                  <a:pt x="1167679" y="309843"/>
                </a:lnTo>
                <a:lnTo>
                  <a:pt x="1166681" y="310478"/>
                </a:lnTo>
                <a:lnTo>
                  <a:pt x="1165773" y="311023"/>
                </a:lnTo>
                <a:lnTo>
                  <a:pt x="1164593" y="311477"/>
                </a:lnTo>
                <a:lnTo>
                  <a:pt x="1163322" y="311840"/>
                </a:lnTo>
                <a:lnTo>
                  <a:pt x="1161869" y="312112"/>
                </a:lnTo>
                <a:lnTo>
                  <a:pt x="1160326" y="312385"/>
                </a:lnTo>
                <a:lnTo>
                  <a:pt x="577081" y="378658"/>
                </a:lnTo>
                <a:lnTo>
                  <a:pt x="575356" y="378839"/>
                </a:lnTo>
                <a:lnTo>
                  <a:pt x="573540" y="378839"/>
                </a:lnTo>
                <a:lnTo>
                  <a:pt x="571725" y="378839"/>
                </a:lnTo>
                <a:lnTo>
                  <a:pt x="569728" y="378748"/>
                </a:lnTo>
                <a:lnTo>
                  <a:pt x="567640" y="378567"/>
                </a:lnTo>
                <a:lnTo>
                  <a:pt x="565461" y="378385"/>
                </a:lnTo>
                <a:lnTo>
                  <a:pt x="563373" y="378022"/>
                </a:lnTo>
                <a:lnTo>
                  <a:pt x="561013" y="377659"/>
                </a:lnTo>
                <a:lnTo>
                  <a:pt x="558653" y="377205"/>
                </a:lnTo>
                <a:lnTo>
                  <a:pt x="556202" y="376660"/>
                </a:lnTo>
                <a:lnTo>
                  <a:pt x="553751" y="376116"/>
                </a:lnTo>
                <a:lnTo>
                  <a:pt x="551300" y="375389"/>
                </a:lnTo>
                <a:lnTo>
                  <a:pt x="546126" y="373937"/>
                </a:lnTo>
                <a:lnTo>
                  <a:pt x="540861" y="372212"/>
                </a:lnTo>
                <a:lnTo>
                  <a:pt x="535505" y="370305"/>
                </a:lnTo>
                <a:lnTo>
                  <a:pt x="530058" y="368127"/>
                </a:lnTo>
                <a:lnTo>
                  <a:pt x="524611" y="365675"/>
                </a:lnTo>
                <a:lnTo>
                  <a:pt x="519165" y="363133"/>
                </a:lnTo>
                <a:lnTo>
                  <a:pt x="513809" y="360591"/>
                </a:lnTo>
                <a:lnTo>
                  <a:pt x="508635" y="357686"/>
                </a:lnTo>
                <a:lnTo>
                  <a:pt x="506002" y="356143"/>
                </a:lnTo>
                <a:lnTo>
                  <a:pt x="503460" y="354690"/>
                </a:lnTo>
                <a:lnTo>
                  <a:pt x="501100" y="353147"/>
                </a:lnTo>
                <a:lnTo>
                  <a:pt x="498649" y="351604"/>
                </a:lnTo>
                <a:lnTo>
                  <a:pt x="496289" y="350060"/>
                </a:lnTo>
                <a:lnTo>
                  <a:pt x="494019" y="348517"/>
                </a:lnTo>
                <a:lnTo>
                  <a:pt x="491931" y="346973"/>
                </a:lnTo>
                <a:lnTo>
                  <a:pt x="489844" y="345339"/>
                </a:lnTo>
                <a:lnTo>
                  <a:pt x="488028" y="343796"/>
                </a:lnTo>
                <a:lnTo>
                  <a:pt x="486303" y="342343"/>
                </a:lnTo>
                <a:lnTo>
                  <a:pt x="484579" y="340800"/>
                </a:lnTo>
                <a:lnTo>
                  <a:pt x="483035" y="339348"/>
                </a:lnTo>
                <a:lnTo>
                  <a:pt x="481583" y="337986"/>
                </a:lnTo>
                <a:lnTo>
                  <a:pt x="480312" y="336533"/>
                </a:lnTo>
                <a:lnTo>
                  <a:pt x="479132" y="335172"/>
                </a:lnTo>
                <a:lnTo>
                  <a:pt x="478133" y="333810"/>
                </a:lnTo>
                <a:lnTo>
                  <a:pt x="477226" y="332539"/>
                </a:lnTo>
                <a:lnTo>
                  <a:pt x="476318" y="331268"/>
                </a:lnTo>
                <a:lnTo>
                  <a:pt x="475682" y="329997"/>
                </a:lnTo>
                <a:lnTo>
                  <a:pt x="475047" y="328817"/>
                </a:lnTo>
                <a:lnTo>
                  <a:pt x="474684" y="327636"/>
                </a:lnTo>
                <a:lnTo>
                  <a:pt x="474411" y="326638"/>
                </a:lnTo>
                <a:lnTo>
                  <a:pt x="474230" y="325548"/>
                </a:lnTo>
                <a:lnTo>
                  <a:pt x="474230" y="324550"/>
                </a:lnTo>
                <a:lnTo>
                  <a:pt x="474230" y="323551"/>
                </a:lnTo>
                <a:lnTo>
                  <a:pt x="474502" y="322734"/>
                </a:lnTo>
                <a:lnTo>
                  <a:pt x="474775" y="321826"/>
                </a:lnTo>
                <a:lnTo>
                  <a:pt x="475228" y="321100"/>
                </a:lnTo>
                <a:lnTo>
                  <a:pt x="475864" y="320374"/>
                </a:lnTo>
                <a:lnTo>
                  <a:pt x="476590" y="319738"/>
                </a:lnTo>
                <a:lnTo>
                  <a:pt x="477498" y="319103"/>
                </a:lnTo>
                <a:lnTo>
                  <a:pt x="478587" y="318649"/>
                </a:lnTo>
                <a:lnTo>
                  <a:pt x="479767" y="318104"/>
                </a:lnTo>
                <a:lnTo>
                  <a:pt x="481038" y="317832"/>
                </a:lnTo>
                <a:lnTo>
                  <a:pt x="482491" y="317469"/>
                </a:lnTo>
                <a:lnTo>
                  <a:pt x="484034" y="317287"/>
                </a:lnTo>
                <a:lnTo>
                  <a:pt x="1067189" y="251014"/>
                </a:lnTo>
                <a:lnTo>
                  <a:pt x="1068913" y="250833"/>
                </a:lnTo>
                <a:close/>
                <a:moveTo>
                  <a:pt x="863562" y="110835"/>
                </a:moveTo>
                <a:lnTo>
                  <a:pt x="956636" y="175980"/>
                </a:lnTo>
                <a:lnTo>
                  <a:pt x="309385" y="254039"/>
                </a:lnTo>
                <a:lnTo>
                  <a:pt x="307932" y="252979"/>
                </a:lnTo>
                <a:lnTo>
                  <a:pt x="307932" y="1340595"/>
                </a:lnTo>
                <a:lnTo>
                  <a:pt x="223393" y="1340595"/>
                </a:lnTo>
                <a:lnTo>
                  <a:pt x="223393" y="193905"/>
                </a:lnTo>
                <a:lnTo>
                  <a:pt x="216220" y="188893"/>
                </a:lnTo>
                <a:close/>
                <a:moveTo>
                  <a:pt x="12732" y="82672"/>
                </a:moveTo>
                <a:lnTo>
                  <a:pt x="14096" y="82672"/>
                </a:lnTo>
                <a:lnTo>
                  <a:pt x="15460" y="82672"/>
                </a:lnTo>
                <a:lnTo>
                  <a:pt x="16915" y="82944"/>
                </a:lnTo>
                <a:lnTo>
                  <a:pt x="18370" y="83217"/>
                </a:lnTo>
                <a:lnTo>
                  <a:pt x="19825" y="83580"/>
                </a:lnTo>
                <a:lnTo>
                  <a:pt x="21371" y="84035"/>
                </a:lnTo>
                <a:lnTo>
                  <a:pt x="23099" y="84670"/>
                </a:lnTo>
                <a:lnTo>
                  <a:pt x="24645" y="85306"/>
                </a:lnTo>
                <a:lnTo>
                  <a:pt x="26282" y="86124"/>
                </a:lnTo>
                <a:lnTo>
                  <a:pt x="28010" y="87032"/>
                </a:lnTo>
                <a:lnTo>
                  <a:pt x="29738" y="88032"/>
                </a:lnTo>
                <a:lnTo>
                  <a:pt x="31466" y="89122"/>
                </a:lnTo>
                <a:lnTo>
                  <a:pt x="33285" y="90303"/>
                </a:lnTo>
                <a:lnTo>
                  <a:pt x="35103" y="91665"/>
                </a:lnTo>
                <a:lnTo>
                  <a:pt x="142051" y="173150"/>
                </a:lnTo>
                <a:lnTo>
                  <a:pt x="143961" y="174604"/>
                </a:lnTo>
                <a:lnTo>
                  <a:pt x="145689" y="176057"/>
                </a:lnTo>
                <a:lnTo>
                  <a:pt x="147417" y="177602"/>
                </a:lnTo>
                <a:lnTo>
                  <a:pt x="149145" y="179237"/>
                </a:lnTo>
                <a:lnTo>
                  <a:pt x="150873" y="180872"/>
                </a:lnTo>
                <a:lnTo>
                  <a:pt x="152510" y="182689"/>
                </a:lnTo>
                <a:lnTo>
                  <a:pt x="154147" y="184505"/>
                </a:lnTo>
                <a:lnTo>
                  <a:pt x="155784" y="186231"/>
                </a:lnTo>
                <a:lnTo>
                  <a:pt x="157330" y="188230"/>
                </a:lnTo>
                <a:lnTo>
                  <a:pt x="158785" y="190138"/>
                </a:lnTo>
                <a:lnTo>
                  <a:pt x="160240" y="192136"/>
                </a:lnTo>
                <a:lnTo>
                  <a:pt x="161695" y="194044"/>
                </a:lnTo>
                <a:lnTo>
                  <a:pt x="163059" y="196042"/>
                </a:lnTo>
                <a:lnTo>
                  <a:pt x="164423" y="198132"/>
                </a:lnTo>
                <a:lnTo>
                  <a:pt x="165696" y="200221"/>
                </a:lnTo>
                <a:lnTo>
                  <a:pt x="166878" y="202310"/>
                </a:lnTo>
                <a:lnTo>
                  <a:pt x="168061" y="204491"/>
                </a:lnTo>
                <a:lnTo>
                  <a:pt x="169152" y="206580"/>
                </a:lnTo>
                <a:lnTo>
                  <a:pt x="170152" y="208669"/>
                </a:lnTo>
                <a:lnTo>
                  <a:pt x="171153" y="210759"/>
                </a:lnTo>
                <a:lnTo>
                  <a:pt x="172153" y="212939"/>
                </a:lnTo>
                <a:lnTo>
                  <a:pt x="172972" y="215028"/>
                </a:lnTo>
                <a:lnTo>
                  <a:pt x="173790" y="217118"/>
                </a:lnTo>
                <a:lnTo>
                  <a:pt x="174427" y="219207"/>
                </a:lnTo>
                <a:lnTo>
                  <a:pt x="175063" y="221296"/>
                </a:lnTo>
                <a:lnTo>
                  <a:pt x="175609" y="223295"/>
                </a:lnTo>
                <a:lnTo>
                  <a:pt x="176155" y="225384"/>
                </a:lnTo>
                <a:lnTo>
                  <a:pt x="176518" y="227292"/>
                </a:lnTo>
                <a:lnTo>
                  <a:pt x="176791" y="229290"/>
                </a:lnTo>
                <a:lnTo>
                  <a:pt x="176973" y="231198"/>
                </a:lnTo>
                <a:lnTo>
                  <a:pt x="177155" y="233015"/>
                </a:lnTo>
                <a:lnTo>
                  <a:pt x="177155" y="234923"/>
                </a:lnTo>
                <a:lnTo>
                  <a:pt x="177155" y="1266340"/>
                </a:lnTo>
                <a:lnTo>
                  <a:pt x="177155" y="1268066"/>
                </a:lnTo>
                <a:lnTo>
                  <a:pt x="176973" y="1269792"/>
                </a:lnTo>
                <a:lnTo>
                  <a:pt x="176791" y="1271337"/>
                </a:lnTo>
                <a:lnTo>
                  <a:pt x="176518" y="1272790"/>
                </a:lnTo>
                <a:lnTo>
                  <a:pt x="176155" y="1274244"/>
                </a:lnTo>
                <a:lnTo>
                  <a:pt x="175609" y="1275515"/>
                </a:lnTo>
                <a:lnTo>
                  <a:pt x="175063" y="1276787"/>
                </a:lnTo>
                <a:lnTo>
                  <a:pt x="174427" y="1277786"/>
                </a:lnTo>
                <a:lnTo>
                  <a:pt x="173790" y="1278786"/>
                </a:lnTo>
                <a:lnTo>
                  <a:pt x="172972" y="1279785"/>
                </a:lnTo>
                <a:lnTo>
                  <a:pt x="172153" y="1280512"/>
                </a:lnTo>
                <a:lnTo>
                  <a:pt x="171153" y="1281329"/>
                </a:lnTo>
                <a:lnTo>
                  <a:pt x="170152" y="1281874"/>
                </a:lnTo>
                <a:lnTo>
                  <a:pt x="169152" y="1282510"/>
                </a:lnTo>
                <a:lnTo>
                  <a:pt x="168061" y="1282874"/>
                </a:lnTo>
                <a:lnTo>
                  <a:pt x="166878" y="1283146"/>
                </a:lnTo>
                <a:lnTo>
                  <a:pt x="165696" y="1283509"/>
                </a:lnTo>
                <a:lnTo>
                  <a:pt x="164423" y="1283600"/>
                </a:lnTo>
                <a:lnTo>
                  <a:pt x="163059" y="1283691"/>
                </a:lnTo>
                <a:lnTo>
                  <a:pt x="161695" y="1283600"/>
                </a:lnTo>
                <a:lnTo>
                  <a:pt x="160240" y="1283419"/>
                </a:lnTo>
                <a:lnTo>
                  <a:pt x="158785" y="1283055"/>
                </a:lnTo>
                <a:lnTo>
                  <a:pt x="157330" y="1282692"/>
                </a:lnTo>
                <a:lnTo>
                  <a:pt x="155784" y="1282238"/>
                </a:lnTo>
                <a:lnTo>
                  <a:pt x="154147" y="1281602"/>
                </a:lnTo>
                <a:lnTo>
                  <a:pt x="152510" y="1280966"/>
                </a:lnTo>
                <a:lnTo>
                  <a:pt x="150873" y="1280148"/>
                </a:lnTo>
                <a:lnTo>
                  <a:pt x="149145" y="1279331"/>
                </a:lnTo>
                <a:lnTo>
                  <a:pt x="147417" y="1278332"/>
                </a:lnTo>
                <a:lnTo>
                  <a:pt x="145689" y="1277151"/>
                </a:lnTo>
                <a:lnTo>
                  <a:pt x="143961" y="1275970"/>
                </a:lnTo>
                <a:lnTo>
                  <a:pt x="142051" y="1274607"/>
                </a:lnTo>
                <a:lnTo>
                  <a:pt x="35103" y="1193122"/>
                </a:lnTo>
                <a:lnTo>
                  <a:pt x="33285" y="1191668"/>
                </a:lnTo>
                <a:lnTo>
                  <a:pt x="31466" y="1190215"/>
                </a:lnTo>
                <a:lnTo>
                  <a:pt x="29738" y="1188671"/>
                </a:lnTo>
                <a:lnTo>
                  <a:pt x="28010" y="1187036"/>
                </a:lnTo>
                <a:lnTo>
                  <a:pt x="26282" y="1185400"/>
                </a:lnTo>
                <a:lnTo>
                  <a:pt x="24645" y="1183584"/>
                </a:lnTo>
                <a:lnTo>
                  <a:pt x="23099" y="1181858"/>
                </a:lnTo>
                <a:lnTo>
                  <a:pt x="21371" y="1180041"/>
                </a:lnTo>
                <a:lnTo>
                  <a:pt x="19825" y="1178042"/>
                </a:lnTo>
                <a:lnTo>
                  <a:pt x="18370" y="1176225"/>
                </a:lnTo>
                <a:lnTo>
                  <a:pt x="16915" y="1174227"/>
                </a:lnTo>
                <a:lnTo>
                  <a:pt x="15460" y="1172228"/>
                </a:lnTo>
                <a:lnTo>
                  <a:pt x="14096" y="1170230"/>
                </a:lnTo>
                <a:lnTo>
                  <a:pt x="12732" y="1168140"/>
                </a:lnTo>
                <a:lnTo>
                  <a:pt x="11459" y="1166142"/>
                </a:lnTo>
                <a:lnTo>
                  <a:pt x="10276" y="1163962"/>
                </a:lnTo>
                <a:lnTo>
                  <a:pt x="9094" y="1161872"/>
                </a:lnTo>
                <a:lnTo>
                  <a:pt x="8003" y="1159783"/>
                </a:lnTo>
                <a:lnTo>
                  <a:pt x="7002" y="1157603"/>
                </a:lnTo>
                <a:lnTo>
                  <a:pt x="6002" y="1155513"/>
                </a:lnTo>
                <a:lnTo>
                  <a:pt x="5002" y="1153333"/>
                </a:lnTo>
                <a:lnTo>
                  <a:pt x="4274" y="1151335"/>
                </a:lnTo>
                <a:lnTo>
                  <a:pt x="3456" y="1149155"/>
                </a:lnTo>
                <a:lnTo>
                  <a:pt x="2728" y="1147156"/>
                </a:lnTo>
                <a:lnTo>
                  <a:pt x="2092" y="1144976"/>
                </a:lnTo>
                <a:lnTo>
                  <a:pt x="1546" y="1142977"/>
                </a:lnTo>
                <a:lnTo>
                  <a:pt x="1000" y="1140888"/>
                </a:lnTo>
                <a:lnTo>
                  <a:pt x="636" y="1138980"/>
                </a:lnTo>
                <a:lnTo>
                  <a:pt x="364" y="1136982"/>
                </a:lnTo>
                <a:lnTo>
                  <a:pt x="182" y="1135074"/>
                </a:lnTo>
                <a:lnTo>
                  <a:pt x="0" y="1133257"/>
                </a:lnTo>
                <a:lnTo>
                  <a:pt x="0" y="1131350"/>
                </a:lnTo>
                <a:lnTo>
                  <a:pt x="0" y="100023"/>
                </a:lnTo>
                <a:lnTo>
                  <a:pt x="0" y="98206"/>
                </a:lnTo>
                <a:lnTo>
                  <a:pt x="182" y="96571"/>
                </a:lnTo>
                <a:lnTo>
                  <a:pt x="364" y="94936"/>
                </a:lnTo>
                <a:lnTo>
                  <a:pt x="636" y="93482"/>
                </a:lnTo>
                <a:lnTo>
                  <a:pt x="1000" y="92029"/>
                </a:lnTo>
                <a:lnTo>
                  <a:pt x="1546" y="90757"/>
                </a:lnTo>
                <a:lnTo>
                  <a:pt x="2092" y="89576"/>
                </a:lnTo>
                <a:lnTo>
                  <a:pt x="2728" y="88486"/>
                </a:lnTo>
                <a:lnTo>
                  <a:pt x="3456" y="87486"/>
                </a:lnTo>
                <a:lnTo>
                  <a:pt x="4274" y="86487"/>
                </a:lnTo>
                <a:lnTo>
                  <a:pt x="5002" y="85760"/>
                </a:lnTo>
                <a:lnTo>
                  <a:pt x="6002" y="85034"/>
                </a:lnTo>
                <a:lnTo>
                  <a:pt x="7002" y="84398"/>
                </a:lnTo>
                <a:lnTo>
                  <a:pt x="8003" y="83853"/>
                </a:lnTo>
                <a:lnTo>
                  <a:pt x="9094" y="83399"/>
                </a:lnTo>
                <a:lnTo>
                  <a:pt x="10276" y="83126"/>
                </a:lnTo>
                <a:lnTo>
                  <a:pt x="11459" y="82763"/>
                </a:lnTo>
                <a:close/>
                <a:moveTo>
                  <a:pt x="692423" y="0"/>
                </a:moveTo>
                <a:lnTo>
                  <a:pt x="693877" y="0"/>
                </a:lnTo>
                <a:lnTo>
                  <a:pt x="695421" y="0"/>
                </a:lnTo>
                <a:lnTo>
                  <a:pt x="697057" y="90"/>
                </a:lnTo>
                <a:lnTo>
                  <a:pt x="698693" y="181"/>
                </a:lnTo>
                <a:lnTo>
                  <a:pt x="700510" y="362"/>
                </a:lnTo>
                <a:lnTo>
                  <a:pt x="702237" y="634"/>
                </a:lnTo>
                <a:lnTo>
                  <a:pt x="704054" y="906"/>
                </a:lnTo>
                <a:lnTo>
                  <a:pt x="707962" y="1721"/>
                </a:lnTo>
                <a:lnTo>
                  <a:pt x="711960" y="2808"/>
                </a:lnTo>
                <a:lnTo>
                  <a:pt x="716140" y="3986"/>
                </a:lnTo>
                <a:lnTo>
                  <a:pt x="720411" y="5345"/>
                </a:lnTo>
                <a:lnTo>
                  <a:pt x="724864" y="6976"/>
                </a:lnTo>
                <a:lnTo>
                  <a:pt x="729317" y="8697"/>
                </a:lnTo>
                <a:lnTo>
                  <a:pt x="733679" y="10509"/>
                </a:lnTo>
                <a:lnTo>
                  <a:pt x="738040" y="12592"/>
                </a:lnTo>
                <a:lnTo>
                  <a:pt x="742493" y="14857"/>
                </a:lnTo>
                <a:lnTo>
                  <a:pt x="746673" y="17122"/>
                </a:lnTo>
                <a:lnTo>
                  <a:pt x="750853" y="19477"/>
                </a:lnTo>
                <a:lnTo>
                  <a:pt x="754852" y="22014"/>
                </a:lnTo>
                <a:lnTo>
                  <a:pt x="772390" y="33519"/>
                </a:lnTo>
                <a:lnTo>
                  <a:pt x="776025" y="36147"/>
                </a:lnTo>
                <a:lnTo>
                  <a:pt x="779478" y="38593"/>
                </a:lnTo>
                <a:lnTo>
                  <a:pt x="780932" y="39861"/>
                </a:lnTo>
                <a:lnTo>
                  <a:pt x="782386" y="41129"/>
                </a:lnTo>
                <a:lnTo>
                  <a:pt x="783749" y="42307"/>
                </a:lnTo>
                <a:lnTo>
                  <a:pt x="785021" y="43485"/>
                </a:lnTo>
                <a:lnTo>
                  <a:pt x="786203" y="44572"/>
                </a:lnTo>
                <a:lnTo>
                  <a:pt x="787202" y="45750"/>
                </a:lnTo>
                <a:lnTo>
                  <a:pt x="788111" y="46837"/>
                </a:lnTo>
                <a:lnTo>
                  <a:pt x="789020" y="47924"/>
                </a:lnTo>
                <a:lnTo>
                  <a:pt x="789837" y="49011"/>
                </a:lnTo>
                <a:lnTo>
                  <a:pt x="790474" y="50007"/>
                </a:lnTo>
                <a:lnTo>
                  <a:pt x="790928" y="51004"/>
                </a:lnTo>
                <a:lnTo>
                  <a:pt x="791473" y="52000"/>
                </a:lnTo>
                <a:lnTo>
                  <a:pt x="791746" y="52997"/>
                </a:lnTo>
                <a:lnTo>
                  <a:pt x="792018" y="53812"/>
                </a:lnTo>
                <a:lnTo>
                  <a:pt x="792109" y="54718"/>
                </a:lnTo>
                <a:lnTo>
                  <a:pt x="792200" y="55443"/>
                </a:lnTo>
                <a:lnTo>
                  <a:pt x="792109" y="56258"/>
                </a:lnTo>
                <a:lnTo>
                  <a:pt x="791928" y="56893"/>
                </a:lnTo>
                <a:lnTo>
                  <a:pt x="791746" y="57617"/>
                </a:lnTo>
                <a:lnTo>
                  <a:pt x="791382" y="58251"/>
                </a:lnTo>
                <a:lnTo>
                  <a:pt x="790746" y="58886"/>
                </a:lnTo>
                <a:lnTo>
                  <a:pt x="790201" y="59339"/>
                </a:lnTo>
                <a:lnTo>
                  <a:pt x="789474" y="59882"/>
                </a:lnTo>
                <a:lnTo>
                  <a:pt x="788656" y="60244"/>
                </a:lnTo>
                <a:lnTo>
                  <a:pt x="787747" y="60607"/>
                </a:lnTo>
                <a:lnTo>
                  <a:pt x="786657" y="60879"/>
                </a:lnTo>
                <a:lnTo>
                  <a:pt x="785476" y="61241"/>
                </a:lnTo>
                <a:lnTo>
                  <a:pt x="784203" y="61422"/>
                </a:lnTo>
                <a:lnTo>
                  <a:pt x="188355" y="128824"/>
                </a:lnTo>
                <a:lnTo>
                  <a:pt x="186992" y="128914"/>
                </a:lnTo>
                <a:lnTo>
                  <a:pt x="185448" y="129005"/>
                </a:lnTo>
                <a:lnTo>
                  <a:pt x="183903" y="129005"/>
                </a:lnTo>
                <a:lnTo>
                  <a:pt x="182358" y="128914"/>
                </a:lnTo>
                <a:lnTo>
                  <a:pt x="180722" y="128824"/>
                </a:lnTo>
                <a:lnTo>
                  <a:pt x="178996" y="128642"/>
                </a:lnTo>
                <a:lnTo>
                  <a:pt x="177087" y="128371"/>
                </a:lnTo>
                <a:lnTo>
                  <a:pt x="175270" y="128099"/>
                </a:lnTo>
                <a:lnTo>
                  <a:pt x="171453" y="127284"/>
                </a:lnTo>
                <a:lnTo>
                  <a:pt x="167364" y="126196"/>
                </a:lnTo>
                <a:lnTo>
                  <a:pt x="163184" y="125019"/>
                </a:lnTo>
                <a:lnTo>
                  <a:pt x="158913" y="123569"/>
                </a:lnTo>
                <a:lnTo>
                  <a:pt x="154551" y="122029"/>
                </a:lnTo>
                <a:lnTo>
                  <a:pt x="150098" y="120308"/>
                </a:lnTo>
                <a:lnTo>
                  <a:pt x="145736" y="118496"/>
                </a:lnTo>
                <a:lnTo>
                  <a:pt x="141375" y="116322"/>
                </a:lnTo>
                <a:lnTo>
                  <a:pt x="137013" y="114238"/>
                </a:lnTo>
                <a:lnTo>
                  <a:pt x="132742" y="111883"/>
                </a:lnTo>
                <a:lnTo>
                  <a:pt x="128562" y="109437"/>
                </a:lnTo>
                <a:lnTo>
                  <a:pt x="124654" y="106900"/>
                </a:lnTo>
                <a:lnTo>
                  <a:pt x="107116" y="95395"/>
                </a:lnTo>
                <a:lnTo>
                  <a:pt x="103299" y="92858"/>
                </a:lnTo>
                <a:lnTo>
                  <a:pt x="99937" y="90321"/>
                </a:lnTo>
                <a:lnTo>
                  <a:pt x="98392" y="89144"/>
                </a:lnTo>
                <a:lnTo>
                  <a:pt x="97029" y="87875"/>
                </a:lnTo>
                <a:lnTo>
                  <a:pt x="95666" y="86698"/>
                </a:lnTo>
                <a:lnTo>
                  <a:pt x="94394" y="85520"/>
                </a:lnTo>
                <a:lnTo>
                  <a:pt x="93212" y="84433"/>
                </a:lnTo>
                <a:lnTo>
                  <a:pt x="92213" y="83255"/>
                </a:lnTo>
                <a:lnTo>
                  <a:pt x="91213" y="82168"/>
                </a:lnTo>
                <a:lnTo>
                  <a:pt x="90395" y="80990"/>
                </a:lnTo>
                <a:lnTo>
                  <a:pt x="89668" y="79903"/>
                </a:lnTo>
                <a:lnTo>
                  <a:pt x="88941" y="78997"/>
                </a:lnTo>
                <a:lnTo>
                  <a:pt x="88396" y="78001"/>
                </a:lnTo>
                <a:lnTo>
                  <a:pt x="88033" y="77004"/>
                </a:lnTo>
                <a:lnTo>
                  <a:pt x="87578" y="76098"/>
                </a:lnTo>
                <a:lnTo>
                  <a:pt x="87397" y="75192"/>
                </a:lnTo>
                <a:lnTo>
                  <a:pt x="87215" y="74286"/>
                </a:lnTo>
                <a:lnTo>
                  <a:pt x="87215" y="73562"/>
                </a:lnTo>
                <a:lnTo>
                  <a:pt x="87215" y="72746"/>
                </a:lnTo>
                <a:lnTo>
                  <a:pt x="87397" y="72112"/>
                </a:lnTo>
                <a:lnTo>
                  <a:pt x="87669" y="71387"/>
                </a:lnTo>
                <a:lnTo>
                  <a:pt x="88124" y="70753"/>
                </a:lnTo>
                <a:lnTo>
                  <a:pt x="88578" y="70119"/>
                </a:lnTo>
                <a:lnTo>
                  <a:pt x="89214" y="69666"/>
                </a:lnTo>
                <a:lnTo>
                  <a:pt x="89941" y="69123"/>
                </a:lnTo>
                <a:lnTo>
                  <a:pt x="90759" y="68670"/>
                </a:lnTo>
                <a:lnTo>
                  <a:pt x="91668" y="68398"/>
                </a:lnTo>
                <a:lnTo>
                  <a:pt x="92758" y="68126"/>
                </a:lnTo>
                <a:lnTo>
                  <a:pt x="93939" y="67764"/>
                </a:lnTo>
                <a:lnTo>
                  <a:pt x="95212" y="67583"/>
                </a:lnTo>
                <a:lnTo>
                  <a:pt x="691060" y="181"/>
                </a:lnTo>
                <a:close/>
              </a:path>
            </a:pathLst>
          </a:custGeom>
          <a:solidFill>
            <a:schemeClr val="accent6"/>
          </a:solidFill>
          <a:ln w="2">
            <a:noFill/>
            <a:prstDash val="solid"/>
            <a:round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563933" y="226706"/>
            <a:ext cx="43396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无机及分析化学实验</a:t>
            </a:r>
            <a:endParaRPr lang="zh-CN" altLang="en-US" sz="3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repeatCount="indefinite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xit" presetSubtype="4" fill="hold" grpId="1" nodeType="withEffect">
                                  <p:stCondLst>
                                    <p:cond delay="6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2" nodeType="withEffect">
                                  <p:stCondLst>
                                    <p:cond delay="6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9" grpId="1"/>
      <p:bldP spid="9" grpId="2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9"/>
          <p:cNvSpPr txBox="1"/>
          <p:nvPr/>
        </p:nvSpPr>
        <p:spPr>
          <a:xfrm>
            <a:off x="1139014" y="3477767"/>
            <a:ext cx="7885110" cy="575136"/>
          </a:xfrm>
          <a:prstGeom prst="rect">
            <a:avLst/>
          </a:prstGeom>
          <a:noFill/>
        </p:spPr>
        <p:txBody>
          <a:bodyPr wrap="square" lIns="94085" tIns="47043" rIns="94085" bIns="47043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硫酸亚铁铵的</a:t>
            </a:r>
            <a:r>
              <a:rPr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制备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硫酸铜</a:t>
            </a:r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提纯</a:t>
            </a:r>
            <a:r>
              <a:rPr lang="zh-CN" altLang="en-US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CaC</a:t>
            </a:r>
            <a:r>
              <a:rPr lang="en-US" altLang="zh-CN" sz="2400" b="1" baseline="-25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lang="en-US" altLang="zh-CN" sz="2400" b="1" baseline="-25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沉淀的制备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TextBox 40"/>
          <p:cNvSpPr txBox="1"/>
          <p:nvPr/>
        </p:nvSpPr>
        <p:spPr>
          <a:xfrm>
            <a:off x="1221616" y="3138858"/>
            <a:ext cx="1328140" cy="402781"/>
          </a:xfrm>
          <a:prstGeom prst="rect">
            <a:avLst/>
          </a:prstGeom>
          <a:noFill/>
        </p:spPr>
        <p:txBody>
          <a:bodyPr wrap="none" lIns="94085" tIns="47043" rIns="94085" bIns="47043" rtlCol="0">
            <a:spAutoFit/>
          </a:bodyPr>
          <a:lstStyle/>
          <a:p>
            <a:r>
              <a:rPr lang="zh-CN" altLang="en-US" sz="2000" b="1" dirty="0" smtClea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沉淀</a:t>
            </a:r>
            <a:r>
              <a:rPr lang="en-US" altLang="zh-CN" sz="2000" b="1" dirty="0" smtClea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b="1" dirty="0" smtClea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溶解</a:t>
            </a:r>
            <a:endParaRPr lang="zh-CN" altLang="en-US" sz="2000" b="1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56000">
                    <a:prstClr val="black">
                      <a:lumMod val="75000"/>
                      <a:lumOff val="25000"/>
                    </a:prstClr>
                  </a:gs>
                </a:gsLst>
                <a:lin ang="108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41"/>
          <p:cNvSpPr txBox="1"/>
          <p:nvPr/>
        </p:nvSpPr>
        <p:spPr>
          <a:xfrm>
            <a:off x="1283485" y="4723758"/>
            <a:ext cx="3971663" cy="507041"/>
          </a:xfrm>
          <a:prstGeom prst="rect">
            <a:avLst/>
          </a:prstGeom>
          <a:noFill/>
        </p:spPr>
        <p:txBody>
          <a:bodyPr wrap="square" lIns="94085" tIns="47043" rIns="94085" bIns="47043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配合物的形成和性质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Box 42"/>
          <p:cNvSpPr txBox="1"/>
          <p:nvPr/>
        </p:nvSpPr>
        <p:spPr>
          <a:xfrm>
            <a:off x="1359830" y="4347795"/>
            <a:ext cx="1215929" cy="402781"/>
          </a:xfrm>
          <a:prstGeom prst="rect">
            <a:avLst/>
          </a:prstGeom>
          <a:noFill/>
        </p:spPr>
        <p:txBody>
          <a:bodyPr wrap="none" lIns="94085" tIns="47043" rIns="94085" bIns="47043" rtlCol="0">
            <a:spAutoFit/>
          </a:bodyPr>
          <a:lstStyle/>
          <a:p>
            <a:r>
              <a:rPr lang="zh-CN" altLang="en-US" sz="2000" b="1" dirty="0" smtClea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配位平衡</a:t>
            </a:r>
            <a:endParaRPr lang="zh-CN" altLang="en-US" sz="2000" b="1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56000">
                    <a:prstClr val="black">
                      <a:lumMod val="75000"/>
                      <a:lumOff val="25000"/>
                    </a:prstClr>
                  </a:gs>
                </a:gsLst>
                <a:lin ang="108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43"/>
          <p:cNvSpPr txBox="1"/>
          <p:nvPr/>
        </p:nvSpPr>
        <p:spPr>
          <a:xfrm>
            <a:off x="1099302" y="1483402"/>
            <a:ext cx="8001649" cy="1535399"/>
          </a:xfrm>
          <a:prstGeom prst="rect">
            <a:avLst/>
          </a:prstGeom>
          <a:noFill/>
        </p:spPr>
        <p:txBody>
          <a:bodyPr wrap="square" lIns="94085" tIns="47043" rIns="94085" bIns="47043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氢氧化钠标准溶液浓度的标定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醋酸</a:t>
            </a:r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溶液中</a:t>
            </a:r>
            <a:r>
              <a:rPr lang="en-US" altLang="zh-CN" sz="24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HAc</a:t>
            </a:r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含量的</a:t>
            </a:r>
            <a:r>
              <a:rPr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测定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弱酸</a:t>
            </a:r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离解常数的测定、缓冲溶液的</a:t>
            </a:r>
            <a:r>
              <a:rPr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性质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盐酸</a:t>
            </a:r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标准溶液浓度的</a:t>
            </a:r>
            <a:r>
              <a:rPr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标定</a:t>
            </a:r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鸡蛋壳中钙含量的测定</a:t>
            </a:r>
            <a:endParaRPr lang="zh-CN" altLang="en-US" sz="2400" b="1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56000">
                    <a:prstClr val="black">
                      <a:lumMod val="75000"/>
                      <a:lumOff val="25000"/>
                    </a:prstClr>
                  </a:gs>
                </a:gsLst>
                <a:lin ang="10800000" scaled="1"/>
              </a:gra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TextBox 44"/>
          <p:cNvSpPr txBox="1"/>
          <p:nvPr/>
        </p:nvSpPr>
        <p:spPr>
          <a:xfrm>
            <a:off x="1139014" y="1126811"/>
            <a:ext cx="1215929" cy="402781"/>
          </a:xfrm>
          <a:prstGeom prst="rect">
            <a:avLst/>
          </a:prstGeom>
          <a:noFill/>
        </p:spPr>
        <p:txBody>
          <a:bodyPr wrap="none" lIns="94085" tIns="47043" rIns="94085" bIns="47043" rtlCol="0">
            <a:spAutoFit/>
          </a:bodyPr>
          <a:lstStyle/>
          <a:p>
            <a:r>
              <a:rPr lang="zh-CN" altLang="en-US" sz="2000" b="1" dirty="0" smtClea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酸碱平衡</a:t>
            </a:r>
            <a:endParaRPr lang="zh-CN" altLang="en-US" sz="2000" b="1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56000">
                    <a:prstClr val="black">
                      <a:lumMod val="75000"/>
                      <a:lumOff val="25000"/>
                    </a:prstClr>
                  </a:gs>
                </a:gsLst>
                <a:lin ang="108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>
            <a:grpSpLocks noChangeAspect="1"/>
          </p:cNvGrpSpPr>
          <p:nvPr/>
        </p:nvGrpSpPr>
        <p:grpSpPr>
          <a:xfrm>
            <a:off x="537567" y="1124744"/>
            <a:ext cx="507169" cy="507171"/>
            <a:chOff x="3978169" y="4566337"/>
            <a:chExt cx="1698112" cy="1698112"/>
          </a:xfrm>
        </p:grpSpPr>
        <p:sp>
          <p:nvSpPr>
            <p:cNvPr id="11" name="Oval 62"/>
            <p:cNvSpPr>
              <a:spLocks noChangeArrowheads="1"/>
            </p:cNvSpPr>
            <p:nvPr/>
          </p:nvSpPr>
          <p:spPr bwMode="auto">
            <a:xfrm>
              <a:off x="3978169" y="4566337"/>
              <a:ext cx="1698112" cy="1698112"/>
            </a:xfrm>
            <a:prstGeom prst="ellipse">
              <a:avLst/>
            </a:prstGeom>
            <a:solidFill>
              <a:srgbClr val="D61C46"/>
            </a:solidFill>
            <a:ln w="31750">
              <a:noFill/>
            </a:ln>
            <a:effectLst/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165799"/>
                </a:solidFill>
              </a:endParaRPr>
            </a:p>
          </p:txBody>
        </p:sp>
        <p:sp>
          <p:nvSpPr>
            <p:cNvPr id="12" name="Freeform 100"/>
            <p:cNvSpPr>
              <a:spLocks noEditPoints="1"/>
            </p:cNvSpPr>
            <p:nvPr/>
          </p:nvSpPr>
          <p:spPr bwMode="auto">
            <a:xfrm>
              <a:off x="4459798" y="5028177"/>
              <a:ext cx="721568" cy="774432"/>
            </a:xfrm>
            <a:custGeom>
              <a:avLst/>
              <a:gdLst>
                <a:gd name="T0" fmla="*/ 46 w 112"/>
                <a:gd name="T1" fmla="*/ 29 h 121"/>
                <a:gd name="T2" fmla="*/ 63 w 112"/>
                <a:gd name="T3" fmla="*/ 53 h 121"/>
                <a:gd name="T4" fmla="*/ 93 w 112"/>
                <a:gd name="T5" fmla="*/ 22 h 121"/>
                <a:gd name="T6" fmla="*/ 101 w 112"/>
                <a:gd name="T7" fmla="*/ 31 h 121"/>
                <a:gd name="T8" fmla="*/ 107 w 112"/>
                <a:gd name="T9" fmla="*/ 15 h 121"/>
                <a:gd name="T10" fmla="*/ 112 w 112"/>
                <a:gd name="T11" fmla="*/ 0 h 121"/>
                <a:gd name="T12" fmla="*/ 80 w 112"/>
                <a:gd name="T13" fmla="*/ 6 h 121"/>
                <a:gd name="T14" fmla="*/ 87 w 112"/>
                <a:gd name="T15" fmla="*/ 15 h 121"/>
                <a:gd name="T16" fmla="*/ 64 w 112"/>
                <a:gd name="T17" fmla="*/ 39 h 121"/>
                <a:gd name="T18" fmla="*/ 47 w 112"/>
                <a:gd name="T19" fmla="*/ 16 h 121"/>
                <a:gd name="T20" fmla="*/ 1 w 112"/>
                <a:gd name="T21" fmla="*/ 58 h 121"/>
                <a:gd name="T22" fmla="*/ 7 w 112"/>
                <a:gd name="T23" fmla="*/ 64 h 121"/>
                <a:gd name="T24" fmla="*/ 46 w 112"/>
                <a:gd name="T25" fmla="*/ 29 h 121"/>
                <a:gd name="T26" fmla="*/ 24 w 112"/>
                <a:gd name="T27" fmla="*/ 67 h 121"/>
                <a:gd name="T28" fmla="*/ 7 w 112"/>
                <a:gd name="T29" fmla="*/ 67 h 121"/>
                <a:gd name="T30" fmla="*/ 0 w 112"/>
                <a:gd name="T31" fmla="*/ 74 h 121"/>
                <a:gd name="T32" fmla="*/ 0 w 112"/>
                <a:gd name="T33" fmla="*/ 113 h 121"/>
                <a:gd name="T34" fmla="*/ 7 w 112"/>
                <a:gd name="T35" fmla="*/ 121 h 121"/>
                <a:gd name="T36" fmla="*/ 24 w 112"/>
                <a:gd name="T37" fmla="*/ 121 h 121"/>
                <a:gd name="T38" fmla="*/ 31 w 112"/>
                <a:gd name="T39" fmla="*/ 113 h 121"/>
                <a:gd name="T40" fmla="*/ 31 w 112"/>
                <a:gd name="T41" fmla="*/ 74 h 121"/>
                <a:gd name="T42" fmla="*/ 24 w 112"/>
                <a:gd name="T43" fmla="*/ 67 h 121"/>
                <a:gd name="T44" fmla="*/ 64 w 112"/>
                <a:gd name="T45" fmla="*/ 56 h 121"/>
                <a:gd name="T46" fmla="*/ 47 w 112"/>
                <a:gd name="T47" fmla="*/ 56 h 121"/>
                <a:gd name="T48" fmla="*/ 40 w 112"/>
                <a:gd name="T49" fmla="*/ 63 h 121"/>
                <a:gd name="T50" fmla="*/ 40 w 112"/>
                <a:gd name="T51" fmla="*/ 113 h 121"/>
                <a:gd name="T52" fmla="*/ 47 w 112"/>
                <a:gd name="T53" fmla="*/ 121 h 121"/>
                <a:gd name="T54" fmla="*/ 64 w 112"/>
                <a:gd name="T55" fmla="*/ 121 h 121"/>
                <a:gd name="T56" fmla="*/ 71 w 112"/>
                <a:gd name="T57" fmla="*/ 113 h 121"/>
                <a:gd name="T58" fmla="*/ 71 w 112"/>
                <a:gd name="T59" fmla="*/ 63 h 121"/>
                <a:gd name="T60" fmla="*/ 64 w 112"/>
                <a:gd name="T61" fmla="*/ 56 h 121"/>
                <a:gd name="T62" fmla="*/ 103 w 112"/>
                <a:gd name="T63" fmla="*/ 41 h 121"/>
                <a:gd name="T64" fmla="*/ 87 w 112"/>
                <a:gd name="T65" fmla="*/ 41 h 121"/>
                <a:gd name="T66" fmla="*/ 79 w 112"/>
                <a:gd name="T67" fmla="*/ 48 h 121"/>
                <a:gd name="T68" fmla="*/ 79 w 112"/>
                <a:gd name="T69" fmla="*/ 113 h 121"/>
                <a:gd name="T70" fmla="*/ 87 w 112"/>
                <a:gd name="T71" fmla="*/ 121 h 121"/>
                <a:gd name="T72" fmla="*/ 103 w 112"/>
                <a:gd name="T73" fmla="*/ 121 h 121"/>
                <a:gd name="T74" fmla="*/ 111 w 112"/>
                <a:gd name="T75" fmla="*/ 113 h 121"/>
                <a:gd name="T76" fmla="*/ 111 w 112"/>
                <a:gd name="T77" fmla="*/ 48 h 121"/>
                <a:gd name="T78" fmla="*/ 103 w 112"/>
                <a:gd name="T79" fmla="*/ 4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" h="121">
                  <a:moveTo>
                    <a:pt x="46" y="29"/>
                  </a:moveTo>
                  <a:cubicBezTo>
                    <a:pt x="63" y="53"/>
                    <a:pt x="63" y="53"/>
                    <a:pt x="63" y="53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7" y="15"/>
                    <a:pt x="107" y="15"/>
                    <a:pt x="107" y="15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80" y="6"/>
                    <a:pt x="80" y="6"/>
                    <a:pt x="80" y="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47" y="16"/>
                    <a:pt x="47" y="16"/>
                    <a:pt x="47" y="16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7" y="64"/>
                    <a:pt x="7" y="64"/>
                    <a:pt x="7" y="64"/>
                  </a:cubicBezTo>
                  <a:lnTo>
                    <a:pt x="46" y="29"/>
                  </a:lnTo>
                  <a:close/>
                  <a:moveTo>
                    <a:pt x="24" y="67"/>
                  </a:move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70"/>
                    <a:pt x="0" y="74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0" y="117"/>
                    <a:pt x="3" y="121"/>
                    <a:pt x="7" y="121"/>
                  </a:cubicBezTo>
                  <a:cubicBezTo>
                    <a:pt x="24" y="121"/>
                    <a:pt x="24" y="121"/>
                    <a:pt x="24" y="121"/>
                  </a:cubicBezTo>
                  <a:cubicBezTo>
                    <a:pt x="28" y="121"/>
                    <a:pt x="31" y="117"/>
                    <a:pt x="31" y="113"/>
                  </a:cubicBezTo>
                  <a:cubicBezTo>
                    <a:pt x="31" y="74"/>
                    <a:pt x="31" y="74"/>
                    <a:pt x="31" y="74"/>
                  </a:cubicBezTo>
                  <a:cubicBezTo>
                    <a:pt x="31" y="70"/>
                    <a:pt x="28" y="67"/>
                    <a:pt x="24" y="67"/>
                  </a:cubicBezTo>
                  <a:close/>
                  <a:moveTo>
                    <a:pt x="64" y="56"/>
                  </a:moveTo>
                  <a:cubicBezTo>
                    <a:pt x="47" y="56"/>
                    <a:pt x="47" y="56"/>
                    <a:pt x="47" y="56"/>
                  </a:cubicBezTo>
                  <a:cubicBezTo>
                    <a:pt x="43" y="56"/>
                    <a:pt x="40" y="59"/>
                    <a:pt x="40" y="63"/>
                  </a:cubicBezTo>
                  <a:cubicBezTo>
                    <a:pt x="40" y="113"/>
                    <a:pt x="40" y="113"/>
                    <a:pt x="40" y="113"/>
                  </a:cubicBezTo>
                  <a:cubicBezTo>
                    <a:pt x="40" y="117"/>
                    <a:pt x="43" y="121"/>
                    <a:pt x="47" y="121"/>
                  </a:cubicBezTo>
                  <a:cubicBezTo>
                    <a:pt x="64" y="121"/>
                    <a:pt x="64" y="121"/>
                    <a:pt x="64" y="121"/>
                  </a:cubicBezTo>
                  <a:cubicBezTo>
                    <a:pt x="68" y="121"/>
                    <a:pt x="71" y="117"/>
                    <a:pt x="71" y="113"/>
                  </a:cubicBezTo>
                  <a:cubicBezTo>
                    <a:pt x="71" y="63"/>
                    <a:pt x="71" y="63"/>
                    <a:pt x="71" y="63"/>
                  </a:cubicBezTo>
                  <a:cubicBezTo>
                    <a:pt x="71" y="59"/>
                    <a:pt x="68" y="56"/>
                    <a:pt x="64" y="56"/>
                  </a:cubicBezTo>
                  <a:close/>
                  <a:moveTo>
                    <a:pt x="103" y="41"/>
                  </a:moveTo>
                  <a:cubicBezTo>
                    <a:pt x="87" y="41"/>
                    <a:pt x="87" y="41"/>
                    <a:pt x="87" y="41"/>
                  </a:cubicBezTo>
                  <a:cubicBezTo>
                    <a:pt x="83" y="41"/>
                    <a:pt x="79" y="44"/>
                    <a:pt x="79" y="48"/>
                  </a:cubicBezTo>
                  <a:cubicBezTo>
                    <a:pt x="79" y="113"/>
                    <a:pt x="79" y="113"/>
                    <a:pt x="79" y="113"/>
                  </a:cubicBezTo>
                  <a:cubicBezTo>
                    <a:pt x="79" y="117"/>
                    <a:pt x="83" y="121"/>
                    <a:pt x="87" y="121"/>
                  </a:cubicBezTo>
                  <a:cubicBezTo>
                    <a:pt x="103" y="121"/>
                    <a:pt x="103" y="121"/>
                    <a:pt x="103" y="121"/>
                  </a:cubicBezTo>
                  <a:cubicBezTo>
                    <a:pt x="107" y="121"/>
                    <a:pt x="111" y="117"/>
                    <a:pt x="111" y="113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1" y="44"/>
                    <a:pt x="107" y="41"/>
                    <a:pt x="103" y="4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grpSp>
        <p:nvGrpSpPr>
          <p:cNvPr id="13" name="组合 12"/>
          <p:cNvGrpSpPr>
            <a:grpSpLocks noChangeAspect="1"/>
          </p:cNvGrpSpPr>
          <p:nvPr/>
        </p:nvGrpSpPr>
        <p:grpSpPr>
          <a:xfrm>
            <a:off x="592133" y="3121806"/>
            <a:ext cx="507169" cy="507171"/>
            <a:chOff x="8016397" y="4566337"/>
            <a:chExt cx="1698112" cy="1698112"/>
          </a:xfrm>
        </p:grpSpPr>
        <p:sp>
          <p:nvSpPr>
            <p:cNvPr id="14" name="Oval 62"/>
            <p:cNvSpPr>
              <a:spLocks noChangeArrowheads="1"/>
            </p:cNvSpPr>
            <p:nvPr/>
          </p:nvSpPr>
          <p:spPr bwMode="auto">
            <a:xfrm>
              <a:off x="8016397" y="4566337"/>
              <a:ext cx="1698112" cy="1698112"/>
            </a:xfrm>
            <a:prstGeom prst="ellipse">
              <a:avLst/>
            </a:prstGeom>
            <a:solidFill>
              <a:srgbClr val="E4BE33"/>
            </a:solidFill>
            <a:ln w="31750">
              <a:noFill/>
            </a:ln>
            <a:effectLst/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108"/>
            <p:cNvSpPr>
              <a:spLocks noEditPoints="1"/>
            </p:cNvSpPr>
            <p:nvPr/>
          </p:nvSpPr>
          <p:spPr bwMode="auto">
            <a:xfrm>
              <a:off x="8492332" y="5072393"/>
              <a:ext cx="757494" cy="760218"/>
            </a:xfrm>
            <a:custGeom>
              <a:avLst/>
              <a:gdLst>
                <a:gd name="T0" fmla="*/ 97 w 115"/>
                <a:gd name="T1" fmla="*/ 48 h 115"/>
                <a:gd name="T2" fmla="*/ 91 w 115"/>
                <a:gd name="T3" fmla="*/ 41 h 115"/>
                <a:gd name="T4" fmla="*/ 102 w 115"/>
                <a:gd name="T5" fmla="*/ 26 h 115"/>
                <a:gd name="T6" fmla="*/ 94 w 115"/>
                <a:gd name="T7" fmla="*/ 13 h 115"/>
                <a:gd name="T8" fmla="*/ 79 w 115"/>
                <a:gd name="T9" fmla="*/ 23 h 115"/>
                <a:gd name="T10" fmla="*/ 70 w 115"/>
                <a:gd name="T11" fmla="*/ 22 h 115"/>
                <a:gd name="T12" fmla="*/ 67 w 115"/>
                <a:gd name="T13" fmla="*/ 3 h 115"/>
                <a:gd name="T14" fmla="*/ 52 w 115"/>
                <a:gd name="T15" fmla="*/ 0 h 115"/>
                <a:gd name="T16" fmla="*/ 48 w 115"/>
                <a:gd name="T17" fmla="*/ 18 h 115"/>
                <a:gd name="T18" fmla="*/ 41 w 115"/>
                <a:gd name="T19" fmla="*/ 24 h 115"/>
                <a:gd name="T20" fmla="*/ 26 w 115"/>
                <a:gd name="T21" fmla="*/ 13 h 115"/>
                <a:gd name="T22" fmla="*/ 13 w 115"/>
                <a:gd name="T23" fmla="*/ 21 h 115"/>
                <a:gd name="T24" fmla="*/ 23 w 115"/>
                <a:gd name="T25" fmla="*/ 36 h 115"/>
                <a:gd name="T26" fmla="*/ 22 w 115"/>
                <a:gd name="T27" fmla="*/ 45 h 115"/>
                <a:gd name="T28" fmla="*/ 4 w 115"/>
                <a:gd name="T29" fmla="*/ 48 h 115"/>
                <a:gd name="T30" fmla="*/ 0 w 115"/>
                <a:gd name="T31" fmla="*/ 63 h 115"/>
                <a:gd name="T32" fmla="*/ 18 w 115"/>
                <a:gd name="T33" fmla="*/ 66 h 115"/>
                <a:gd name="T34" fmla="*/ 24 w 115"/>
                <a:gd name="T35" fmla="*/ 73 h 115"/>
                <a:gd name="T36" fmla="*/ 13 w 115"/>
                <a:gd name="T37" fmla="*/ 89 h 115"/>
                <a:gd name="T38" fmla="*/ 21 w 115"/>
                <a:gd name="T39" fmla="*/ 102 h 115"/>
                <a:gd name="T40" fmla="*/ 36 w 115"/>
                <a:gd name="T41" fmla="*/ 92 h 115"/>
                <a:gd name="T42" fmla="*/ 45 w 115"/>
                <a:gd name="T43" fmla="*/ 92 h 115"/>
                <a:gd name="T44" fmla="*/ 48 w 115"/>
                <a:gd name="T45" fmla="*/ 111 h 115"/>
                <a:gd name="T46" fmla="*/ 63 w 115"/>
                <a:gd name="T47" fmla="*/ 115 h 115"/>
                <a:gd name="T48" fmla="*/ 67 w 115"/>
                <a:gd name="T49" fmla="*/ 97 h 115"/>
                <a:gd name="T50" fmla="*/ 74 w 115"/>
                <a:gd name="T51" fmla="*/ 91 h 115"/>
                <a:gd name="T52" fmla="*/ 89 w 115"/>
                <a:gd name="T53" fmla="*/ 102 h 115"/>
                <a:gd name="T54" fmla="*/ 102 w 115"/>
                <a:gd name="T55" fmla="*/ 94 h 115"/>
                <a:gd name="T56" fmla="*/ 92 w 115"/>
                <a:gd name="T57" fmla="*/ 79 h 115"/>
                <a:gd name="T58" fmla="*/ 93 w 115"/>
                <a:gd name="T59" fmla="*/ 70 h 115"/>
                <a:gd name="T60" fmla="*/ 112 w 115"/>
                <a:gd name="T61" fmla="*/ 66 h 115"/>
                <a:gd name="T62" fmla="*/ 115 w 115"/>
                <a:gd name="T63" fmla="*/ 52 h 115"/>
                <a:gd name="T64" fmla="*/ 58 w 115"/>
                <a:gd name="T65" fmla="*/ 79 h 115"/>
                <a:gd name="T66" fmla="*/ 58 w 115"/>
                <a:gd name="T67" fmla="*/ 36 h 115"/>
                <a:gd name="T68" fmla="*/ 58 w 115"/>
                <a:gd name="T69" fmla="*/ 79 h 115"/>
                <a:gd name="T70" fmla="*/ 49 w 115"/>
                <a:gd name="T71" fmla="*/ 57 h 115"/>
                <a:gd name="T72" fmla="*/ 67 w 115"/>
                <a:gd name="T73" fmla="*/ 5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5" h="115">
                  <a:moveTo>
                    <a:pt x="112" y="48"/>
                  </a:moveTo>
                  <a:cubicBezTo>
                    <a:pt x="97" y="48"/>
                    <a:pt x="97" y="48"/>
                    <a:pt x="97" y="48"/>
                  </a:cubicBezTo>
                  <a:cubicBezTo>
                    <a:pt x="95" y="48"/>
                    <a:pt x="93" y="47"/>
                    <a:pt x="93" y="45"/>
                  </a:cubicBezTo>
                  <a:cubicBezTo>
                    <a:pt x="91" y="41"/>
                    <a:pt x="91" y="41"/>
                    <a:pt x="91" y="41"/>
                  </a:cubicBezTo>
                  <a:cubicBezTo>
                    <a:pt x="90" y="40"/>
                    <a:pt x="91" y="37"/>
                    <a:pt x="92" y="36"/>
                  </a:cubicBezTo>
                  <a:cubicBezTo>
                    <a:pt x="102" y="26"/>
                    <a:pt x="102" y="26"/>
                    <a:pt x="102" y="26"/>
                  </a:cubicBezTo>
                  <a:cubicBezTo>
                    <a:pt x="104" y="24"/>
                    <a:pt x="104" y="22"/>
                    <a:pt x="102" y="21"/>
                  </a:cubicBezTo>
                  <a:cubicBezTo>
                    <a:pt x="94" y="13"/>
                    <a:pt x="94" y="13"/>
                    <a:pt x="94" y="13"/>
                  </a:cubicBezTo>
                  <a:cubicBezTo>
                    <a:pt x="93" y="11"/>
                    <a:pt x="91" y="11"/>
                    <a:pt x="89" y="13"/>
                  </a:cubicBezTo>
                  <a:cubicBezTo>
                    <a:pt x="79" y="23"/>
                    <a:pt x="79" y="23"/>
                    <a:pt x="79" y="23"/>
                  </a:cubicBezTo>
                  <a:cubicBezTo>
                    <a:pt x="78" y="24"/>
                    <a:pt x="75" y="25"/>
                    <a:pt x="74" y="24"/>
                  </a:cubicBezTo>
                  <a:cubicBezTo>
                    <a:pt x="70" y="22"/>
                    <a:pt x="70" y="22"/>
                    <a:pt x="70" y="22"/>
                  </a:cubicBezTo>
                  <a:cubicBezTo>
                    <a:pt x="68" y="22"/>
                    <a:pt x="67" y="20"/>
                    <a:pt x="67" y="18"/>
                  </a:cubicBezTo>
                  <a:cubicBezTo>
                    <a:pt x="67" y="3"/>
                    <a:pt x="67" y="3"/>
                    <a:pt x="67" y="3"/>
                  </a:cubicBezTo>
                  <a:cubicBezTo>
                    <a:pt x="67" y="1"/>
                    <a:pt x="65" y="0"/>
                    <a:pt x="63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0" y="0"/>
                    <a:pt x="48" y="1"/>
                    <a:pt x="48" y="3"/>
                  </a:cubicBezTo>
                  <a:cubicBezTo>
                    <a:pt x="48" y="18"/>
                    <a:pt x="48" y="18"/>
                    <a:pt x="48" y="18"/>
                  </a:cubicBezTo>
                  <a:cubicBezTo>
                    <a:pt x="48" y="20"/>
                    <a:pt x="47" y="22"/>
                    <a:pt x="45" y="22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0" y="25"/>
                    <a:pt x="37" y="24"/>
                    <a:pt x="36" y="2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5" y="11"/>
                    <a:pt x="22" y="11"/>
                    <a:pt x="21" y="13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2" y="22"/>
                    <a:pt x="12" y="24"/>
                    <a:pt x="13" y="2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4" y="37"/>
                    <a:pt x="25" y="40"/>
                    <a:pt x="24" y="41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2" y="47"/>
                    <a:pt x="20" y="48"/>
                    <a:pt x="18" y="48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" y="48"/>
                    <a:pt x="0" y="50"/>
                    <a:pt x="0" y="52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5"/>
                    <a:pt x="2" y="66"/>
                    <a:pt x="4" y="66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20" y="66"/>
                    <a:pt x="22" y="68"/>
                    <a:pt x="22" y="70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5"/>
                    <a:pt x="24" y="78"/>
                    <a:pt x="23" y="79"/>
                  </a:cubicBezTo>
                  <a:cubicBezTo>
                    <a:pt x="13" y="89"/>
                    <a:pt x="13" y="89"/>
                    <a:pt x="13" y="89"/>
                  </a:cubicBezTo>
                  <a:cubicBezTo>
                    <a:pt x="12" y="90"/>
                    <a:pt x="12" y="93"/>
                    <a:pt x="13" y="94"/>
                  </a:cubicBezTo>
                  <a:cubicBezTo>
                    <a:pt x="21" y="102"/>
                    <a:pt x="21" y="102"/>
                    <a:pt x="21" y="102"/>
                  </a:cubicBezTo>
                  <a:cubicBezTo>
                    <a:pt x="22" y="103"/>
                    <a:pt x="25" y="103"/>
                    <a:pt x="26" y="102"/>
                  </a:cubicBezTo>
                  <a:cubicBezTo>
                    <a:pt x="36" y="92"/>
                    <a:pt x="36" y="92"/>
                    <a:pt x="36" y="92"/>
                  </a:cubicBezTo>
                  <a:cubicBezTo>
                    <a:pt x="37" y="90"/>
                    <a:pt x="40" y="90"/>
                    <a:pt x="41" y="91"/>
                  </a:cubicBezTo>
                  <a:cubicBezTo>
                    <a:pt x="45" y="92"/>
                    <a:pt x="45" y="92"/>
                    <a:pt x="45" y="92"/>
                  </a:cubicBezTo>
                  <a:cubicBezTo>
                    <a:pt x="47" y="93"/>
                    <a:pt x="48" y="95"/>
                    <a:pt x="48" y="97"/>
                  </a:cubicBezTo>
                  <a:cubicBezTo>
                    <a:pt x="48" y="111"/>
                    <a:pt x="48" y="111"/>
                    <a:pt x="48" y="111"/>
                  </a:cubicBezTo>
                  <a:cubicBezTo>
                    <a:pt x="48" y="113"/>
                    <a:pt x="50" y="115"/>
                    <a:pt x="52" y="115"/>
                  </a:cubicBezTo>
                  <a:cubicBezTo>
                    <a:pt x="63" y="115"/>
                    <a:pt x="63" y="115"/>
                    <a:pt x="63" y="115"/>
                  </a:cubicBezTo>
                  <a:cubicBezTo>
                    <a:pt x="65" y="115"/>
                    <a:pt x="67" y="113"/>
                    <a:pt x="67" y="111"/>
                  </a:cubicBezTo>
                  <a:cubicBezTo>
                    <a:pt x="67" y="97"/>
                    <a:pt x="67" y="97"/>
                    <a:pt x="67" y="97"/>
                  </a:cubicBezTo>
                  <a:cubicBezTo>
                    <a:pt x="67" y="95"/>
                    <a:pt x="68" y="93"/>
                    <a:pt x="70" y="92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5" y="90"/>
                    <a:pt x="78" y="90"/>
                    <a:pt x="79" y="92"/>
                  </a:cubicBezTo>
                  <a:cubicBezTo>
                    <a:pt x="89" y="102"/>
                    <a:pt x="89" y="102"/>
                    <a:pt x="89" y="102"/>
                  </a:cubicBezTo>
                  <a:cubicBezTo>
                    <a:pt x="91" y="103"/>
                    <a:pt x="93" y="103"/>
                    <a:pt x="94" y="102"/>
                  </a:cubicBezTo>
                  <a:cubicBezTo>
                    <a:pt x="102" y="94"/>
                    <a:pt x="102" y="94"/>
                    <a:pt x="102" y="94"/>
                  </a:cubicBezTo>
                  <a:cubicBezTo>
                    <a:pt x="104" y="93"/>
                    <a:pt x="104" y="90"/>
                    <a:pt x="102" y="89"/>
                  </a:cubicBezTo>
                  <a:cubicBezTo>
                    <a:pt x="92" y="79"/>
                    <a:pt x="92" y="79"/>
                    <a:pt x="92" y="79"/>
                  </a:cubicBezTo>
                  <a:cubicBezTo>
                    <a:pt x="91" y="78"/>
                    <a:pt x="90" y="75"/>
                    <a:pt x="91" y="73"/>
                  </a:cubicBezTo>
                  <a:cubicBezTo>
                    <a:pt x="93" y="70"/>
                    <a:pt x="93" y="70"/>
                    <a:pt x="93" y="70"/>
                  </a:cubicBezTo>
                  <a:cubicBezTo>
                    <a:pt x="93" y="68"/>
                    <a:pt x="95" y="66"/>
                    <a:pt x="97" y="66"/>
                  </a:cubicBezTo>
                  <a:cubicBezTo>
                    <a:pt x="112" y="66"/>
                    <a:pt x="112" y="66"/>
                    <a:pt x="112" y="66"/>
                  </a:cubicBezTo>
                  <a:cubicBezTo>
                    <a:pt x="113" y="66"/>
                    <a:pt x="115" y="65"/>
                    <a:pt x="115" y="63"/>
                  </a:cubicBezTo>
                  <a:cubicBezTo>
                    <a:pt x="115" y="52"/>
                    <a:pt x="115" y="52"/>
                    <a:pt x="115" y="52"/>
                  </a:cubicBezTo>
                  <a:cubicBezTo>
                    <a:pt x="115" y="50"/>
                    <a:pt x="113" y="48"/>
                    <a:pt x="112" y="48"/>
                  </a:cubicBezTo>
                  <a:close/>
                  <a:moveTo>
                    <a:pt x="58" y="79"/>
                  </a:moveTo>
                  <a:cubicBezTo>
                    <a:pt x="46" y="79"/>
                    <a:pt x="36" y="69"/>
                    <a:pt x="36" y="57"/>
                  </a:cubicBezTo>
                  <a:cubicBezTo>
                    <a:pt x="36" y="46"/>
                    <a:pt x="46" y="36"/>
                    <a:pt x="58" y="36"/>
                  </a:cubicBezTo>
                  <a:cubicBezTo>
                    <a:pt x="69" y="36"/>
                    <a:pt x="79" y="46"/>
                    <a:pt x="79" y="57"/>
                  </a:cubicBezTo>
                  <a:cubicBezTo>
                    <a:pt x="79" y="69"/>
                    <a:pt x="69" y="79"/>
                    <a:pt x="58" y="79"/>
                  </a:cubicBezTo>
                  <a:close/>
                  <a:moveTo>
                    <a:pt x="58" y="48"/>
                  </a:moveTo>
                  <a:cubicBezTo>
                    <a:pt x="53" y="48"/>
                    <a:pt x="49" y="52"/>
                    <a:pt x="49" y="57"/>
                  </a:cubicBezTo>
                  <a:cubicBezTo>
                    <a:pt x="49" y="62"/>
                    <a:pt x="53" y="66"/>
                    <a:pt x="58" y="66"/>
                  </a:cubicBezTo>
                  <a:cubicBezTo>
                    <a:pt x="63" y="66"/>
                    <a:pt x="67" y="62"/>
                    <a:pt x="67" y="57"/>
                  </a:cubicBezTo>
                  <a:cubicBezTo>
                    <a:pt x="67" y="52"/>
                    <a:pt x="63" y="48"/>
                    <a:pt x="5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grpSp>
        <p:nvGrpSpPr>
          <p:cNvPr id="16" name="组合 15"/>
          <p:cNvGrpSpPr>
            <a:grpSpLocks noChangeAspect="1"/>
          </p:cNvGrpSpPr>
          <p:nvPr/>
        </p:nvGrpSpPr>
        <p:grpSpPr>
          <a:xfrm>
            <a:off x="592133" y="4347795"/>
            <a:ext cx="507169" cy="507171"/>
            <a:chOff x="8016395" y="2078716"/>
            <a:chExt cx="1698112" cy="1698114"/>
          </a:xfrm>
        </p:grpSpPr>
        <p:sp>
          <p:nvSpPr>
            <p:cNvPr id="17" name="Oval 62"/>
            <p:cNvSpPr>
              <a:spLocks noChangeArrowheads="1"/>
            </p:cNvSpPr>
            <p:nvPr/>
          </p:nvSpPr>
          <p:spPr bwMode="auto">
            <a:xfrm>
              <a:off x="8016395" y="2078716"/>
              <a:ext cx="1698112" cy="1698114"/>
            </a:xfrm>
            <a:prstGeom prst="ellipse">
              <a:avLst/>
            </a:prstGeom>
            <a:solidFill>
              <a:srgbClr val="61BB46"/>
            </a:solidFill>
            <a:ln w="31750">
              <a:noFill/>
            </a:ln>
            <a:effectLst/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96"/>
            <p:cNvSpPr>
              <a:spLocks noEditPoints="1"/>
            </p:cNvSpPr>
            <p:nvPr/>
          </p:nvSpPr>
          <p:spPr bwMode="auto">
            <a:xfrm>
              <a:off x="8492332" y="2553086"/>
              <a:ext cx="701837" cy="762862"/>
            </a:xfrm>
            <a:custGeom>
              <a:avLst/>
              <a:gdLst>
                <a:gd name="T0" fmla="*/ 34 w 114"/>
                <a:gd name="T1" fmla="*/ 58 h 124"/>
                <a:gd name="T2" fmla="*/ 7 w 114"/>
                <a:gd name="T3" fmla="*/ 57 h 124"/>
                <a:gd name="T4" fmla="*/ 9 w 114"/>
                <a:gd name="T5" fmla="*/ 108 h 124"/>
                <a:gd name="T6" fmla="*/ 37 w 114"/>
                <a:gd name="T7" fmla="*/ 112 h 124"/>
                <a:gd name="T8" fmla="*/ 34 w 114"/>
                <a:gd name="T9" fmla="*/ 58 h 124"/>
                <a:gd name="T10" fmla="*/ 113 w 114"/>
                <a:gd name="T11" fmla="*/ 73 h 124"/>
                <a:gd name="T12" fmla="*/ 107 w 114"/>
                <a:gd name="T13" fmla="*/ 66 h 124"/>
                <a:gd name="T14" fmla="*/ 112 w 114"/>
                <a:gd name="T15" fmla="*/ 59 h 124"/>
                <a:gd name="T16" fmla="*/ 85 w 114"/>
                <a:gd name="T17" fmla="*/ 48 h 124"/>
                <a:gd name="T18" fmla="*/ 80 w 114"/>
                <a:gd name="T19" fmla="*/ 39 h 124"/>
                <a:gd name="T20" fmla="*/ 96 w 114"/>
                <a:gd name="T21" fmla="*/ 21 h 124"/>
                <a:gd name="T22" fmla="*/ 90 w 114"/>
                <a:gd name="T23" fmla="*/ 4 h 124"/>
                <a:gd name="T24" fmla="*/ 58 w 114"/>
                <a:gd name="T25" fmla="*/ 35 h 124"/>
                <a:gd name="T26" fmla="*/ 39 w 114"/>
                <a:gd name="T27" fmla="*/ 59 h 124"/>
                <a:gd name="T28" fmla="*/ 42 w 114"/>
                <a:gd name="T29" fmla="*/ 111 h 124"/>
                <a:gd name="T30" fmla="*/ 91 w 114"/>
                <a:gd name="T31" fmla="*/ 119 h 124"/>
                <a:gd name="T32" fmla="*/ 103 w 114"/>
                <a:gd name="T33" fmla="*/ 108 h 124"/>
                <a:gd name="T34" fmla="*/ 100 w 114"/>
                <a:gd name="T35" fmla="*/ 101 h 124"/>
                <a:gd name="T36" fmla="*/ 109 w 114"/>
                <a:gd name="T37" fmla="*/ 93 h 124"/>
                <a:gd name="T38" fmla="*/ 106 w 114"/>
                <a:gd name="T39" fmla="*/ 83 h 124"/>
                <a:gd name="T40" fmla="*/ 113 w 114"/>
                <a:gd name="T41" fmla="*/ 73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4" h="124">
                  <a:moveTo>
                    <a:pt x="34" y="58"/>
                  </a:moveTo>
                  <a:cubicBezTo>
                    <a:pt x="24" y="54"/>
                    <a:pt x="7" y="57"/>
                    <a:pt x="7" y="57"/>
                  </a:cubicBezTo>
                  <a:cubicBezTo>
                    <a:pt x="0" y="78"/>
                    <a:pt x="9" y="108"/>
                    <a:pt x="9" y="108"/>
                  </a:cubicBezTo>
                  <a:cubicBezTo>
                    <a:pt x="20" y="117"/>
                    <a:pt x="37" y="112"/>
                    <a:pt x="37" y="112"/>
                  </a:cubicBezTo>
                  <a:cubicBezTo>
                    <a:pt x="31" y="95"/>
                    <a:pt x="34" y="58"/>
                    <a:pt x="34" y="58"/>
                  </a:cubicBezTo>
                  <a:close/>
                  <a:moveTo>
                    <a:pt x="113" y="73"/>
                  </a:moveTo>
                  <a:cubicBezTo>
                    <a:pt x="114" y="66"/>
                    <a:pt x="107" y="66"/>
                    <a:pt x="107" y="66"/>
                  </a:cubicBezTo>
                  <a:cubicBezTo>
                    <a:pt x="113" y="66"/>
                    <a:pt x="112" y="59"/>
                    <a:pt x="112" y="59"/>
                  </a:cubicBezTo>
                  <a:cubicBezTo>
                    <a:pt x="110" y="43"/>
                    <a:pt x="95" y="50"/>
                    <a:pt x="85" y="48"/>
                  </a:cubicBezTo>
                  <a:cubicBezTo>
                    <a:pt x="76" y="46"/>
                    <a:pt x="80" y="39"/>
                    <a:pt x="80" y="39"/>
                  </a:cubicBezTo>
                  <a:cubicBezTo>
                    <a:pt x="92" y="31"/>
                    <a:pt x="96" y="21"/>
                    <a:pt x="96" y="21"/>
                  </a:cubicBezTo>
                  <a:cubicBezTo>
                    <a:pt x="101" y="0"/>
                    <a:pt x="90" y="4"/>
                    <a:pt x="90" y="4"/>
                  </a:cubicBezTo>
                  <a:cubicBezTo>
                    <a:pt x="87" y="10"/>
                    <a:pt x="66" y="30"/>
                    <a:pt x="58" y="35"/>
                  </a:cubicBezTo>
                  <a:cubicBezTo>
                    <a:pt x="48" y="42"/>
                    <a:pt x="39" y="59"/>
                    <a:pt x="39" y="59"/>
                  </a:cubicBezTo>
                  <a:cubicBezTo>
                    <a:pt x="35" y="78"/>
                    <a:pt x="42" y="111"/>
                    <a:pt x="42" y="111"/>
                  </a:cubicBezTo>
                  <a:cubicBezTo>
                    <a:pt x="63" y="124"/>
                    <a:pt x="91" y="119"/>
                    <a:pt x="91" y="119"/>
                  </a:cubicBezTo>
                  <a:cubicBezTo>
                    <a:pt x="102" y="117"/>
                    <a:pt x="103" y="108"/>
                    <a:pt x="103" y="108"/>
                  </a:cubicBezTo>
                  <a:cubicBezTo>
                    <a:pt x="105" y="102"/>
                    <a:pt x="100" y="101"/>
                    <a:pt x="100" y="101"/>
                  </a:cubicBezTo>
                  <a:cubicBezTo>
                    <a:pt x="108" y="102"/>
                    <a:pt x="109" y="93"/>
                    <a:pt x="109" y="93"/>
                  </a:cubicBezTo>
                  <a:cubicBezTo>
                    <a:pt x="112" y="84"/>
                    <a:pt x="106" y="83"/>
                    <a:pt x="106" y="83"/>
                  </a:cubicBezTo>
                  <a:cubicBezTo>
                    <a:pt x="112" y="84"/>
                    <a:pt x="113" y="73"/>
                    <a:pt x="113" y="7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grpSp>
        <p:nvGrpSpPr>
          <p:cNvPr id="19" name="组合 18"/>
          <p:cNvGrpSpPr>
            <a:grpSpLocks noChangeAspect="1"/>
          </p:cNvGrpSpPr>
          <p:nvPr/>
        </p:nvGrpSpPr>
        <p:grpSpPr>
          <a:xfrm>
            <a:off x="539552" y="5586125"/>
            <a:ext cx="507169" cy="507171"/>
            <a:chOff x="3978169" y="4566337"/>
            <a:chExt cx="1698112" cy="1698112"/>
          </a:xfrm>
        </p:grpSpPr>
        <p:sp>
          <p:nvSpPr>
            <p:cNvPr id="20" name="Oval 62"/>
            <p:cNvSpPr>
              <a:spLocks noChangeArrowheads="1"/>
            </p:cNvSpPr>
            <p:nvPr/>
          </p:nvSpPr>
          <p:spPr bwMode="auto">
            <a:xfrm>
              <a:off x="3978169" y="4566337"/>
              <a:ext cx="1698112" cy="1698112"/>
            </a:xfrm>
            <a:prstGeom prst="ellipse">
              <a:avLst/>
            </a:prstGeom>
            <a:solidFill>
              <a:srgbClr val="D61C46"/>
            </a:solidFill>
            <a:ln w="31750">
              <a:noFill/>
            </a:ln>
            <a:effectLst/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165799"/>
                </a:solidFill>
              </a:endParaRPr>
            </a:p>
          </p:txBody>
        </p:sp>
        <p:sp>
          <p:nvSpPr>
            <p:cNvPr id="21" name="Freeform 100"/>
            <p:cNvSpPr>
              <a:spLocks noEditPoints="1"/>
            </p:cNvSpPr>
            <p:nvPr/>
          </p:nvSpPr>
          <p:spPr bwMode="auto">
            <a:xfrm>
              <a:off x="4459798" y="5028177"/>
              <a:ext cx="721568" cy="774432"/>
            </a:xfrm>
            <a:custGeom>
              <a:avLst/>
              <a:gdLst>
                <a:gd name="T0" fmla="*/ 46 w 112"/>
                <a:gd name="T1" fmla="*/ 29 h 121"/>
                <a:gd name="T2" fmla="*/ 63 w 112"/>
                <a:gd name="T3" fmla="*/ 53 h 121"/>
                <a:gd name="T4" fmla="*/ 93 w 112"/>
                <a:gd name="T5" fmla="*/ 22 h 121"/>
                <a:gd name="T6" fmla="*/ 101 w 112"/>
                <a:gd name="T7" fmla="*/ 31 h 121"/>
                <a:gd name="T8" fmla="*/ 107 w 112"/>
                <a:gd name="T9" fmla="*/ 15 h 121"/>
                <a:gd name="T10" fmla="*/ 112 w 112"/>
                <a:gd name="T11" fmla="*/ 0 h 121"/>
                <a:gd name="T12" fmla="*/ 80 w 112"/>
                <a:gd name="T13" fmla="*/ 6 h 121"/>
                <a:gd name="T14" fmla="*/ 87 w 112"/>
                <a:gd name="T15" fmla="*/ 15 h 121"/>
                <a:gd name="T16" fmla="*/ 64 w 112"/>
                <a:gd name="T17" fmla="*/ 39 h 121"/>
                <a:gd name="T18" fmla="*/ 47 w 112"/>
                <a:gd name="T19" fmla="*/ 16 h 121"/>
                <a:gd name="T20" fmla="*/ 1 w 112"/>
                <a:gd name="T21" fmla="*/ 58 h 121"/>
                <a:gd name="T22" fmla="*/ 7 w 112"/>
                <a:gd name="T23" fmla="*/ 64 h 121"/>
                <a:gd name="T24" fmla="*/ 46 w 112"/>
                <a:gd name="T25" fmla="*/ 29 h 121"/>
                <a:gd name="T26" fmla="*/ 24 w 112"/>
                <a:gd name="T27" fmla="*/ 67 h 121"/>
                <a:gd name="T28" fmla="*/ 7 w 112"/>
                <a:gd name="T29" fmla="*/ 67 h 121"/>
                <a:gd name="T30" fmla="*/ 0 w 112"/>
                <a:gd name="T31" fmla="*/ 74 h 121"/>
                <a:gd name="T32" fmla="*/ 0 w 112"/>
                <a:gd name="T33" fmla="*/ 113 h 121"/>
                <a:gd name="T34" fmla="*/ 7 w 112"/>
                <a:gd name="T35" fmla="*/ 121 h 121"/>
                <a:gd name="T36" fmla="*/ 24 w 112"/>
                <a:gd name="T37" fmla="*/ 121 h 121"/>
                <a:gd name="T38" fmla="*/ 31 w 112"/>
                <a:gd name="T39" fmla="*/ 113 h 121"/>
                <a:gd name="T40" fmla="*/ 31 w 112"/>
                <a:gd name="T41" fmla="*/ 74 h 121"/>
                <a:gd name="T42" fmla="*/ 24 w 112"/>
                <a:gd name="T43" fmla="*/ 67 h 121"/>
                <a:gd name="T44" fmla="*/ 64 w 112"/>
                <a:gd name="T45" fmla="*/ 56 h 121"/>
                <a:gd name="T46" fmla="*/ 47 w 112"/>
                <a:gd name="T47" fmla="*/ 56 h 121"/>
                <a:gd name="T48" fmla="*/ 40 w 112"/>
                <a:gd name="T49" fmla="*/ 63 h 121"/>
                <a:gd name="T50" fmla="*/ 40 w 112"/>
                <a:gd name="T51" fmla="*/ 113 h 121"/>
                <a:gd name="T52" fmla="*/ 47 w 112"/>
                <a:gd name="T53" fmla="*/ 121 h 121"/>
                <a:gd name="T54" fmla="*/ 64 w 112"/>
                <a:gd name="T55" fmla="*/ 121 h 121"/>
                <a:gd name="T56" fmla="*/ 71 w 112"/>
                <a:gd name="T57" fmla="*/ 113 h 121"/>
                <a:gd name="T58" fmla="*/ 71 w 112"/>
                <a:gd name="T59" fmla="*/ 63 h 121"/>
                <a:gd name="T60" fmla="*/ 64 w 112"/>
                <a:gd name="T61" fmla="*/ 56 h 121"/>
                <a:gd name="T62" fmla="*/ 103 w 112"/>
                <a:gd name="T63" fmla="*/ 41 h 121"/>
                <a:gd name="T64" fmla="*/ 87 w 112"/>
                <a:gd name="T65" fmla="*/ 41 h 121"/>
                <a:gd name="T66" fmla="*/ 79 w 112"/>
                <a:gd name="T67" fmla="*/ 48 h 121"/>
                <a:gd name="T68" fmla="*/ 79 w 112"/>
                <a:gd name="T69" fmla="*/ 113 h 121"/>
                <a:gd name="T70" fmla="*/ 87 w 112"/>
                <a:gd name="T71" fmla="*/ 121 h 121"/>
                <a:gd name="T72" fmla="*/ 103 w 112"/>
                <a:gd name="T73" fmla="*/ 121 h 121"/>
                <a:gd name="T74" fmla="*/ 111 w 112"/>
                <a:gd name="T75" fmla="*/ 113 h 121"/>
                <a:gd name="T76" fmla="*/ 111 w 112"/>
                <a:gd name="T77" fmla="*/ 48 h 121"/>
                <a:gd name="T78" fmla="*/ 103 w 112"/>
                <a:gd name="T79" fmla="*/ 4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" h="121">
                  <a:moveTo>
                    <a:pt x="46" y="29"/>
                  </a:moveTo>
                  <a:cubicBezTo>
                    <a:pt x="63" y="53"/>
                    <a:pt x="63" y="53"/>
                    <a:pt x="63" y="53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7" y="15"/>
                    <a:pt x="107" y="15"/>
                    <a:pt x="107" y="15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80" y="6"/>
                    <a:pt x="80" y="6"/>
                    <a:pt x="80" y="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47" y="16"/>
                    <a:pt x="47" y="16"/>
                    <a:pt x="47" y="16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7" y="64"/>
                    <a:pt x="7" y="64"/>
                    <a:pt x="7" y="64"/>
                  </a:cubicBezTo>
                  <a:lnTo>
                    <a:pt x="46" y="29"/>
                  </a:lnTo>
                  <a:close/>
                  <a:moveTo>
                    <a:pt x="24" y="67"/>
                  </a:move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70"/>
                    <a:pt x="0" y="74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0" y="117"/>
                    <a:pt x="3" y="121"/>
                    <a:pt x="7" y="121"/>
                  </a:cubicBezTo>
                  <a:cubicBezTo>
                    <a:pt x="24" y="121"/>
                    <a:pt x="24" y="121"/>
                    <a:pt x="24" y="121"/>
                  </a:cubicBezTo>
                  <a:cubicBezTo>
                    <a:pt x="28" y="121"/>
                    <a:pt x="31" y="117"/>
                    <a:pt x="31" y="113"/>
                  </a:cubicBezTo>
                  <a:cubicBezTo>
                    <a:pt x="31" y="74"/>
                    <a:pt x="31" y="74"/>
                    <a:pt x="31" y="74"/>
                  </a:cubicBezTo>
                  <a:cubicBezTo>
                    <a:pt x="31" y="70"/>
                    <a:pt x="28" y="67"/>
                    <a:pt x="24" y="67"/>
                  </a:cubicBezTo>
                  <a:close/>
                  <a:moveTo>
                    <a:pt x="64" y="56"/>
                  </a:moveTo>
                  <a:cubicBezTo>
                    <a:pt x="47" y="56"/>
                    <a:pt x="47" y="56"/>
                    <a:pt x="47" y="56"/>
                  </a:cubicBezTo>
                  <a:cubicBezTo>
                    <a:pt x="43" y="56"/>
                    <a:pt x="40" y="59"/>
                    <a:pt x="40" y="63"/>
                  </a:cubicBezTo>
                  <a:cubicBezTo>
                    <a:pt x="40" y="113"/>
                    <a:pt x="40" y="113"/>
                    <a:pt x="40" y="113"/>
                  </a:cubicBezTo>
                  <a:cubicBezTo>
                    <a:pt x="40" y="117"/>
                    <a:pt x="43" y="121"/>
                    <a:pt x="47" y="121"/>
                  </a:cubicBezTo>
                  <a:cubicBezTo>
                    <a:pt x="64" y="121"/>
                    <a:pt x="64" y="121"/>
                    <a:pt x="64" y="121"/>
                  </a:cubicBezTo>
                  <a:cubicBezTo>
                    <a:pt x="68" y="121"/>
                    <a:pt x="71" y="117"/>
                    <a:pt x="71" y="113"/>
                  </a:cubicBezTo>
                  <a:cubicBezTo>
                    <a:pt x="71" y="63"/>
                    <a:pt x="71" y="63"/>
                    <a:pt x="71" y="63"/>
                  </a:cubicBezTo>
                  <a:cubicBezTo>
                    <a:pt x="71" y="59"/>
                    <a:pt x="68" y="56"/>
                    <a:pt x="64" y="56"/>
                  </a:cubicBezTo>
                  <a:close/>
                  <a:moveTo>
                    <a:pt x="103" y="41"/>
                  </a:moveTo>
                  <a:cubicBezTo>
                    <a:pt x="87" y="41"/>
                    <a:pt x="87" y="41"/>
                    <a:pt x="87" y="41"/>
                  </a:cubicBezTo>
                  <a:cubicBezTo>
                    <a:pt x="83" y="41"/>
                    <a:pt x="79" y="44"/>
                    <a:pt x="79" y="48"/>
                  </a:cubicBezTo>
                  <a:cubicBezTo>
                    <a:pt x="79" y="113"/>
                    <a:pt x="79" y="113"/>
                    <a:pt x="79" y="113"/>
                  </a:cubicBezTo>
                  <a:cubicBezTo>
                    <a:pt x="79" y="117"/>
                    <a:pt x="83" y="121"/>
                    <a:pt x="87" y="121"/>
                  </a:cubicBezTo>
                  <a:cubicBezTo>
                    <a:pt x="103" y="121"/>
                    <a:pt x="103" y="121"/>
                    <a:pt x="103" y="121"/>
                  </a:cubicBezTo>
                  <a:cubicBezTo>
                    <a:pt x="107" y="121"/>
                    <a:pt x="111" y="117"/>
                    <a:pt x="111" y="113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1" y="44"/>
                    <a:pt x="107" y="41"/>
                    <a:pt x="103" y="4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22" name="TextBox 44"/>
          <p:cNvSpPr txBox="1"/>
          <p:nvPr/>
        </p:nvSpPr>
        <p:spPr>
          <a:xfrm>
            <a:off x="1181806" y="5522671"/>
            <a:ext cx="1728890" cy="402781"/>
          </a:xfrm>
          <a:prstGeom prst="rect">
            <a:avLst/>
          </a:prstGeom>
          <a:noFill/>
        </p:spPr>
        <p:txBody>
          <a:bodyPr wrap="none" lIns="94085" tIns="47043" rIns="94085" bIns="47043" rtlCol="0">
            <a:spAutoFit/>
          </a:bodyPr>
          <a:lstStyle/>
          <a:p>
            <a:r>
              <a:rPr lang="zh-CN" altLang="en-US" sz="2000" b="1" dirty="0" smtClea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氧化还原平衡</a:t>
            </a:r>
            <a:endParaRPr lang="zh-CN" altLang="en-US" sz="2000" b="1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56000">
                    <a:prstClr val="black">
                      <a:lumMod val="75000"/>
                      <a:lumOff val="25000"/>
                    </a:prstClr>
                  </a:gs>
                </a:gsLst>
                <a:lin ang="108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43"/>
          <p:cNvSpPr txBox="1"/>
          <p:nvPr/>
        </p:nvSpPr>
        <p:spPr>
          <a:xfrm>
            <a:off x="969187" y="5746367"/>
            <a:ext cx="7851285" cy="987172"/>
          </a:xfrm>
          <a:prstGeom prst="rect">
            <a:avLst/>
          </a:prstGeom>
          <a:noFill/>
        </p:spPr>
        <p:txBody>
          <a:bodyPr wrap="square" lIns="94085" tIns="47043" rIns="94085" bIns="47043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dirty="0" smtClean="0"/>
              <a:t>    </a:t>
            </a:r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配制高锰酸钾标准溶液、高锰酸钾标准溶液浓度的标定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钙盐中</a:t>
            </a:r>
            <a:r>
              <a:rPr lang="zh-CN" altLang="zh-CN" sz="24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钙含量</a:t>
            </a:r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的测定 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94468" y="188461"/>
            <a:ext cx="2037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实验内容</a:t>
            </a:r>
            <a:endParaRPr lang="zh-CN" altLang="en-US" sz="3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49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49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49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25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22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9"/>
          <p:cNvSpPr txBox="1">
            <a:spLocks noGrp="1"/>
          </p:cNvSpPr>
          <p:nvPr>
            <p:ph type="title"/>
          </p:nvPr>
        </p:nvSpPr>
        <p:spPr>
          <a:xfrm>
            <a:off x="2094111" y="116632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学习要求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与学习方法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017606" y="3307776"/>
            <a:ext cx="1497482" cy="374295"/>
            <a:chOff x="5867328" y="2037675"/>
            <a:chExt cx="1237624" cy="309344"/>
          </a:xfrm>
        </p:grpSpPr>
        <p:sp>
          <p:nvSpPr>
            <p:cNvPr id="32" name="Freeform 64"/>
            <p:cNvSpPr/>
            <p:nvPr/>
          </p:nvSpPr>
          <p:spPr bwMode="auto">
            <a:xfrm>
              <a:off x="5867328" y="2045847"/>
              <a:ext cx="291830" cy="301172"/>
            </a:xfrm>
            <a:custGeom>
              <a:avLst/>
              <a:gdLst>
                <a:gd name="T0" fmla="*/ 213 w 220"/>
                <a:gd name="T1" fmla="*/ 258 h 258"/>
                <a:gd name="T2" fmla="*/ 0 w 220"/>
                <a:gd name="T3" fmla="*/ 192 h 258"/>
                <a:gd name="T4" fmla="*/ 7 w 220"/>
                <a:gd name="T5" fmla="*/ 0 h 258"/>
                <a:gd name="T6" fmla="*/ 220 w 220"/>
                <a:gd name="T7" fmla="*/ 48 h 258"/>
                <a:gd name="T8" fmla="*/ 213 w 220"/>
                <a:gd name="T9" fmla="*/ 25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258">
                  <a:moveTo>
                    <a:pt x="213" y="258"/>
                  </a:moveTo>
                  <a:lnTo>
                    <a:pt x="0" y="192"/>
                  </a:lnTo>
                  <a:lnTo>
                    <a:pt x="7" y="0"/>
                  </a:lnTo>
                  <a:lnTo>
                    <a:pt x="220" y="48"/>
                  </a:lnTo>
                  <a:lnTo>
                    <a:pt x="213" y="258"/>
                  </a:lnTo>
                  <a:close/>
                </a:path>
              </a:pathLst>
            </a:custGeom>
            <a:solidFill>
              <a:srgbClr val="00668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33" name="Freeform 65"/>
            <p:cNvSpPr/>
            <p:nvPr/>
          </p:nvSpPr>
          <p:spPr bwMode="auto">
            <a:xfrm>
              <a:off x="5876615" y="2037675"/>
              <a:ext cx="1228337" cy="64204"/>
            </a:xfrm>
            <a:custGeom>
              <a:avLst/>
              <a:gdLst>
                <a:gd name="T0" fmla="*/ 213 w 926"/>
                <a:gd name="T1" fmla="*/ 55 h 55"/>
                <a:gd name="T2" fmla="*/ 0 w 926"/>
                <a:gd name="T3" fmla="*/ 7 h 55"/>
                <a:gd name="T4" fmla="*/ 657 w 926"/>
                <a:gd name="T5" fmla="*/ 0 h 55"/>
                <a:gd name="T6" fmla="*/ 926 w 926"/>
                <a:gd name="T7" fmla="*/ 45 h 55"/>
                <a:gd name="T8" fmla="*/ 213 w 926"/>
                <a:gd name="T9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6" h="55">
                  <a:moveTo>
                    <a:pt x="213" y="55"/>
                  </a:moveTo>
                  <a:lnTo>
                    <a:pt x="0" y="7"/>
                  </a:lnTo>
                  <a:lnTo>
                    <a:pt x="657" y="0"/>
                  </a:lnTo>
                  <a:lnTo>
                    <a:pt x="926" y="45"/>
                  </a:lnTo>
                  <a:lnTo>
                    <a:pt x="213" y="55"/>
                  </a:lnTo>
                  <a:close/>
                </a:path>
              </a:pathLst>
            </a:custGeom>
            <a:solidFill>
              <a:srgbClr val="00577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34" name="Freeform 66"/>
            <p:cNvSpPr/>
            <p:nvPr/>
          </p:nvSpPr>
          <p:spPr bwMode="auto">
            <a:xfrm>
              <a:off x="6149872" y="2090205"/>
              <a:ext cx="955078" cy="256814"/>
            </a:xfrm>
            <a:custGeom>
              <a:avLst/>
              <a:gdLst>
                <a:gd name="T0" fmla="*/ 720 w 720"/>
                <a:gd name="T1" fmla="*/ 0 h 220"/>
                <a:gd name="T2" fmla="*/ 708 w 720"/>
                <a:gd name="T3" fmla="*/ 208 h 220"/>
                <a:gd name="T4" fmla="*/ 0 w 720"/>
                <a:gd name="T5" fmla="*/ 220 h 220"/>
                <a:gd name="T6" fmla="*/ 7 w 720"/>
                <a:gd name="T7" fmla="*/ 10 h 220"/>
                <a:gd name="T8" fmla="*/ 720 w 720"/>
                <a:gd name="T9" fmla="*/ 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0" h="220">
                  <a:moveTo>
                    <a:pt x="720" y="0"/>
                  </a:moveTo>
                  <a:lnTo>
                    <a:pt x="708" y="208"/>
                  </a:lnTo>
                  <a:lnTo>
                    <a:pt x="0" y="220"/>
                  </a:lnTo>
                  <a:lnTo>
                    <a:pt x="7" y="10"/>
                  </a:lnTo>
                  <a:lnTo>
                    <a:pt x="720" y="0"/>
                  </a:lnTo>
                  <a:close/>
                </a:path>
              </a:pathLst>
            </a:custGeom>
            <a:solidFill>
              <a:srgbClr val="005772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>
                      <a:lumMod val="95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卓越</a:t>
              </a:r>
              <a:endParaRPr kumimoji="0" lang="zh-CN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4723963" y="3665123"/>
            <a:ext cx="1410811" cy="420903"/>
            <a:chOff x="4798171" y="2333012"/>
            <a:chExt cx="1165993" cy="347864"/>
          </a:xfrm>
        </p:grpSpPr>
        <p:sp>
          <p:nvSpPr>
            <p:cNvPr id="36" name="Freeform 67"/>
            <p:cNvSpPr/>
            <p:nvPr/>
          </p:nvSpPr>
          <p:spPr bwMode="auto">
            <a:xfrm>
              <a:off x="4798171" y="2347018"/>
              <a:ext cx="188362" cy="333858"/>
            </a:xfrm>
            <a:custGeom>
              <a:avLst/>
              <a:gdLst>
                <a:gd name="T0" fmla="*/ 140 w 142"/>
                <a:gd name="T1" fmla="*/ 286 h 286"/>
                <a:gd name="T2" fmla="*/ 0 w 142"/>
                <a:gd name="T3" fmla="*/ 193 h 286"/>
                <a:gd name="T4" fmla="*/ 3 w 142"/>
                <a:gd name="T5" fmla="*/ 0 h 286"/>
                <a:gd name="T6" fmla="*/ 142 w 142"/>
                <a:gd name="T7" fmla="*/ 73 h 286"/>
                <a:gd name="T8" fmla="*/ 140 w 142"/>
                <a:gd name="T9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" h="286">
                  <a:moveTo>
                    <a:pt x="140" y="286"/>
                  </a:moveTo>
                  <a:lnTo>
                    <a:pt x="0" y="193"/>
                  </a:lnTo>
                  <a:lnTo>
                    <a:pt x="3" y="0"/>
                  </a:lnTo>
                  <a:lnTo>
                    <a:pt x="142" y="73"/>
                  </a:lnTo>
                  <a:lnTo>
                    <a:pt x="140" y="286"/>
                  </a:lnTo>
                  <a:close/>
                </a:path>
              </a:pathLst>
            </a:custGeom>
            <a:solidFill>
              <a:srgbClr val="00A4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37" name="Freeform 68"/>
            <p:cNvSpPr/>
            <p:nvPr/>
          </p:nvSpPr>
          <p:spPr bwMode="auto">
            <a:xfrm>
              <a:off x="4802150" y="2333012"/>
              <a:ext cx="1162012" cy="99223"/>
            </a:xfrm>
            <a:custGeom>
              <a:avLst/>
              <a:gdLst>
                <a:gd name="T0" fmla="*/ 139 w 876"/>
                <a:gd name="T1" fmla="*/ 85 h 85"/>
                <a:gd name="T2" fmla="*/ 0 w 876"/>
                <a:gd name="T3" fmla="*/ 12 h 85"/>
                <a:gd name="T4" fmla="*/ 675 w 876"/>
                <a:gd name="T5" fmla="*/ 0 h 85"/>
                <a:gd name="T6" fmla="*/ 876 w 876"/>
                <a:gd name="T7" fmla="*/ 71 h 85"/>
                <a:gd name="T8" fmla="*/ 139 w 876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6" h="85">
                  <a:moveTo>
                    <a:pt x="139" y="85"/>
                  </a:moveTo>
                  <a:lnTo>
                    <a:pt x="0" y="12"/>
                  </a:lnTo>
                  <a:lnTo>
                    <a:pt x="675" y="0"/>
                  </a:lnTo>
                  <a:lnTo>
                    <a:pt x="876" y="71"/>
                  </a:lnTo>
                  <a:lnTo>
                    <a:pt x="139" y="85"/>
                  </a:lnTo>
                  <a:close/>
                </a:path>
              </a:pathLst>
            </a:custGeom>
            <a:solidFill>
              <a:srgbClr val="0092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38" name="Freeform 69"/>
            <p:cNvSpPr/>
            <p:nvPr/>
          </p:nvSpPr>
          <p:spPr bwMode="auto">
            <a:xfrm>
              <a:off x="4983883" y="2415891"/>
              <a:ext cx="980281" cy="264985"/>
            </a:xfrm>
            <a:custGeom>
              <a:avLst/>
              <a:gdLst>
                <a:gd name="T0" fmla="*/ 739 w 739"/>
                <a:gd name="T1" fmla="*/ 0 h 227"/>
                <a:gd name="T2" fmla="*/ 732 w 739"/>
                <a:gd name="T3" fmla="*/ 208 h 227"/>
                <a:gd name="T4" fmla="*/ 0 w 739"/>
                <a:gd name="T5" fmla="*/ 227 h 227"/>
                <a:gd name="T6" fmla="*/ 2 w 739"/>
                <a:gd name="T7" fmla="*/ 14 h 227"/>
                <a:gd name="T8" fmla="*/ 739 w 739"/>
                <a:gd name="T9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9" h="227">
                  <a:moveTo>
                    <a:pt x="739" y="0"/>
                  </a:moveTo>
                  <a:lnTo>
                    <a:pt x="732" y="208"/>
                  </a:lnTo>
                  <a:lnTo>
                    <a:pt x="0" y="227"/>
                  </a:lnTo>
                  <a:lnTo>
                    <a:pt x="2" y="14"/>
                  </a:lnTo>
                  <a:lnTo>
                    <a:pt x="739" y="0"/>
                  </a:lnTo>
                  <a:close/>
                </a:path>
              </a:pathLst>
            </a:custGeom>
            <a:solidFill>
              <a:srgbClr val="009288">
                <a:lumMod val="7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ctr" anchorCtr="1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>
                      <a:lumMod val="95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成功</a:t>
              </a:r>
              <a:endParaRPr kumimoji="0" lang="zh-CN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398220" y="4035180"/>
            <a:ext cx="1319325" cy="463276"/>
            <a:chOff x="3702484" y="2638853"/>
            <a:chExt cx="1090383" cy="382884"/>
          </a:xfrm>
        </p:grpSpPr>
        <p:sp>
          <p:nvSpPr>
            <p:cNvPr id="40" name="Freeform 70"/>
            <p:cNvSpPr/>
            <p:nvPr/>
          </p:nvSpPr>
          <p:spPr bwMode="auto">
            <a:xfrm>
              <a:off x="3702484" y="2655194"/>
              <a:ext cx="80916" cy="366542"/>
            </a:xfrm>
            <a:custGeom>
              <a:avLst/>
              <a:gdLst>
                <a:gd name="T0" fmla="*/ 61 w 61"/>
                <a:gd name="T1" fmla="*/ 314 h 314"/>
                <a:gd name="T2" fmla="*/ 2 w 61"/>
                <a:gd name="T3" fmla="*/ 196 h 314"/>
                <a:gd name="T4" fmla="*/ 0 w 61"/>
                <a:gd name="T5" fmla="*/ 0 h 314"/>
                <a:gd name="T6" fmla="*/ 59 w 61"/>
                <a:gd name="T7" fmla="*/ 102 h 314"/>
                <a:gd name="T8" fmla="*/ 61 w 61"/>
                <a:gd name="T9" fmla="*/ 314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14">
                  <a:moveTo>
                    <a:pt x="61" y="314"/>
                  </a:moveTo>
                  <a:lnTo>
                    <a:pt x="2" y="196"/>
                  </a:lnTo>
                  <a:lnTo>
                    <a:pt x="0" y="0"/>
                  </a:lnTo>
                  <a:lnTo>
                    <a:pt x="59" y="102"/>
                  </a:lnTo>
                  <a:lnTo>
                    <a:pt x="61" y="314"/>
                  </a:lnTo>
                  <a:close/>
                </a:path>
              </a:pathLst>
            </a:custGeom>
            <a:solidFill>
              <a:srgbClr val="E55C5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41" name="Freeform 71"/>
            <p:cNvSpPr/>
            <p:nvPr/>
          </p:nvSpPr>
          <p:spPr bwMode="auto">
            <a:xfrm>
              <a:off x="3702486" y="2638853"/>
              <a:ext cx="1090381" cy="135411"/>
            </a:xfrm>
            <a:custGeom>
              <a:avLst/>
              <a:gdLst>
                <a:gd name="T0" fmla="*/ 59 w 822"/>
                <a:gd name="T1" fmla="*/ 116 h 116"/>
                <a:gd name="T2" fmla="*/ 0 w 822"/>
                <a:gd name="T3" fmla="*/ 14 h 116"/>
                <a:gd name="T4" fmla="*/ 697 w 822"/>
                <a:gd name="T5" fmla="*/ 0 h 116"/>
                <a:gd name="T6" fmla="*/ 822 w 822"/>
                <a:gd name="T7" fmla="*/ 97 h 116"/>
                <a:gd name="T8" fmla="*/ 59 w 822"/>
                <a:gd name="T9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2" h="116">
                  <a:moveTo>
                    <a:pt x="59" y="116"/>
                  </a:moveTo>
                  <a:lnTo>
                    <a:pt x="0" y="14"/>
                  </a:lnTo>
                  <a:lnTo>
                    <a:pt x="697" y="0"/>
                  </a:lnTo>
                  <a:lnTo>
                    <a:pt x="822" y="97"/>
                  </a:lnTo>
                  <a:lnTo>
                    <a:pt x="59" y="116"/>
                  </a:lnTo>
                  <a:close/>
                </a:path>
              </a:pathLst>
            </a:custGeom>
            <a:solidFill>
              <a:srgbClr val="E34C4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42" name="Freeform 72"/>
            <p:cNvSpPr/>
            <p:nvPr/>
          </p:nvSpPr>
          <p:spPr bwMode="auto">
            <a:xfrm>
              <a:off x="3780750" y="2752083"/>
              <a:ext cx="1012117" cy="269654"/>
            </a:xfrm>
            <a:custGeom>
              <a:avLst/>
              <a:gdLst>
                <a:gd name="T0" fmla="*/ 763 w 763"/>
                <a:gd name="T1" fmla="*/ 0 h 231"/>
                <a:gd name="T2" fmla="*/ 760 w 763"/>
                <a:gd name="T3" fmla="*/ 208 h 231"/>
                <a:gd name="T4" fmla="*/ 2 w 763"/>
                <a:gd name="T5" fmla="*/ 231 h 231"/>
                <a:gd name="T6" fmla="*/ 0 w 763"/>
                <a:gd name="T7" fmla="*/ 19 h 231"/>
                <a:gd name="T8" fmla="*/ 763 w 763"/>
                <a:gd name="T9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3" h="231">
                  <a:moveTo>
                    <a:pt x="763" y="0"/>
                  </a:moveTo>
                  <a:lnTo>
                    <a:pt x="760" y="208"/>
                  </a:lnTo>
                  <a:lnTo>
                    <a:pt x="2" y="231"/>
                  </a:lnTo>
                  <a:lnTo>
                    <a:pt x="0" y="19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rgbClr val="E34C45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>
                      <a:lumMod val="95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进步</a:t>
              </a:r>
              <a:endParaRPr kumimoji="0" lang="zh-CN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998646" y="4412300"/>
            <a:ext cx="1269569" cy="509888"/>
            <a:chOff x="2545778" y="2950531"/>
            <a:chExt cx="1049261" cy="421407"/>
          </a:xfrm>
        </p:grpSpPr>
        <p:sp>
          <p:nvSpPr>
            <p:cNvPr id="44" name="Freeform 73"/>
            <p:cNvSpPr/>
            <p:nvPr/>
          </p:nvSpPr>
          <p:spPr bwMode="auto">
            <a:xfrm>
              <a:off x="2545778" y="2950531"/>
              <a:ext cx="1043954" cy="173933"/>
            </a:xfrm>
            <a:custGeom>
              <a:avLst/>
              <a:gdLst>
                <a:gd name="T0" fmla="*/ 0 w 787"/>
                <a:gd name="T1" fmla="*/ 149 h 149"/>
                <a:gd name="T2" fmla="*/ 21 w 787"/>
                <a:gd name="T3" fmla="*/ 19 h 149"/>
                <a:gd name="T4" fmla="*/ 739 w 787"/>
                <a:gd name="T5" fmla="*/ 0 h 149"/>
                <a:gd name="T6" fmla="*/ 787 w 787"/>
                <a:gd name="T7" fmla="*/ 123 h 149"/>
                <a:gd name="T8" fmla="*/ 0 w 787"/>
                <a:gd name="T9" fmla="*/ 149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7" h="149">
                  <a:moveTo>
                    <a:pt x="0" y="149"/>
                  </a:moveTo>
                  <a:lnTo>
                    <a:pt x="21" y="19"/>
                  </a:lnTo>
                  <a:lnTo>
                    <a:pt x="739" y="0"/>
                  </a:lnTo>
                  <a:lnTo>
                    <a:pt x="787" y="123"/>
                  </a:lnTo>
                  <a:lnTo>
                    <a:pt x="0" y="149"/>
                  </a:lnTo>
                  <a:close/>
                </a:path>
              </a:pathLst>
            </a:custGeom>
            <a:solidFill>
              <a:srgbClr val="F3744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45" name="Freeform 74"/>
            <p:cNvSpPr/>
            <p:nvPr/>
          </p:nvSpPr>
          <p:spPr bwMode="auto">
            <a:xfrm>
              <a:off x="2545780" y="3094113"/>
              <a:ext cx="1049259" cy="277825"/>
            </a:xfrm>
            <a:custGeom>
              <a:avLst/>
              <a:gdLst>
                <a:gd name="T0" fmla="*/ 787 w 791"/>
                <a:gd name="T1" fmla="*/ 0 h 238"/>
                <a:gd name="T2" fmla="*/ 791 w 791"/>
                <a:gd name="T3" fmla="*/ 210 h 238"/>
                <a:gd name="T4" fmla="*/ 7 w 791"/>
                <a:gd name="T5" fmla="*/ 238 h 238"/>
                <a:gd name="T6" fmla="*/ 0 w 791"/>
                <a:gd name="T7" fmla="*/ 26 h 238"/>
                <a:gd name="T8" fmla="*/ 787 w 791"/>
                <a:gd name="T9" fmla="*/ 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238">
                  <a:moveTo>
                    <a:pt x="787" y="0"/>
                  </a:moveTo>
                  <a:lnTo>
                    <a:pt x="791" y="210"/>
                  </a:lnTo>
                  <a:lnTo>
                    <a:pt x="7" y="238"/>
                  </a:lnTo>
                  <a:lnTo>
                    <a:pt x="0" y="26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rgbClr val="F37449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>
                      <a:lumMod val="95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起点</a:t>
              </a:r>
              <a:endParaRPr kumimoji="0" lang="zh-CN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395536" y="4712047"/>
            <a:ext cx="1321233" cy="537734"/>
            <a:chOff x="835078" y="3014602"/>
            <a:chExt cx="810943" cy="375050"/>
          </a:xfrm>
        </p:grpSpPr>
        <p:sp>
          <p:nvSpPr>
            <p:cNvPr id="47" name="Freeform 61"/>
            <p:cNvSpPr/>
            <p:nvPr/>
          </p:nvSpPr>
          <p:spPr bwMode="auto">
            <a:xfrm>
              <a:off x="1604646" y="3014602"/>
              <a:ext cx="41375" cy="355629"/>
            </a:xfrm>
            <a:custGeom>
              <a:avLst/>
              <a:gdLst>
                <a:gd name="T0" fmla="*/ 0 w 42"/>
                <a:gd name="T1" fmla="*/ 151 h 361"/>
                <a:gd name="T2" fmla="*/ 35 w 42"/>
                <a:gd name="T3" fmla="*/ 0 h 361"/>
                <a:gd name="T4" fmla="*/ 42 w 42"/>
                <a:gd name="T5" fmla="*/ 191 h 361"/>
                <a:gd name="T6" fmla="*/ 9 w 42"/>
                <a:gd name="T7" fmla="*/ 361 h 361"/>
                <a:gd name="T8" fmla="*/ 0 w 42"/>
                <a:gd name="T9" fmla="*/ 151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61">
                  <a:moveTo>
                    <a:pt x="0" y="151"/>
                  </a:moveTo>
                  <a:lnTo>
                    <a:pt x="35" y="0"/>
                  </a:lnTo>
                  <a:lnTo>
                    <a:pt x="42" y="191"/>
                  </a:lnTo>
                  <a:lnTo>
                    <a:pt x="9" y="361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FFFFFF">
                <a:lumMod val="6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48" name="Freeform 73"/>
            <p:cNvSpPr/>
            <p:nvPr/>
          </p:nvSpPr>
          <p:spPr bwMode="auto">
            <a:xfrm>
              <a:off x="836277" y="3015846"/>
              <a:ext cx="806439" cy="167768"/>
            </a:xfrm>
            <a:custGeom>
              <a:avLst/>
              <a:gdLst>
                <a:gd name="T0" fmla="*/ 0 w 787"/>
                <a:gd name="T1" fmla="*/ 149 h 149"/>
                <a:gd name="T2" fmla="*/ 21 w 787"/>
                <a:gd name="T3" fmla="*/ 19 h 149"/>
                <a:gd name="T4" fmla="*/ 739 w 787"/>
                <a:gd name="T5" fmla="*/ 0 h 149"/>
                <a:gd name="T6" fmla="*/ 787 w 787"/>
                <a:gd name="T7" fmla="*/ 123 h 149"/>
                <a:gd name="T8" fmla="*/ 0 w 787"/>
                <a:gd name="T9" fmla="*/ 149 h 149"/>
                <a:gd name="connsiteX0" fmla="*/ 0 w 10000"/>
                <a:gd name="connsiteY0" fmla="*/ 10000 h 10000"/>
                <a:gd name="connsiteX1" fmla="*/ 935 w 10000"/>
                <a:gd name="connsiteY1" fmla="*/ 687 h 10000"/>
                <a:gd name="connsiteX2" fmla="*/ 9390 w 10000"/>
                <a:gd name="connsiteY2" fmla="*/ 0 h 10000"/>
                <a:gd name="connsiteX3" fmla="*/ 10000 w 10000"/>
                <a:gd name="connsiteY3" fmla="*/ 8255 h 10000"/>
                <a:gd name="connsiteX4" fmla="*/ 0 w 10000"/>
                <a:gd name="connsiteY4" fmla="*/ 10000 h 10000"/>
                <a:gd name="connsiteX0-1" fmla="*/ 0 w 10858"/>
                <a:gd name="connsiteY0-2" fmla="*/ 11763 h 11763"/>
                <a:gd name="connsiteX1-3" fmla="*/ 935 w 10858"/>
                <a:gd name="connsiteY1-4" fmla="*/ 2450 h 11763"/>
                <a:gd name="connsiteX2-5" fmla="*/ 10836 w 10858"/>
                <a:gd name="connsiteY2-6" fmla="*/ 0 h 11763"/>
                <a:gd name="connsiteX3-7" fmla="*/ 10000 w 10858"/>
                <a:gd name="connsiteY3-8" fmla="*/ 10018 h 11763"/>
                <a:gd name="connsiteX4-9" fmla="*/ 0 w 10858"/>
                <a:gd name="connsiteY4-10" fmla="*/ 11763 h 11763"/>
                <a:gd name="connsiteX0-11" fmla="*/ 0 w 10858"/>
                <a:gd name="connsiteY0-12" fmla="*/ 11763 h 11763"/>
                <a:gd name="connsiteX1-13" fmla="*/ 824 w 10858"/>
                <a:gd name="connsiteY1-14" fmla="*/ 1275 h 11763"/>
                <a:gd name="connsiteX2-15" fmla="*/ 10836 w 10858"/>
                <a:gd name="connsiteY2-16" fmla="*/ 0 h 11763"/>
                <a:gd name="connsiteX3-17" fmla="*/ 10000 w 10858"/>
                <a:gd name="connsiteY3-18" fmla="*/ 10018 h 11763"/>
                <a:gd name="connsiteX4-19" fmla="*/ 0 w 10858"/>
                <a:gd name="connsiteY4-20" fmla="*/ 11763 h 11763"/>
                <a:gd name="connsiteX0-21" fmla="*/ 0 w 10858"/>
                <a:gd name="connsiteY0-22" fmla="*/ 11763 h 11763"/>
                <a:gd name="connsiteX1-23" fmla="*/ 1258 w 10858"/>
                <a:gd name="connsiteY1-24" fmla="*/ 1657 h 11763"/>
                <a:gd name="connsiteX2-25" fmla="*/ 10836 w 10858"/>
                <a:gd name="connsiteY2-26" fmla="*/ 0 h 11763"/>
                <a:gd name="connsiteX3-27" fmla="*/ 10000 w 10858"/>
                <a:gd name="connsiteY3-28" fmla="*/ 10018 h 11763"/>
                <a:gd name="connsiteX4-29" fmla="*/ 0 w 10858"/>
                <a:gd name="connsiteY4-30" fmla="*/ 11763 h 11763"/>
                <a:gd name="connsiteX0-31" fmla="*/ 0 w 10228"/>
                <a:gd name="connsiteY0-32" fmla="*/ 11763 h 11763"/>
                <a:gd name="connsiteX1-33" fmla="*/ 1258 w 10228"/>
                <a:gd name="connsiteY1-34" fmla="*/ 1657 h 11763"/>
                <a:gd name="connsiteX2-35" fmla="*/ 10185 w 10228"/>
                <a:gd name="connsiteY2-36" fmla="*/ 0 h 11763"/>
                <a:gd name="connsiteX3-37" fmla="*/ 10000 w 10228"/>
                <a:gd name="connsiteY3-38" fmla="*/ 10018 h 11763"/>
                <a:gd name="connsiteX4-39" fmla="*/ 0 w 10228"/>
                <a:gd name="connsiteY4-40" fmla="*/ 11763 h 11763"/>
                <a:gd name="connsiteX0-41" fmla="*/ 0 w 10362"/>
                <a:gd name="connsiteY0-42" fmla="*/ 11763 h 11763"/>
                <a:gd name="connsiteX1-43" fmla="*/ 1258 w 10362"/>
                <a:gd name="connsiteY1-44" fmla="*/ 1657 h 11763"/>
                <a:gd name="connsiteX2-45" fmla="*/ 10185 w 10362"/>
                <a:gd name="connsiteY2-46" fmla="*/ 0 h 11763"/>
                <a:gd name="connsiteX3-47" fmla="*/ 10362 w 10362"/>
                <a:gd name="connsiteY3-48" fmla="*/ 9636 h 11763"/>
                <a:gd name="connsiteX4-49" fmla="*/ 0 w 10362"/>
                <a:gd name="connsiteY4-50" fmla="*/ 11763 h 11763"/>
                <a:gd name="connsiteX0-51" fmla="*/ 0 w 10658"/>
                <a:gd name="connsiteY0-52" fmla="*/ 11763 h 11763"/>
                <a:gd name="connsiteX1-53" fmla="*/ 1258 w 10658"/>
                <a:gd name="connsiteY1-54" fmla="*/ 1657 h 11763"/>
                <a:gd name="connsiteX2-55" fmla="*/ 10619 w 10658"/>
                <a:gd name="connsiteY2-56" fmla="*/ 0 h 11763"/>
                <a:gd name="connsiteX3-57" fmla="*/ 10362 w 10658"/>
                <a:gd name="connsiteY3-58" fmla="*/ 9636 h 11763"/>
                <a:gd name="connsiteX4-59" fmla="*/ 0 w 10658"/>
                <a:gd name="connsiteY4-60" fmla="*/ 11763 h 11763"/>
                <a:gd name="connsiteX0-61" fmla="*/ 0 w 10866"/>
                <a:gd name="connsiteY0-62" fmla="*/ 12145 h 12145"/>
                <a:gd name="connsiteX1-63" fmla="*/ 1258 w 10866"/>
                <a:gd name="connsiteY1-64" fmla="*/ 2039 h 12145"/>
                <a:gd name="connsiteX2-65" fmla="*/ 10836 w 10866"/>
                <a:gd name="connsiteY2-66" fmla="*/ 0 h 12145"/>
                <a:gd name="connsiteX3-67" fmla="*/ 10362 w 10866"/>
                <a:gd name="connsiteY3-68" fmla="*/ 10018 h 12145"/>
                <a:gd name="connsiteX4-69" fmla="*/ 0 w 10866"/>
                <a:gd name="connsiteY4-70" fmla="*/ 12145 h 12145"/>
                <a:gd name="connsiteX0-71" fmla="*/ 0 w 10836"/>
                <a:gd name="connsiteY0-72" fmla="*/ 12145 h 12145"/>
                <a:gd name="connsiteX1-73" fmla="*/ 1258 w 10836"/>
                <a:gd name="connsiteY1-74" fmla="*/ 2039 h 12145"/>
                <a:gd name="connsiteX2-75" fmla="*/ 10836 w 10836"/>
                <a:gd name="connsiteY2-76" fmla="*/ 0 h 12145"/>
                <a:gd name="connsiteX3-77" fmla="*/ 10362 w 10836"/>
                <a:gd name="connsiteY3-78" fmla="*/ 10018 h 12145"/>
                <a:gd name="connsiteX4-79" fmla="*/ 0 w 10836"/>
                <a:gd name="connsiteY4-80" fmla="*/ 12145 h 12145"/>
                <a:gd name="connsiteX0-81" fmla="*/ 0 w 10836"/>
                <a:gd name="connsiteY0-82" fmla="*/ 12145 h 12145"/>
                <a:gd name="connsiteX1-83" fmla="*/ 1258 w 10836"/>
                <a:gd name="connsiteY1-84" fmla="*/ 2039 h 12145"/>
                <a:gd name="connsiteX2-85" fmla="*/ 10836 w 10836"/>
                <a:gd name="connsiteY2-86" fmla="*/ 0 h 12145"/>
                <a:gd name="connsiteX3-87" fmla="*/ 10362 w 10836"/>
                <a:gd name="connsiteY3-88" fmla="*/ 10018 h 12145"/>
                <a:gd name="connsiteX4-89" fmla="*/ 0 w 10836"/>
                <a:gd name="connsiteY4-90" fmla="*/ 12145 h 12145"/>
                <a:gd name="connsiteX0-91" fmla="*/ 0 w 10836"/>
                <a:gd name="connsiteY0-92" fmla="*/ 12145 h 12145"/>
                <a:gd name="connsiteX1-93" fmla="*/ 1258 w 10836"/>
                <a:gd name="connsiteY1-94" fmla="*/ 2039 h 12145"/>
                <a:gd name="connsiteX2-95" fmla="*/ 10836 w 10836"/>
                <a:gd name="connsiteY2-96" fmla="*/ 0 h 12145"/>
                <a:gd name="connsiteX3-97" fmla="*/ 10362 w 10836"/>
                <a:gd name="connsiteY3-98" fmla="*/ 10018 h 12145"/>
                <a:gd name="connsiteX4-99" fmla="*/ 0 w 10836"/>
                <a:gd name="connsiteY4-100" fmla="*/ 12145 h 1214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836" h="12145">
                  <a:moveTo>
                    <a:pt x="0" y="12145"/>
                  </a:moveTo>
                  <a:cubicBezTo>
                    <a:pt x="312" y="9041"/>
                    <a:pt x="946" y="5143"/>
                    <a:pt x="1258" y="2039"/>
                  </a:cubicBezTo>
                  <a:lnTo>
                    <a:pt x="10836" y="0"/>
                  </a:lnTo>
                  <a:cubicBezTo>
                    <a:pt x="10532" y="5427"/>
                    <a:pt x="10883" y="387"/>
                    <a:pt x="10362" y="10018"/>
                  </a:cubicBezTo>
                  <a:lnTo>
                    <a:pt x="0" y="12145"/>
                  </a:lnTo>
                  <a:close/>
                </a:path>
              </a:pathLst>
            </a:custGeom>
            <a:solidFill>
              <a:srgbClr val="FFFFFF">
                <a:lumMod val="8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49" name="Freeform 74"/>
            <p:cNvSpPr/>
            <p:nvPr/>
          </p:nvSpPr>
          <p:spPr bwMode="auto">
            <a:xfrm>
              <a:off x="835078" y="3155193"/>
              <a:ext cx="779231" cy="234459"/>
            </a:xfrm>
            <a:custGeom>
              <a:avLst/>
              <a:gdLst>
                <a:gd name="T0" fmla="*/ 787 w 791"/>
                <a:gd name="T1" fmla="*/ 0 h 238"/>
                <a:gd name="T2" fmla="*/ 791 w 791"/>
                <a:gd name="T3" fmla="*/ 210 h 238"/>
                <a:gd name="T4" fmla="*/ 7 w 791"/>
                <a:gd name="T5" fmla="*/ 238 h 238"/>
                <a:gd name="T6" fmla="*/ 0 w 791"/>
                <a:gd name="T7" fmla="*/ 26 h 238"/>
                <a:gd name="T8" fmla="*/ 787 w 791"/>
                <a:gd name="T9" fmla="*/ 0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1" h="238">
                  <a:moveTo>
                    <a:pt x="787" y="0"/>
                  </a:moveTo>
                  <a:lnTo>
                    <a:pt x="791" y="210"/>
                  </a:lnTo>
                  <a:lnTo>
                    <a:pt x="7" y="238"/>
                  </a:lnTo>
                  <a:lnTo>
                    <a:pt x="0" y="26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rgbClr val="FFFFFF">
                <a:lumMod val="6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0" name="Group 80"/>
          <p:cNvGrpSpPr/>
          <p:nvPr/>
        </p:nvGrpSpPr>
        <p:grpSpPr bwMode="auto">
          <a:xfrm>
            <a:off x="261921" y="3250125"/>
            <a:ext cx="1534082" cy="1663497"/>
            <a:chOff x="706" y="11"/>
            <a:chExt cx="1334" cy="1566"/>
          </a:xfrm>
          <a:gradFill>
            <a:gsLst>
              <a:gs pos="100000">
                <a:srgbClr val="000000">
                  <a:lumMod val="75000"/>
                  <a:lumOff val="25000"/>
                </a:srgbClr>
              </a:gs>
              <a:gs pos="0">
                <a:srgbClr val="FFFFFF">
                  <a:lumMod val="50000"/>
                </a:srgbClr>
              </a:gs>
            </a:gsLst>
            <a:lin ang="1800000" scaled="0"/>
          </a:gradFill>
        </p:grpSpPr>
        <p:sp>
          <p:nvSpPr>
            <p:cNvPr id="51" name="Freeform 81"/>
            <p:cNvSpPr/>
            <p:nvPr/>
          </p:nvSpPr>
          <p:spPr bwMode="auto">
            <a:xfrm>
              <a:off x="1381" y="11"/>
              <a:ext cx="490" cy="403"/>
            </a:xfrm>
            <a:custGeom>
              <a:avLst/>
              <a:gdLst>
                <a:gd name="T0" fmla="*/ 432 w 592"/>
                <a:gd name="T1" fmla="*/ 320 h 487"/>
                <a:gd name="T2" fmla="*/ 313 w 592"/>
                <a:gd name="T3" fmla="*/ 13 h 487"/>
                <a:gd name="T4" fmla="*/ 432 w 592"/>
                <a:gd name="T5" fmla="*/ 320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2" h="487">
                  <a:moveTo>
                    <a:pt x="432" y="320"/>
                  </a:moveTo>
                  <a:cubicBezTo>
                    <a:pt x="592" y="206"/>
                    <a:pt x="452" y="0"/>
                    <a:pt x="313" y="13"/>
                  </a:cubicBezTo>
                  <a:cubicBezTo>
                    <a:pt x="0" y="42"/>
                    <a:pt x="198" y="487"/>
                    <a:pt x="432" y="3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</p:txBody>
        </p:sp>
        <p:sp>
          <p:nvSpPr>
            <p:cNvPr id="52" name="Freeform 82"/>
            <p:cNvSpPr/>
            <p:nvPr/>
          </p:nvSpPr>
          <p:spPr bwMode="auto">
            <a:xfrm>
              <a:off x="706" y="189"/>
              <a:ext cx="1334" cy="1388"/>
            </a:xfrm>
            <a:custGeom>
              <a:avLst/>
              <a:gdLst>
                <a:gd name="T0" fmla="*/ 1476 w 1674"/>
                <a:gd name="T1" fmla="*/ 501 h 1677"/>
                <a:gd name="T2" fmla="*/ 1205 w 1674"/>
                <a:gd name="T3" fmla="*/ 512 h 1677"/>
                <a:gd name="T4" fmla="*/ 1176 w 1674"/>
                <a:gd name="T5" fmla="*/ 253 h 1677"/>
                <a:gd name="T6" fmla="*/ 931 w 1674"/>
                <a:gd name="T7" fmla="*/ 35 h 1677"/>
                <a:gd name="T8" fmla="*/ 544 w 1674"/>
                <a:gd name="T9" fmla="*/ 35 h 1677"/>
                <a:gd name="T10" fmla="*/ 278 w 1674"/>
                <a:gd name="T11" fmla="*/ 341 h 1677"/>
                <a:gd name="T12" fmla="*/ 411 w 1674"/>
                <a:gd name="T13" fmla="*/ 448 h 1677"/>
                <a:gd name="T14" fmla="*/ 797 w 1674"/>
                <a:gd name="T15" fmla="*/ 221 h 1677"/>
                <a:gd name="T16" fmla="*/ 491 w 1674"/>
                <a:gd name="T17" fmla="*/ 661 h 1677"/>
                <a:gd name="T18" fmla="*/ 528 w 1674"/>
                <a:gd name="T19" fmla="*/ 1101 h 1677"/>
                <a:gd name="T20" fmla="*/ 185 w 1674"/>
                <a:gd name="T21" fmla="*/ 1073 h 1677"/>
                <a:gd name="T22" fmla="*/ 185 w 1674"/>
                <a:gd name="T23" fmla="*/ 1246 h 1677"/>
                <a:gd name="T24" fmla="*/ 731 w 1674"/>
                <a:gd name="T25" fmla="*/ 1246 h 1677"/>
                <a:gd name="T26" fmla="*/ 731 w 1674"/>
                <a:gd name="T27" fmla="*/ 874 h 1677"/>
                <a:gd name="T28" fmla="*/ 984 w 1674"/>
                <a:gd name="T29" fmla="*/ 1127 h 1677"/>
                <a:gd name="T30" fmla="*/ 984 w 1674"/>
                <a:gd name="T31" fmla="*/ 1500 h 1677"/>
                <a:gd name="T32" fmla="*/ 1177 w 1674"/>
                <a:gd name="T33" fmla="*/ 1456 h 1677"/>
                <a:gd name="T34" fmla="*/ 1183 w 1674"/>
                <a:gd name="T35" fmla="*/ 980 h 1677"/>
                <a:gd name="T36" fmla="*/ 891 w 1674"/>
                <a:gd name="T37" fmla="*/ 727 h 1677"/>
                <a:gd name="T38" fmla="*/ 1037 w 1674"/>
                <a:gd name="T39" fmla="*/ 501 h 1677"/>
                <a:gd name="T40" fmla="*/ 1084 w 1674"/>
                <a:gd name="T41" fmla="*/ 671 h 1677"/>
                <a:gd name="T42" fmla="*/ 1476 w 1674"/>
                <a:gd name="T43" fmla="*/ 674 h 1677"/>
                <a:gd name="T44" fmla="*/ 1476 w 1674"/>
                <a:gd name="T45" fmla="*/ 501 h 16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74" h="1677">
                  <a:moveTo>
                    <a:pt x="1476" y="501"/>
                  </a:moveTo>
                  <a:cubicBezTo>
                    <a:pt x="1420" y="504"/>
                    <a:pt x="1254" y="562"/>
                    <a:pt x="1205" y="512"/>
                  </a:cubicBezTo>
                  <a:cubicBezTo>
                    <a:pt x="1182" y="461"/>
                    <a:pt x="1218" y="326"/>
                    <a:pt x="1176" y="253"/>
                  </a:cubicBezTo>
                  <a:cubicBezTo>
                    <a:pt x="1131" y="174"/>
                    <a:pt x="1047" y="65"/>
                    <a:pt x="931" y="35"/>
                  </a:cubicBezTo>
                  <a:cubicBezTo>
                    <a:pt x="811" y="5"/>
                    <a:pt x="660" y="0"/>
                    <a:pt x="544" y="35"/>
                  </a:cubicBezTo>
                  <a:cubicBezTo>
                    <a:pt x="415" y="74"/>
                    <a:pt x="356" y="229"/>
                    <a:pt x="278" y="341"/>
                  </a:cubicBezTo>
                  <a:cubicBezTo>
                    <a:pt x="212" y="447"/>
                    <a:pt x="299" y="578"/>
                    <a:pt x="411" y="448"/>
                  </a:cubicBezTo>
                  <a:cubicBezTo>
                    <a:pt x="509" y="341"/>
                    <a:pt x="549" y="177"/>
                    <a:pt x="797" y="221"/>
                  </a:cubicBezTo>
                  <a:cubicBezTo>
                    <a:pt x="745" y="380"/>
                    <a:pt x="533" y="478"/>
                    <a:pt x="491" y="661"/>
                  </a:cubicBezTo>
                  <a:cubicBezTo>
                    <a:pt x="463" y="782"/>
                    <a:pt x="572" y="951"/>
                    <a:pt x="528" y="1101"/>
                  </a:cubicBezTo>
                  <a:cubicBezTo>
                    <a:pt x="528" y="1101"/>
                    <a:pt x="243" y="1076"/>
                    <a:pt x="185" y="1073"/>
                  </a:cubicBezTo>
                  <a:cubicBezTo>
                    <a:pt x="93" y="1070"/>
                    <a:pt x="0" y="1207"/>
                    <a:pt x="185" y="1246"/>
                  </a:cubicBezTo>
                  <a:cubicBezTo>
                    <a:pt x="270" y="1265"/>
                    <a:pt x="634" y="1343"/>
                    <a:pt x="731" y="1246"/>
                  </a:cubicBezTo>
                  <a:cubicBezTo>
                    <a:pt x="797" y="1181"/>
                    <a:pt x="731" y="874"/>
                    <a:pt x="731" y="874"/>
                  </a:cubicBezTo>
                  <a:cubicBezTo>
                    <a:pt x="794" y="962"/>
                    <a:pt x="948" y="998"/>
                    <a:pt x="984" y="1127"/>
                  </a:cubicBezTo>
                  <a:cubicBezTo>
                    <a:pt x="1012" y="1230"/>
                    <a:pt x="985" y="1394"/>
                    <a:pt x="984" y="1500"/>
                  </a:cubicBezTo>
                  <a:cubicBezTo>
                    <a:pt x="981" y="1677"/>
                    <a:pt x="1158" y="1555"/>
                    <a:pt x="1177" y="1456"/>
                  </a:cubicBezTo>
                  <a:cubicBezTo>
                    <a:pt x="1203" y="1318"/>
                    <a:pt x="1258" y="1148"/>
                    <a:pt x="1183" y="980"/>
                  </a:cubicBezTo>
                  <a:cubicBezTo>
                    <a:pt x="1131" y="862"/>
                    <a:pt x="983" y="817"/>
                    <a:pt x="891" y="727"/>
                  </a:cubicBezTo>
                  <a:cubicBezTo>
                    <a:pt x="939" y="652"/>
                    <a:pt x="974" y="562"/>
                    <a:pt x="1037" y="501"/>
                  </a:cubicBezTo>
                  <a:cubicBezTo>
                    <a:pt x="1028" y="558"/>
                    <a:pt x="1035" y="635"/>
                    <a:pt x="1084" y="671"/>
                  </a:cubicBezTo>
                  <a:cubicBezTo>
                    <a:pt x="1172" y="736"/>
                    <a:pt x="1381" y="699"/>
                    <a:pt x="1476" y="674"/>
                  </a:cubicBezTo>
                  <a:cubicBezTo>
                    <a:pt x="1674" y="622"/>
                    <a:pt x="1632" y="491"/>
                    <a:pt x="1476" y="5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</p:txBody>
        </p:sp>
      </p:grpSp>
      <p:sp>
        <p:nvSpPr>
          <p:cNvPr id="54" name="文本框 53"/>
          <p:cNvSpPr txBox="1"/>
          <p:nvPr/>
        </p:nvSpPr>
        <p:spPr>
          <a:xfrm>
            <a:off x="2022422" y="3526703"/>
            <a:ext cx="1147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掌握学习要点</a:t>
            </a:r>
            <a:endParaRPr lang="zh-CN" altLang="en-US" sz="2400" b="1" dirty="0"/>
          </a:p>
        </p:txBody>
      </p:sp>
      <p:sp>
        <p:nvSpPr>
          <p:cNvPr id="55" name="文本框 54"/>
          <p:cNvSpPr txBox="1"/>
          <p:nvPr/>
        </p:nvSpPr>
        <p:spPr>
          <a:xfrm>
            <a:off x="3386483" y="2885697"/>
            <a:ext cx="1147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抓住</a:t>
            </a:r>
            <a:r>
              <a:rPr lang="zh-CN" altLang="en-US" sz="2400" b="1" dirty="0" smtClean="0"/>
              <a:t>重点，分清主次</a:t>
            </a:r>
            <a:endParaRPr lang="zh-CN" altLang="en-US" sz="2400" b="1" dirty="0"/>
          </a:p>
        </p:txBody>
      </p:sp>
      <p:sp>
        <p:nvSpPr>
          <p:cNvPr id="56" name="文本框 55"/>
          <p:cNvSpPr txBox="1"/>
          <p:nvPr/>
        </p:nvSpPr>
        <p:spPr>
          <a:xfrm>
            <a:off x="4745294" y="2464794"/>
            <a:ext cx="11988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突破</a:t>
            </a:r>
            <a:r>
              <a:rPr lang="zh-CN" altLang="en-US" sz="2400" b="1" dirty="0" smtClean="0"/>
              <a:t>难点，举一反三</a:t>
            </a:r>
            <a:endParaRPr lang="zh-CN" altLang="en-US" sz="2400" b="1" dirty="0"/>
          </a:p>
        </p:txBody>
      </p:sp>
      <p:sp>
        <p:nvSpPr>
          <p:cNvPr id="57" name="文本框 56"/>
          <p:cNvSpPr txBox="1"/>
          <p:nvPr/>
        </p:nvSpPr>
        <p:spPr>
          <a:xfrm>
            <a:off x="6028843" y="2403334"/>
            <a:ext cx="17191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凝练知识点</a:t>
            </a:r>
            <a:r>
              <a:rPr lang="zh-CN" altLang="en-US" sz="2400" b="1" dirty="0" smtClean="0"/>
              <a:t>，知行合一</a:t>
            </a:r>
            <a:endParaRPr lang="zh-CN" altLang="en-US" sz="2400" b="1" dirty="0"/>
          </a:p>
        </p:txBody>
      </p:sp>
      <p:sp>
        <p:nvSpPr>
          <p:cNvPr id="58" name="矩形 57"/>
          <p:cNvSpPr/>
          <p:nvPr/>
        </p:nvSpPr>
        <p:spPr>
          <a:xfrm>
            <a:off x="267366" y="1268760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学习要求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repeatCount="indefinite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xit" presetSubtype="4" fill="hold" grpId="1" nodeType="withEffect">
                                      <p:stCondLst>
                                        <p:cond delay="6000"/>
                                      </p:stCondLst>
                                      <p:iterate type="lt">
                                        <p:tmPct val="0"/>
                                      </p:iterate>
                                      <p:childTnLst>
                                        <p:anim calcmode="lin" valueType="num">
                                          <p:cBhvr additive="base">
                                            <p:cTn id="9" dur="10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10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1+ppt_h/2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" presetID="10" presetClass="exit" presetSubtype="0" fill="hold" grpId="2" nodeType="withEffect">
                                      <p:stCondLst>
                                        <p:cond delay="6000"/>
                                      </p:stCondLst>
                                      <p:iterate type="lt">
                                        <p:tmPct val="0"/>
                                      </p:iterate>
                                      <p:childTnLst>
                                        <p:animEffect transition="out" filter="fade">
                                          <p:cBhvr>
                                            <p:cTn id="1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" presetID="2" presetClass="entr" presetSubtype="12" fill="hold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8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9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12" fill="hold" nodeType="withEffect" p14:presetBounceEnd="5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2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3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12" fill="hold" nodeType="withEffect" p14:presetBounceEnd="5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6" dur="1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7" dur="1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2" presetClass="entr" presetSubtype="12" fill="hold" nodeType="withEffect" p14:presetBounceEnd="50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0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1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12" fill="hold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4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5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42" presetClass="path" presetSubtype="0" accel="50000" decel="50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-2.71605E-6 L -0.37674 0.12377 " pathEditMode="relative" rAng="0" ptsTypes="AA">
                                          <p:cBhvr>
                                            <p:cTn id="40" dur="2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8837" y="617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3" grpId="2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repeatCount="indefinite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xit" presetSubtype="4" fill="hold" grpId="1" nodeType="withEffect">
                                      <p:stCondLst>
                                        <p:cond delay="6000"/>
                                      </p:stCondLst>
                                      <p:iterate type="lt">
                                        <p:tmPct val="0"/>
                                      </p:iterate>
                                      <p:childTnLst>
                                        <p:anim calcmode="lin" valueType="num">
                                          <p:cBhvr additive="base">
                                            <p:cTn id="9" dur="10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10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1+ppt_h/2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" presetID="10" presetClass="exit" presetSubtype="0" fill="hold" grpId="2" nodeType="withEffect">
                                      <p:stCondLst>
                                        <p:cond delay="6000"/>
                                      </p:stCondLst>
                                      <p:iterate type="lt">
                                        <p:tmPct val="0"/>
                                      </p:iterate>
                                      <p:childTnLst>
                                        <p:animEffect transition="out" filter="fade">
                                          <p:cBhvr>
                                            <p:cTn id="1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6" presetID="2" presetClass="entr" presetSubtype="1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1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12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12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1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1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2" presetClass="entr" presetSubtype="1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12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4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5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42" presetClass="path" presetSubtype="0" accel="50000" decel="50000" autoRev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2.5E-6 -2.71605E-6 L -0.37674 0.12377 " pathEditMode="relative" rAng="0" ptsTypes="AA">
                                          <p:cBhvr>
                                            <p:cTn id="40" dur="2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18837" y="617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3" grpId="2"/>
        </p:bld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1520" y="1052736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zh-CN" altLang="en-US" sz="2800" b="1" dirty="0"/>
          </a:p>
        </p:txBody>
      </p:sp>
      <p:sp>
        <p:nvSpPr>
          <p:cNvPr id="5" name="TextBox 19"/>
          <p:cNvSpPr txBox="1">
            <a:spLocks noGrp="1"/>
          </p:cNvSpPr>
          <p:nvPr>
            <p:ph type="title"/>
          </p:nvPr>
        </p:nvSpPr>
        <p:spPr>
          <a:xfrm>
            <a:off x="2094111" y="116632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学习要求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与学习方法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4" name="组合 33"/>
          <p:cNvGrpSpPr>
            <a:grpSpLocks noChangeAspect="1"/>
          </p:cNvGrpSpPr>
          <p:nvPr/>
        </p:nvGrpSpPr>
        <p:grpSpPr>
          <a:xfrm>
            <a:off x="537567" y="1985725"/>
            <a:ext cx="507169" cy="507171"/>
            <a:chOff x="3978169" y="4566337"/>
            <a:chExt cx="1698112" cy="1698112"/>
          </a:xfrm>
        </p:grpSpPr>
        <p:sp>
          <p:nvSpPr>
            <p:cNvPr id="35" name="Oval 62"/>
            <p:cNvSpPr>
              <a:spLocks noChangeArrowheads="1"/>
            </p:cNvSpPr>
            <p:nvPr/>
          </p:nvSpPr>
          <p:spPr bwMode="auto">
            <a:xfrm>
              <a:off x="3978169" y="4566337"/>
              <a:ext cx="1698112" cy="1698112"/>
            </a:xfrm>
            <a:prstGeom prst="ellipse">
              <a:avLst/>
            </a:prstGeom>
            <a:solidFill>
              <a:srgbClr val="D61C46"/>
            </a:solidFill>
            <a:ln w="31750">
              <a:noFill/>
            </a:ln>
            <a:effectLst/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srgbClr val="165799"/>
                </a:solidFill>
              </a:endParaRPr>
            </a:p>
          </p:txBody>
        </p:sp>
        <p:sp>
          <p:nvSpPr>
            <p:cNvPr id="36" name="Freeform 100"/>
            <p:cNvSpPr>
              <a:spLocks noEditPoints="1"/>
            </p:cNvSpPr>
            <p:nvPr/>
          </p:nvSpPr>
          <p:spPr bwMode="auto">
            <a:xfrm>
              <a:off x="4459798" y="5028177"/>
              <a:ext cx="721568" cy="774432"/>
            </a:xfrm>
            <a:custGeom>
              <a:avLst/>
              <a:gdLst>
                <a:gd name="T0" fmla="*/ 46 w 112"/>
                <a:gd name="T1" fmla="*/ 29 h 121"/>
                <a:gd name="T2" fmla="*/ 63 w 112"/>
                <a:gd name="T3" fmla="*/ 53 h 121"/>
                <a:gd name="T4" fmla="*/ 93 w 112"/>
                <a:gd name="T5" fmla="*/ 22 h 121"/>
                <a:gd name="T6" fmla="*/ 101 w 112"/>
                <a:gd name="T7" fmla="*/ 31 h 121"/>
                <a:gd name="T8" fmla="*/ 107 w 112"/>
                <a:gd name="T9" fmla="*/ 15 h 121"/>
                <a:gd name="T10" fmla="*/ 112 w 112"/>
                <a:gd name="T11" fmla="*/ 0 h 121"/>
                <a:gd name="T12" fmla="*/ 80 w 112"/>
                <a:gd name="T13" fmla="*/ 6 h 121"/>
                <a:gd name="T14" fmla="*/ 87 w 112"/>
                <a:gd name="T15" fmla="*/ 15 h 121"/>
                <a:gd name="T16" fmla="*/ 64 w 112"/>
                <a:gd name="T17" fmla="*/ 39 h 121"/>
                <a:gd name="T18" fmla="*/ 47 w 112"/>
                <a:gd name="T19" fmla="*/ 16 h 121"/>
                <a:gd name="T20" fmla="*/ 1 w 112"/>
                <a:gd name="T21" fmla="*/ 58 h 121"/>
                <a:gd name="T22" fmla="*/ 7 w 112"/>
                <a:gd name="T23" fmla="*/ 64 h 121"/>
                <a:gd name="T24" fmla="*/ 46 w 112"/>
                <a:gd name="T25" fmla="*/ 29 h 121"/>
                <a:gd name="T26" fmla="*/ 24 w 112"/>
                <a:gd name="T27" fmla="*/ 67 h 121"/>
                <a:gd name="T28" fmla="*/ 7 w 112"/>
                <a:gd name="T29" fmla="*/ 67 h 121"/>
                <a:gd name="T30" fmla="*/ 0 w 112"/>
                <a:gd name="T31" fmla="*/ 74 h 121"/>
                <a:gd name="T32" fmla="*/ 0 w 112"/>
                <a:gd name="T33" fmla="*/ 113 h 121"/>
                <a:gd name="T34" fmla="*/ 7 w 112"/>
                <a:gd name="T35" fmla="*/ 121 h 121"/>
                <a:gd name="T36" fmla="*/ 24 w 112"/>
                <a:gd name="T37" fmla="*/ 121 h 121"/>
                <a:gd name="T38" fmla="*/ 31 w 112"/>
                <a:gd name="T39" fmla="*/ 113 h 121"/>
                <a:gd name="T40" fmla="*/ 31 w 112"/>
                <a:gd name="T41" fmla="*/ 74 h 121"/>
                <a:gd name="T42" fmla="*/ 24 w 112"/>
                <a:gd name="T43" fmla="*/ 67 h 121"/>
                <a:gd name="T44" fmla="*/ 64 w 112"/>
                <a:gd name="T45" fmla="*/ 56 h 121"/>
                <a:gd name="T46" fmla="*/ 47 w 112"/>
                <a:gd name="T47" fmla="*/ 56 h 121"/>
                <a:gd name="T48" fmla="*/ 40 w 112"/>
                <a:gd name="T49" fmla="*/ 63 h 121"/>
                <a:gd name="T50" fmla="*/ 40 w 112"/>
                <a:gd name="T51" fmla="*/ 113 h 121"/>
                <a:gd name="T52" fmla="*/ 47 w 112"/>
                <a:gd name="T53" fmla="*/ 121 h 121"/>
                <a:gd name="T54" fmla="*/ 64 w 112"/>
                <a:gd name="T55" fmla="*/ 121 h 121"/>
                <a:gd name="T56" fmla="*/ 71 w 112"/>
                <a:gd name="T57" fmla="*/ 113 h 121"/>
                <a:gd name="T58" fmla="*/ 71 w 112"/>
                <a:gd name="T59" fmla="*/ 63 h 121"/>
                <a:gd name="T60" fmla="*/ 64 w 112"/>
                <a:gd name="T61" fmla="*/ 56 h 121"/>
                <a:gd name="T62" fmla="*/ 103 w 112"/>
                <a:gd name="T63" fmla="*/ 41 h 121"/>
                <a:gd name="T64" fmla="*/ 87 w 112"/>
                <a:gd name="T65" fmla="*/ 41 h 121"/>
                <a:gd name="T66" fmla="*/ 79 w 112"/>
                <a:gd name="T67" fmla="*/ 48 h 121"/>
                <a:gd name="T68" fmla="*/ 79 w 112"/>
                <a:gd name="T69" fmla="*/ 113 h 121"/>
                <a:gd name="T70" fmla="*/ 87 w 112"/>
                <a:gd name="T71" fmla="*/ 121 h 121"/>
                <a:gd name="T72" fmla="*/ 103 w 112"/>
                <a:gd name="T73" fmla="*/ 121 h 121"/>
                <a:gd name="T74" fmla="*/ 111 w 112"/>
                <a:gd name="T75" fmla="*/ 113 h 121"/>
                <a:gd name="T76" fmla="*/ 111 w 112"/>
                <a:gd name="T77" fmla="*/ 48 h 121"/>
                <a:gd name="T78" fmla="*/ 103 w 112"/>
                <a:gd name="T79" fmla="*/ 4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" h="121">
                  <a:moveTo>
                    <a:pt x="46" y="29"/>
                  </a:moveTo>
                  <a:cubicBezTo>
                    <a:pt x="63" y="53"/>
                    <a:pt x="63" y="53"/>
                    <a:pt x="63" y="53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101" y="31"/>
                    <a:pt x="101" y="31"/>
                    <a:pt x="101" y="31"/>
                  </a:cubicBezTo>
                  <a:cubicBezTo>
                    <a:pt x="107" y="15"/>
                    <a:pt x="107" y="15"/>
                    <a:pt x="107" y="15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80" y="6"/>
                    <a:pt x="80" y="6"/>
                    <a:pt x="80" y="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64" y="39"/>
                    <a:pt x="64" y="39"/>
                    <a:pt x="64" y="39"/>
                  </a:cubicBezTo>
                  <a:cubicBezTo>
                    <a:pt x="47" y="16"/>
                    <a:pt x="47" y="16"/>
                    <a:pt x="47" y="16"/>
                  </a:cubicBezTo>
                  <a:cubicBezTo>
                    <a:pt x="1" y="58"/>
                    <a:pt x="1" y="58"/>
                    <a:pt x="1" y="58"/>
                  </a:cubicBezTo>
                  <a:cubicBezTo>
                    <a:pt x="7" y="64"/>
                    <a:pt x="7" y="64"/>
                    <a:pt x="7" y="64"/>
                  </a:cubicBezTo>
                  <a:lnTo>
                    <a:pt x="46" y="29"/>
                  </a:lnTo>
                  <a:close/>
                  <a:moveTo>
                    <a:pt x="24" y="67"/>
                  </a:move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70"/>
                    <a:pt x="0" y="74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0" y="117"/>
                    <a:pt x="3" y="121"/>
                    <a:pt x="7" y="121"/>
                  </a:cubicBezTo>
                  <a:cubicBezTo>
                    <a:pt x="24" y="121"/>
                    <a:pt x="24" y="121"/>
                    <a:pt x="24" y="121"/>
                  </a:cubicBezTo>
                  <a:cubicBezTo>
                    <a:pt x="28" y="121"/>
                    <a:pt x="31" y="117"/>
                    <a:pt x="31" y="113"/>
                  </a:cubicBezTo>
                  <a:cubicBezTo>
                    <a:pt x="31" y="74"/>
                    <a:pt x="31" y="74"/>
                    <a:pt x="31" y="74"/>
                  </a:cubicBezTo>
                  <a:cubicBezTo>
                    <a:pt x="31" y="70"/>
                    <a:pt x="28" y="67"/>
                    <a:pt x="24" y="67"/>
                  </a:cubicBezTo>
                  <a:close/>
                  <a:moveTo>
                    <a:pt x="64" y="56"/>
                  </a:moveTo>
                  <a:cubicBezTo>
                    <a:pt x="47" y="56"/>
                    <a:pt x="47" y="56"/>
                    <a:pt x="47" y="56"/>
                  </a:cubicBezTo>
                  <a:cubicBezTo>
                    <a:pt x="43" y="56"/>
                    <a:pt x="40" y="59"/>
                    <a:pt x="40" y="63"/>
                  </a:cubicBezTo>
                  <a:cubicBezTo>
                    <a:pt x="40" y="113"/>
                    <a:pt x="40" y="113"/>
                    <a:pt x="40" y="113"/>
                  </a:cubicBezTo>
                  <a:cubicBezTo>
                    <a:pt x="40" y="117"/>
                    <a:pt x="43" y="121"/>
                    <a:pt x="47" y="121"/>
                  </a:cubicBezTo>
                  <a:cubicBezTo>
                    <a:pt x="64" y="121"/>
                    <a:pt x="64" y="121"/>
                    <a:pt x="64" y="121"/>
                  </a:cubicBezTo>
                  <a:cubicBezTo>
                    <a:pt x="68" y="121"/>
                    <a:pt x="71" y="117"/>
                    <a:pt x="71" y="113"/>
                  </a:cubicBezTo>
                  <a:cubicBezTo>
                    <a:pt x="71" y="63"/>
                    <a:pt x="71" y="63"/>
                    <a:pt x="71" y="63"/>
                  </a:cubicBezTo>
                  <a:cubicBezTo>
                    <a:pt x="71" y="59"/>
                    <a:pt x="68" y="56"/>
                    <a:pt x="64" y="56"/>
                  </a:cubicBezTo>
                  <a:close/>
                  <a:moveTo>
                    <a:pt x="103" y="41"/>
                  </a:moveTo>
                  <a:cubicBezTo>
                    <a:pt x="87" y="41"/>
                    <a:pt x="87" y="41"/>
                    <a:pt x="87" y="41"/>
                  </a:cubicBezTo>
                  <a:cubicBezTo>
                    <a:pt x="83" y="41"/>
                    <a:pt x="79" y="44"/>
                    <a:pt x="79" y="48"/>
                  </a:cubicBezTo>
                  <a:cubicBezTo>
                    <a:pt x="79" y="113"/>
                    <a:pt x="79" y="113"/>
                    <a:pt x="79" y="113"/>
                  </a:cubicBezTo>
                  <a:cubicBezTo>
                    <a:pt x="79" y="117"/>
                    <a:pt x="83" y="121"/>
                    <a:pt x="87" y="121"/>
                  </a:cubicBezTo>
                  <a:cubicBezTo>
                    <a:pt x="103" y="121"/>
                    <a:pt x="103" y="121"/>
                    <a:pt x="103" y="121"/>
                  </a:cubicBezTo>
                  <a:cubicBezTo>
                    <a:pt x="107" y="121"/>
                    <a:pt x="111" y="117"/>
                    <a:pt x="111" y="113"/>
                  </a:cubicBezTo>
                  <a:cubicBezTo>
                    <a:pt x="111" y="48"/>
                    <a:pt x="111" y="48"/>
                    <a:pt x="111" y="48"/>
                  </a:cubicBezTo>
                  <a:cubicBezTo>
                    <a:pt x="111" y="44"/>
                    <a:pt x="107" y="41"/>
                    <a:pt x="103" y="4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37" name="TextBox 44"/>
          <p:cNvSpPr txBox="1"/>
          <p:nvPr/>
        </p:nvSpPr>
        <p:spPr>
          <a:xfrm>
            <a:off x="1264512" y="1952179"/>
            <a:ext cx="4239193" cy="464337"/>
          </a:xfrm>
          <a:prstGeom prst="rect">
            <a:avLst/>
          </a:prstGeom>
          <a:noFill/>
        </p:spPr>
        <p:txBody>
          <a:bodyPr wrap="none" lIns="94085" tIns="47043" rIns="94085" bIns="47043" rtlCol="0">
            <a:spAutoFit/>
          </a:bodyPr>
          <a:lstStyle/>
          <a:p>
            <a:r>
              <a:rPr lang="zh-CN" altLang="en-US" sz="2400" b="1" dirty="0" smtClea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预习</a:t>
            </a:r>
            <a:r>
              <a:rPr lang="en-US" altLang="zh-CN" sz="2400" b="1" dirty="0" smtClea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 smtClean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凡事提前，学会提问</a:t>
            </a:r>
            <a:endParaRPr lang="zh-CN" altLang="en-US" sz="2400" b="1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56000">
                    <a:prstClr val="black">
                      <a:lumMod val="75000"/>
                      <a:lumOff val="25000"/>
                    </a:prstClr>
                  </a:gs>
                </a:gsLst>
                <a:lin ang="108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TextBox 40"/>
          <p:cNvSpPr txBox="1"/>
          <p:nvPr/>
        </p:nvSpPr>
        <p:spPr>
          <a:xfrm>
            <a:off x="1296885" y="3141178"/>
            <a:ext cx="1728890" cy="464337"/>
          </a:xfrm>
          <a:prstGeom prst="rect">
            <a:avLst/>
          </a:prstGeom>
          <a:noFill/>
        </p:spPr>
        <p:txBody>
          <a:bodyPr wrap="none" lIns="94085" tIns="47043" rIns="94085" bIns="47043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实时学习法</a:t>
            </a:r>
            <a:endParaRPr lang="zh-CN" altLang="en-US" sz="2400" b="1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56000">
                    <a:prstClr val="black">
                      <a:lumMod val="75000"/>
                      <a:lumOff val="25000"/>
                    </a:prstClr>
                  </a:gs>
                </a:gsLst>
                <a:lin ang="108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0" name="组合 39"/>
          <p:cNvGrpSpPr>
            <a:grpSpLocks noChangeAspect="1"/>
          </p:cNvGrpSpPr>
          <p:nvPr/>
        </p:nvGrpSpPr>
        <p:grpSpPr>
          <a:xfrm>
            <a:off x="592133" y="3121806"/>
            <a:ext cx="507169" cy="507171"/>
            <a:chOff x="8016397" y="4566337"/>
            <a:chExt cx="1698112" cy="1698112"/>
          </a:xfrm>
        </p:grpSpPr>
        <p:sp>
          <p:nvSpPr>
            <p:cNvPr id="41" name="Oval 62"/>
            <p:cNvSpPr>
              <a:spLocks noChangeArrowheads="1"/>
            </p:cNvSpPr>
            <p:nvPr/>
          </p:nvSpPr>
          <p:spPr bwMode="auto">
            <a:xfrm>
              <a:off x="8016397" y="4566337"/>
              <a:ext cx="1698112" cy="1698112"/>
            </a:xfrm>
            <a:prstGeom prst="ellipse">
              <a:avLst/>
            </a:prstGeom>
            <a:solidFill>
              <a:srgbClr val="E4BE33"/>
            </a:solidFill>
            <a:ln w="31750">
              <a:noFill/>
            </a:ln>
            <a:effectLst/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108"/>
            <p:cNvSpPr>
              <a:spLocks noEditPoints="1"/>
            </p:cNvSpPr>
            <p:nvPr/>
          </p:nvSpPr>
          <p:spPr bwMode="auto">
            <a:xfrm>
              <a:off x="8492332" y="5072393"/>
              <a:ext cx="757494" cy="760218"/>
            </a:xfrm>
            <a:custGeom>
              <a:avLst/>
              <a:gdLst>
                <a:gd name="T0" fmla="*/ 97 w 115"/>
                <a:gd name="T1" fmla="*/ 48 h 115"/>
                <a:gd name="T2" fmla="*/ 91 w 115"/>
                <a:gd name="T3" fmla="*/ 41 h 115"/>
                <a:gd name="T4" fmla="*/ 102 w 115"/>
                <a:gd name="T5" fmla="*/ 26 h 115"/>
                <a:gd name="T6" fmla="*/ 94 w 115"/>
                <a:gd name="T7" fmla="*/ 13 h 115"/>
                <a:gd name="T8" fmla="*/ 79 w 115"/>
                <a:gd name="T9" fmla="*/ 23 h 115"/>
                <a:gd name="T10" fmla="*/ 70 w 115"/>
                <a:gd name="T11" fmla="*/ 22 h 115"/>
                <a:gd name="T12" fmla="*/ 67 w 115"/>
                <a:gd name="T13" fmla="*/ 3 h 115"/>
                <a:gd name="T14" fmla="*/ 52 w 115"/>
                <a:gd name="T15" fmla="*/ 0 h 115"/>
                <a:gd name="T16" fmla="*/ 48 w 115"/>
                <a:gd name="T17" fmla="*/ 18 h 115"/>
                <a:gd name="T18" fmla="*/ 41 w 115"/>
                <a:gd name="T19" fmla="*/ 24 h 115"/>
                <a:gd name="T20" fmla="*/ 26 w 115"/>
                <a:gd name="T21" fmla="*/ 13 h 115"/>
                <a:gd name="T22" fmla="*/ 13 w 115"/>
                <a:gd name="T23" fmla="*/ 21 h 115"/>
                <a:gd name="T24" fmla="*/ 23 w 115"/>
                <a:gd name="T25" fmla="*/ 36 h 115"/>
                <a:gd name="T26" fmla="*/ 22 w 115"/>
                <a:gd name="T27" fmla="*/ 45 h 115"/>
                <a:gd name="T28" fmla="*/ 4 w 115"/>
                <a:gd name="T29" fmla="*/ 48 h 115"/>
                <a:gd name="T30" fmla="*/ 0 w 115"/>
                <a:gd name="T31" fmla="*/ 63 h 115"/>
                <a:gd name="T32" fmla="*/ 18 w 115"/>
                <a:gd name="T33" fmla="*/ 66 h 115"/>
                <a:gd name="T34" fmla="*/ 24 w 115"/>
                <a:gd name="T35" fmla="*/ 73 h 115"/>
                <a:gd name="T36" fmla="*/ 13 w 115"/>
                <a:gd name="T37" fmla="*/ 89 h 115"/>
                <a:gd name="T38" fmla="*/ 21 w 115"/>
                <a:gd name="T39" fmla="*/ 102 h 115"/>
                <a:gd name="T40" fmla="*/ 36 w 115"/>
                <a:gd name="T41" fmla="*/ 92 h 115"/>
                <a:gd name="T42" fmla="*/ 45 w 115"/>
                <a:gd name="T43" fmla="*/ 92 h 115"/>
                <a:gd name="T44" fmla="*/ 48 w 115"/>
                <a:gd name="T45" fmla="*/ 111 h 115"/>
                <a:gd name="T46" fmla="*/ 63 w 115"/>
                <a:gd name="T47" fmla="*/ 115 h 115"/>
                <a:gd name="T48" fmla="*/ 67 w 115"/>
                <a:gd name="T49" fmla="*/ 97 h 115"/>
                <a:gd name="T50" fmla="*/ 74 w 115"/>
                <a:gd name="T51" fmla="*/ 91 h 115"/>
                <a:gd name="T52" fmla="*/ 89 w 115"/>
                <a:gd name="T53" fmla="*/ 102 h 115"/>
                <a:gd name="T54" fmla="*/ 102 w 115"/>
                <a:gd name="T55" fmla="*/ 94 h 115"/>
                <a:gd name="T56" fmla="*/ 92 w 115"/>
                <a:gd name="T57" fmla="*/ 79 h 115"/>
                <a:gd name="T58" fmla="*/ 93 w 115"/>
                <a:gd name="T59" fmla="*/ 70 h 115"/>
                <a:gd name="T60" fmla="*/ 112 w 115"/>
                <a:gd name="T61" fmla="*/ 66 h 115"/>
                <a:gd name="T62" fmla="*/ 115 w 115"/>
                <a:gd name="T63" fmla="*/ 52 h 115"/>
                <a:gd name="T64" fmla="*/ 58 w 115"/>
                <a:gd name="T65" fmla="*/ 79 h 115"/>
                <a:gd name="T66" fmla="*/ 58 w 115"/>
                <a:gd name="T67" fmla="*/ 36 h 115"/>
                <a:gd name="T68" fmla="*/ 58 w 115"/>
                <a:gd name="T69" fmla="*/ 79 h 115"/>
                <a:gd name="T70" fmla="*/ 49 w 115"/>
                <a:gd name="T71" fmla="*/ 57 h 115"/>
                <a:gd name="T72" fmla="*/ 67 w 115"/>
                <a:gd name="T73" fmla="*/ 5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5" h="115">
                  <a:moveTo>
                    <a:pt x="112" y="48"/>
                  </a:moveTo>
                  <a:cubicBezTo>
                    <a:pt x="97" y="48"/>
                    <a:pt x="97" y="48"/>
                    <a:pt x="97" y="48"/>
                  </a:cubicBezTo>
                  <a:cubicBezTo>
                    <a:pt x="95" y="48"/>
                    <a:pt x="93" y="47"/>
                    <a:pt x="93" y="45"/>
                  </a:cubicBezTo>
                  <a:cubicBezTo>
                    <a:pt x="91" y="41"/>
                    <a:pt x="91" y="41"/>
                    <a:pt x="91" y="41"/>
                  </a:cubicBezTo>
                  <a:cubicBezTo>
                    <a:pt x="90" y="40"/>
                    <a:pt x="91" y="37"/>
                    <a:pt x="92" y="36"/>
                  </a:cubicBezTo>
                  <a:cubicBezTo>
                    <a:pt x="102" y="26"/>
                    <a:pt x="102" y="26"/>
                    <a:pt x="102" y="26"/>
                  </a:cubicBezTo>
                  <a:cubicBezTo>
                    <a:pt x="104" y="24"/>
                    <a:pt x="104" y="22"/>
                    <a:pt x="102" y="21"/>
                  </a:cubicBezTo>
                  <a:cubicBezTo>
                    <a:pt x="94" y="13"/>
                    <a:pt x="94" y="13"/>
                    <a:pt x="94" y="13"/>
                  </a:cubicBezTo>
                  <a:cubicBezTo>
                    <a:pt x="93" y="11"/>
                    <a:pt x="91" y="11"/>
                    <a:pt x="89" y="13"/>
                  </a:cubicBezTo>
                  <a:cubicBezTo>
                    <a:pt x="79" y="23"/>
                    <a:pt x="79" y="23"/>
                    <a:pt x="79" y="23"/>
                  </a:cubicBezTo>
                  <a:cubicBezTo>
                    <a:pt x="78" y="24"/>
                    <a:pt x="75" y="25"/>
                    <a:pt x="74" y="24"/>
                  </a:cubicBezTo>
                  <a:cubicBezTo>
                    <a:pt x="70" y="22"/>
                    <a:pt x="70" y="22"/>
                    <a:pt x="70" y="22"/>
                  </a:cubicBezTo>
                  <a:cubicBezTo>
                    <a:pt x="68" y="22"/>
                    <a:pt x="67" y="20"/>
                    <a:pt x="67" y="18"/>
                  </a:cubicBezTo>
                  <a:cubicBezTo>
                    <a:pt x="67" y="3"/>
                    <a:pt x="67" y="3"/>
                    <a:pt x="67" y="3"/>
                  </a:cubicBezTo>
                  <a:cubicBezTo>
                    <a:pt x="67" y="1"/>
                    <a:pt x="65" y="0"/>
                    <a:pt x="63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0" y="0"/>
                    <a:pt x="48" y="1"/>
                    <a:pt x="48" y="3"/>
                  </a:cubicBezTo>
                  <a:cubicBezTo>
                    <a:pt x="48" y="18"/>
                    <a:pt x="48" y="18"/>
                    <a:pt x="48" y="18"/>
                  </a:cubicBezTo>
                  <a:cubicBezTo>
                    <a:pt x="48" y="20"/>
                    <a:pt x="47" y="22"/>
                    <a:pt x="45" y="22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0" y="25"/>
                    <a:pt x="37" y="24"/>
                    <a:pt x="36" y="2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5" y="11"/>
                    <a:pt x="22" y="11"/>
                    <a:pt x="21" y="13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2" y="22"/>
                    <a:pt x="12" y="24"/>
                    <a:pt x="13" y="2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4" y="37"/>
                    <a:pt x="25" y="40"/>
                    <a:pt x="24" y="41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2" y="47"/>
                    <a:pt x="20" y="48"/>
                    <a:pt x="18" y="48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" y="48"/>
                    <a:pt x="0" y="50"/>
                    <a:pt x="0" y="52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5"/>
                    <a:pt x="2" y="66"/>
                    <a:pt x="4" y="66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20" y="66"/>
                    <a:pt x="22" y="68"/>
                    <a:pt x="22" y="70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5"/>
                    <a:pt x="24" y="78"/>
                    <a:pt x="23" y="79"/>
                  </a:cubicBezTo>
                  <a:cubicBezTo>
                    <a:pt x="13" y="89"/>
                    <a:pt x="13" y="89"/>
                    <a:pt x="13" y="89"/>
                  </a:cubicBezTo>
                  <a:cubicBezTo>
                    <a:pt x="12" y="90"/>
                    <a:pt x="12" y="93"/>
                    <a:pt x="13" y="94"/>
                  </a:cubicBezTo>
                  <a:cubicBezTo>
                    <a:pt x="21" y="102"/>
                    <a:pt x="21" y="102"/>
                    <a:pt x="21" y="102"/>
                  </a:cubicBezTo>
                  <a:cubicBezTo>
                    <a:pt x="22" y="103"/>
                    <a:pt x="25" y="103"/>
                    <a:pt x="26" y="102"/>
                  </a:cubicBezTo>
                  <a:cubicBezTo>
                    <a:pt x="36" y="92"/>
                    <a:pt x="36" y="92"/>
                    <a:pt x="36" y="92"/>
                  </a:cubicBezTo>
                  <a:cubicBezTo>
                    <a:pt x="37" y="90"/>
                    <a:pt x="40" y="90"/>
                    <a:pt x="41" y="91"/>
                  </a:cubicBezTo>
                  <a:cubicBezTo>
                    <a:pt x="45" y="92"/>
                    <a:pt x="45" y="92"/>
                    <a:pt x="45" y="92"/>
                  </a:cubicBezTo>
                  <a:cubicBezTo>
                    <a:pt x="47" y="93"/>
                    <a:pt x="48" y="95"/>
                    <a:pt x="48" y="97"/>
                  </a:cubicBezTo>
                  <a:cubicBezTo>
                    <a:pt x="48" y="111"/>
                    <a:pt x="48" y="111"/>
                    <a:pt x="48" y="111"/>
                  </a:cubicBezTo>
                  <a:cubicBezTo>
                    <a:pt x="48" y="113"/>
                    <a:pt x="50" y="115"/>
                    <a:pt x="52" y="115"/>
                  </a:cubicBezTo>
                  <a:cubicBezTo>
                    <a:pt x="63" y="115"/>
                    <a:pt x="63" y="115"/>
                    <a:pt x="63" y="115"/>
                  </a:cubicBezTo>
                  <a:cubicBezTo>
                    <a:pt x="65" y="115"/>
                    <a:pt x="67" y="113"/>
                    <a:pt x="67" y="111"/>
                  </a:cubicBezTo>
                  <a:cubicBezTo>
                    <a:pt x="67" y="97"/>
                    <a:pt x="67" y="97"/>
                    <a:pt x="67" y="97"/>
                  </a:cubicBezTo>
                  <a:cubicBezTo>
                    <a:pt x="67" y="95"/>
                    <a:pt x="68" y="93"/>
                    <a:pt x="70" y="92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5" y="90"/>
                    <a:pt x="78" y="90"/>
                    <a:pt x="79" y="92"/>
                  </a:cubicBezTo>
                  <a:cubicBezTo>
                    <a:pt x="89" y="102"/>
                    <a:pt x="89" y="102"/>
                    <a:pt x="89" y="102"/>
                  </a:cubicBezTo>
                  <a:cubicBezTo>
                    <a:pt x="91" y="103"/>
                    <a:pt x="93" y="103"/>
                    <a:pt x="94" y="102"/>
                  </a:cubicBezTo>
                  <a:cubicBezTo>
                    <a:pt x="102" y="94"/>
                    <a:pt x="102" y="94"/>
                    <a:pt x="102" y="94"/>
                  </a:cubicBezTo>
                  <a:cubicBezTo>
                    <a:pt x="104" y="93"/>
                    <a:pt x="104" y="90"/>
                    <a:pt x="102" y="89"/>
                  </a:cubicBezTo>
                  <a:cubicBezTo>
                    <a:pt x="92" y="79"/>
                    <a:pt x="92" y="79"/>
                    <a:pt x="92" y="79"/>
                  </a:cubicBezTo>
                  <a:cubicBezTo>
                    <a:pt x="91" y="78"/>
                    <a:pt x="90" y="75"/>
                    <a:pt x="91" y="73"/>
                  </a:cubicBezTo>
                  <a:cubicBezTo>
                    <a:pt x="93" y="70"/>
                    <a:pt x="93" y="70"/>
                    <a:pt x="93" y="70"/>
                  </a:cubicBezTo>
                  <a:cubicBezTo>
                    <a:pt x="93" y="68"/>
                    <a:pt x="95" y="66"/>
                    <a:pt x="97" y="66"/>
                  </a:cubicBezTo>
                  <a:cubicBezTo>
                    <a:pt x="112" y="66"/>
                    <a:pt x="112" y="66"/>
                    <a:pt x="112" y="66"/>
                  </a:cubicBezTo>
                  <a:cubicBezTo>
                    <a:pt x="113" y="66"/>
                    <a:pt x="115" y="65"/>
                    <a:pt x="115" y="63"/>
                  </a:cubicBezTo>
                  <a:cubicBezTo>
                    <a:pt x="115" y="52"/>
                    <a:pt x="115" y="52"/>
                    <a:pt x="115" y="52"/>
                  </a:cubicBezTo>
                  <a:cubicBezTo>
                    <a:pt x="115" y="50"/>
                    <a:pt x="113" y="48"/>
                    <a:pt x="112" y="48"/>
                  </a:cubicBezTo>
                  <a:close/>
                  <a:moveTo>
                    <a:pt x="58" y="79"/>
                  </a:moveTo>
                  <a:cubicBezTo>
                    <a:pt x="46" y="79"/>
                    <a:pt x="36" y="69"/>
                    <a:pt x="36" y="57"/>
                  </a:cubicBezTo>
                  <a:cubicBezTo>
                    <a:pt x="36" y="46"/>
                    <a:pt x="46" y="36"/>
                    <a:pt x="58" y="36"/>
                  </a:cubicBezTo>
                  <a:cubicBezTo>
                    <a:pt x="69" y="36"/>
                    <a:pt x="79" y="46"/>
                    <a:pt x="79" y="57"/>
                  </a:cubicBezTo>
                  <a:cubicBezTo>
                    <a:pt x="79" y="69"/>
                    <a:pt x="69" y="79"/>
                    <a:pt x="58" y="79"/>
                  </a:cubicBezTo>
                  <a:close/>
                  <a:moveTo>
                    <a:pt x="58" y="48"/>
                  </a:moveTo>
                  <a:cubicBezTo>
                    <a:pt x="53" y="48"/>
                    <a:pt x="49" y="52"/>
                    <a:pt x="49" y="57"/>
                  </a:cubicBezTo>
                  <a:cubicBezTo>
                    <a:pt x="49" y="62"/>
                    <a:pt x="53" y="66"/>
                    <a:pt x="58" y="66"/>
                  </a:cubicBezTo>
                  <a:cubicBezTo>
                    <a:pt x="63" y="66"/>
                    <a:pt x="67" y="62"/>
                    <a:pt x="67" y="57"/>
                  </a:cubicBezTo>
                  <a:cubicBezTo>
                    <a:pt x="67" y="52"/>
                    <a:pt x="63" y="48"/>
                    <a:pt x="58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59830" y="4347795"/>
            <a:ext cx="5470299" cy="464337"/>
          </a:xfrm>
          <a:prstGeom prst="rect">
            <a:avLst/>
          </a:prstGeom>
          <a:noFill/>
        </p:spPr>
        <p:txBody>
          <a:bodyPr wrap="none" lIns="94085" tIns="47043" rIns="94085" bIns="47043" rtlCol="0">
            <a:spAutoFit/>
          </a:bodyPr>
          <a:lstStyle/>
          <a:p>
            <a:r>
              <a:rPr lang="zh-CN" altLang="en-US" sz="2400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复习法</a:t>
            </a:r>
            <a:r>
              <a:rPr lang="en-US" altLang="zh-CN" sz="2400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56000">
                      <a:prstClr val="black">
                        <a:lumMod val="75000"/>
                        <a:lumOff val="25000"/>
                      </a:prstClr>
                    </a:gs>
                  </a:gsLst>
                  <a:lin ang="108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理论实践相结合，知识内化</a:t>
            </a:r>
            <a:endParaRPr lang="zh-CN" altLang="en-US" sz="2400" b="1" dirty="0">
              <a:gradFill>
                <a:gsLst>
                  <a:gs pos="0">
                    <a:prstClr val="black">
                      <a:lumMod val="75000"/>
                      <a:lumOff val="25000"/>
                    </a:prstClr>
                  </a:gs>
                  <a:gs pos="56000">
                    <a:prstClr val="black">
                      <a:lumMod val="75000"/>
                      <a:lumOff val="25000"/>
                    </a:prstClr>
                  </a:gs>
                </a:gsLst>
                <a:lin ang="108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4" name="组合 43"/>
          <p:cNvGrpSpPr>
            <a:grpSpLocks noChangeAspect="1"/>
          </p:cNvGrpSpPr>
          <p:nvPr/>
        </p:nvGrpSpPr>
        <p:grpSpPr>
          <a:xfrm>
            <a:off x="592133" y="4347795"/>
            <a:ext cx="507169" cy="507171"/>
            <a:chOff x="8016395" y="2078716"/>
            <a:chExt cx="1698112" cy="1698114"/>
          </a:xfrm>
        </p:grpSpPr>
        <p:sp>
          <p:nvSpPr>
            <p:cNvPr id="45" name="Oval 62"/>
            <p:cNvSpPr>
              <a:spLocks noChangeArrowheads="1"/>
            </p:cNvSpPr>
            <p:nvPr/>
          </p:nvSpPr>
          <p:spPr bwMode="auto">
            <a:xfrm>
              <a:off x="8016395" y="2078716"/>
              <a:ext cx="1698112" cy="1698114"/>
            </a:xfrm>
            <a:prstGeom prst="ellipse">
              <a:avLst/>
            </a:prstGeom>
            <a:solidFill>
              <a:srgbClr val="61BB46"/>
            </a:solidFill>
            <a:ln w="31750">
              <a:noFill/>
            </a:ln>
            <a:effectLst/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96"/>
            <p:cNvSpPr>
              <a:spLocks noEditPoints="1"/>
            </p:cNvSpPr>
            <p:nvPr/>
          </p:nvSpPr>
          <p:spPr bwMode="auto">
            <a:xfrm>
              <a:off x="8492332" y="2553086"/>
              <a:ext cx="701837" cy="762862"/>
            </a:xfrm>
            <a:custGeom>
              <a:avLst/>
              <a:gdLst>
                <a:gd name="T0" fmla="*/ 34 w 114"/>
                <a:gd name="T1" fmla="*/ 58 h 124"/>
                <a:gd name="T2" fmla="*/ 7 w 114"/>
                <a:gd name="T3" fmla="*/ 57 h 124"/>
                <a:gd name="T4" fmla="*/ 9 w 114"/>
                <a:gd name="T5" fmla="*/ 108 h 124"/>
                <a:gd name="T6" fmla="*/ 37 w 114"/>
                <a:gd name="T7" fmla="*/ 112 h 124"/>
                <a:gd name="T8" fmla="*/ 34 w 114"/>
                <a:gd name="T9" fmla="*/ 58 h 124"/>
                <a:gd name="T10" fmla="*/ 113 w 114"/>
                <a:gd name="T11" fmla="*/ 73 h 124"/>
                <a:gd name="T12" fmla="*/ 107 w 114"/>
                <a:gd name="T13" fmla="*/ 66 h 124"/>
                <a:gd name="T14" fmla="*/ 112 w 114"/>
                <a:gd name="T15" fmla="*/ 59 h 124"/>
                <a:gd name="T16" fmla="*/ 85 w 114"/>
                <a:gd name="T17" fmla="*/ 48 h 124"/>
                <a:gd name="T18" fmla="*/ 80 w 114"/>
                <a:gd name="T19" fmla="*/ 39 h 124"/>
                <a:gd name="T20" fmla="*/ 96 w 114"/>
                <a:gd name="T21" fmla="*/ 21 h 124"/>
                <a:gd name="T22" fmla="*/ 90 w 114"/>
                <a:gd name="T23" fmla="*/ 4 h 124"/>
                <a:gd name="T24" fmla="*/ 58 w 114"/>
                <a:gd name="T25" fmla="*/ 35 h 124"/>
                <a:gd name="T26" fmla="*/ 39 w 114"/>
                <a:gd name="T27" fmla="*/ 59 h 124"/>
                <a:gd name="T28" fmla="*/ 42 w 114"/>
                <a:gd name="T29" fmla="*/ 111 h 124"/>
                <a:gd name="T30" fmla="*/ 91 w 114"/>
                <a:gd name="T31" fmla="*/ 119 h 124"/>
                <a:gd name="T32" fmla="*/ 103 w 114"/>
                <a:gd name="T33" fmla="*/ 108 h 124"/>
                <a:gd name="T34" fmla="*/ 100 w 114"/>
                <a:gd name="T35" fmla="*/ 101 h 124"/>
                <a:gd name="T36" fmla="*/ 109 w 114"/>
                <a:gd name="T37" fmla="*/ 93 h 124"/>
                <a:gd name="T38" fmla="*/ 106 w 114"/>
                <a:gd name="T39" fmla="*/ 83 h 124"/>
                <a:gd name="T40" fmla="*/ 113 w 114"/>
                <a:gd name="T41" fmla="*/ 73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4" h="124">
                  <a:moveTo>
                    <a:pt x="34" y="58"/>
                  </a:moveTo>
                  <a:cubicBezTo>
                    <a:pt x="24" y="54"/>
                    <a:pt x="7" y="57"/>
                    <a:pt x="7" y="57"/>
                  </a:cubicBezTo>
                  <a:cubicBezTo>
                    <a:pt x="0" y="78"/>
                    <a:pt x="9" y="108"/>
                    <a:pt x="9" y="108"/>
                  </a:cubicBezTo>
                  <a:cubicBezTo>
                    <a:pt x="20" y="117"/>
                    <a:pt x="37" y="112"/>
                    <a:pt x="37" y="112"/>
                  </a:cubicBezTo>
                  <a:cubicBezTo>
                    <a:pt x="31" y="95"/>
                    <a:pt x="34" y="58"/>
                    <a:pt x="34" y="58"/>
                  </a:cubicBezTo>
                  <a:close/>
                  <a:moveTo>
                    <a:pt x="113" y="73"/>
                  </a:moveTo>
                  <a:cubicBezTo>
                    <a:pt x="114" y="66"/>
                    <a:pt x="107" y="66"/>
                    <a:pt x="107" y="66"/>
                  </a:cubicBezTo>
                  <a:cubicBezTo>
                    <a:pt x="113" y="66"/>
                    <a:pt x="112" y="59"/>
                    <a:pt x="112" y="59"/>
                  </a:cubicBezTo>
                  <a:cubicBezTo>
                    <a:pt x="110" y="43"/>
                    <a:pt x="95" y="50"/>
                    <a:pt x="85" y="48"/>
                  </a:cubicBezTo>
                  <a:cubicBezTo>
                    <a:pt x="76" y="46"/>
                    <a:pt x="80" y="39"/>
                    <a:pt x="80" y="39"/>
                  </a:cubicBezTo>
                  <a:cubicBezTo>
                    <a:pt x="92" y="31"/>
                    <a:pt x="96" y="21"/>
                    <a:pt x="96" y="21"/>
                  </a:cubicBezTo>
                  <a:cubicBezTo>
                    <a:pt x="101" y="0"/>
                    <a:pt x="90" y="4"/>
                    <a:pt x="90" y="4"/>
                  </a:cubicBezTo>
                  <a:cubicBezTo>
                    <a:pt x="87" y="10"/>
                    <a:pt x="66" y="30"/>
                    <a:pt x="58" y="35"/>
                  </a:cubicBezTo>
                  <a:cubicBezTo>
                    <a:pt x="48" y="42"/>
                    <a:pt x="39" y="59"/>
                    <a:pt x="39" y="59"/>
                  </a:cubicBezTo>
                  <a:cubicBezTo>
                    <a:pt x="35" y="78"/>
                    <a:pt x="42" y="111"/>
                    <a:pt x="42" y="111"/>
                  </a:cubicBezTo>
                  <a:cubicBezTo>
                    <a:pt x="63" y="124"/>
                    <a:pt x="91" y="119"/>
                    <a:pt x="91" y="119"/>
                  </a:cubicBezTo>
                  <a:cubicBezTo>
                    <a:pt x="102" y="117"/>
                    <a:pt x="103" y="108"/>
                    <a:pt x="103" y="108"/>
                  </a:cubicBezTo>
                  <a:cubicBezTo>
                    <a:pt x="105" y="102"/>
                    <a:pt x="100" y="101"/>
                    <a:pt x="100" y="101"/>
                  </a:cubicBezTo>
                  <a:cubicBezTo>
                    <a:pt x="108" y="102"/>
                    <a:pt x="109" y="93"/>
                    <a:pt x="109" y="93"/>
                  </a:cubicBezTo>
                  <a:cubicBezTo>
                    <a:pt x="112" y="84"/>
                    <a:pt x="106" y="83"/>
                    <a:pt x="106" y="83"/>
                  </a:cubicBezTo>
                  <a:cubicBezTo>
                    <a:pt x="112" y="84"/>
                    <a:pt x="113" y="73"/>
                    <a:pt x="113" y="7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2161330" y="5085184"/>
            <a:ext cx="481574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/>
              <a:t>培养</a:t>
            </a:r>
            <a:r>
              <a:rPr lang="zh-CN" altLang="en-US" sz="4000" b="1" dirty="0" smtClean="0"/>
              <a:t>自学能力 自律</a:t>
            </a:r>
            <a:endParaRPr lang="en-US" altLang="zh-CN" sz="4000" b="1" dirty="0" smtClean="0"/>
          </a:p>
          <a:p>
            <a:r>
              <a:rPr lang="zh-CN" altLang="en-US" sz="4000" b="1" dirty="0" smtClean="0"/>
              <a:t>建立精学和泛学体系</a:t>
            </a:r>
            <a:endParaRPr lang="zh-CN" altLang="en-US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indefinite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xit" presetSubtype="4" fill="hold" grpId="1" nodeType="withEffect">
                                  <p:stCondLst>
                                    <p:cond delay="6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9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2" nodeType="withEffect">
                                  <p:stCondLst>
                                    <p:cond delay="6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5" grpId="2"/>
      <p:bldP spid="37" grpId="0"/>
      <p:bldP spid="39" grpId="0"/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124743"/>
            <a:ext cx="3756239" cy="28217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001392"/>
            <a:ext cx="3799051" cy="306846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35696" y="4797152"/>
            <a:ext cx="55446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solidFill>
                  <a:srgbClr val="FF0000"/>
                </a:solidFill>
              </a:rPr>
              <a:t>大学没有题海战术！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8" name="TextBox 19"/>
          <p:cNvSpPr txBox="1">
            <a:spLocks noGrp="1"/>
          </p:cNvSpPr>
          <p:nvPr>
            <p:ph type="title"/>
          </p:nvPr>
        </p:nvSpPr>
        <p:spPr>
          <a:xfrm>
            <a:off x="2094111" y="116632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学习要求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与学习方法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indefinite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xit" presetSubtype="4" fill="hold" grpId="1" nodeType="withEffect">
                                  <p:stCondLst>
                                    <p:cond delay="6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9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2" nodeType="withEffect">
                                  <p:stCondLst>
                                    <p:cond delay="6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8" grpId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755576" y="1725136"/>
            <a:ext cx="828000" cy="828000"/>
            <a:chOff x="5542969" y="1006401"/>
            <a:chExt cx="828000" cy="828000"/>
          </a:xfrm>
        </p:grpSpPr>
        <p:sp>
          <p:nvSpPr>
            <p:cNvPr id="5" name="椭圆 4"/>
            <p:cNvSpPr/>
            <p:nvPr/>
          </p:nvSpPr>
          <p:spPr>
            <a:xfrm>
              <a:off x="5542969" y="1006401"/>
              <a:ext cx="828000" cy="828000"/>
            </a:xfrm>
            <a:prstGeom prst="ellipse">
              <a:avLst/>
            </a:prstGeom>
            <a:solidFill>
              <a:srgbClr val="F37449"/>
            </a:solidFill>
            <a:ln>
              <a:noFill/>
            </a:ln>
          </p:spPr>
          <p:txBody>
            <a:bodyPr wrap="none" lIns="0" rIns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" name="Oval 13"/>
            <p:cNvSpPr>
              <a:spLocks noChangeArrowheads="1"/>
            </p:cNvSpPr>
            <p:nvPr/>
          </p:nvSpPr>
          <p:spPr bwMode="auto">
            <a:xfrm>
              <a:off x="5668969" y="1132401"/>
              <a:ext cx="576000" cy="576000"/>
            </a:xfrm>
            <a:prstGeom prst="ellipse">
              <a:avLst/>
            </a:prstGeom>
            <a:gradFill>
              <a:gsLst>
                <a:gs pos="0">
                  <a:sysClr val="window" lastClr="FFFFFF">
                    <a:lumMod val="100000"/>
                  </a:sysClr>
                </a:gs>
                <a:gs pos="7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4100000" scaled="0"/>
            </a:gradFill>
            <a:ln w="6350" cap="flat" cmpd="sng" algn="ctr">
              <a:solidFill>
                <a:srgbClr val="FFFFFF"/>
              </a:solidFill>
              <a:prstDash val="solid"/>
            </a:ln>
            <a:effectLst>
              <a:outerShdw blurRad="127000" dist="1016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F37449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pitchFamily="34" charset="-122"/>
                </a:rPr>
                <a:t>01</a:t>
              </a:r>
              <a:endPara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37449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755576" y="2900146"/>
            <a:ext cx="828000" cy="828000"/>
            <a:chOff x="5525034" y="1953115"/>
            <a:chExt cx="828000" cy="828000"/>
          </a:xfrm>
        </p:grpSpPr>
        <p:sp>
          <p:nvSpPr>
            <p:cNvPr id="8" name="椭圆 7"/>
            <p:cNvSpPr/>
            <p:nvPr/>
          </p:nvSpPr>
          <p:spPr>
            <a:xfrm>
              <a:off x="5525034" y="1953115"/>
              <a:ext cx="828000" cy="828000"/>
            </a:xfrm>
            <a:prstGeom prst="ellipse">
              <a:avLst/>
            </a:prstGeom>
            <a:solidFill>
              <a:srgbClr val="E34C45"/>
            </a:solidFill>
            <a:ln>
              <a:noFill/>
            </a:ln>
          </p:spPr>
          <p:txBody>
            <a:bodyPr wrap="none" lIns="0" rIns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" name="Oval 13"/>
            <p:cNvSpPr>
              <a:spLocks noChangeArrowheads="1"/>
            </p:cNvSpPr>
            <p:nvPr/>
          </p:nvSpPr>
          <p:spPr bwMode="auto">
            <a:xfrm>
              <a:off x="5651034" y="2079115"/>
              <a:ext cx="576000" cy="576000"/>
            </a:xfrm>
            <a:prstGeom prst="ellipse">
              <a:avLst/>
            </a:prstGeom>
            <a:gradFill>
              <a:gsLst>
                <a:gs pos="0">
                  <a:sysClr val="window" lastClr="FFFFFF">
                    <a:lumMod val="100000"/>
                  </a:sysClr>
                </a:gs>
                <a:gs pos="7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4100000" scaled="0"/>
            </a:gradFill>
            <a:ln w="6350" cap="flat" cmpd="sng" algn="ctr">
              <a:solidFill>
                <a:srgbClr val="FFFFFF"/>
              </a:solidFill>
              <a:prstDash val="solid"/>
            </a:ln>
            <a:effectLst>
              <a:outerShdw blurRad="127000" dist="1016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E34C45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pitchFamily="34" charset="-122"/>
                </a:rPr>
                <a:t>02</a:t>
              </a:r>
              <a:endPara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E34C45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55576" y="3955011"/>
            <a:ext cx="828000" cy="828000"/>
            <a:chOff x="5525034" y="2895878"/>
            <a:chExt cx="828000" cy="828000"/>
          </a:xfrm>
        </p:grpSpPr>
        <p:sp>
          <p:nvSpPr>
            <p:cNvPr id="11" name="椭圆 10"/>
            <p:cNvSpPr/>
            <p:nvPr/>
          </p:nvSpPr>
          <p:spPr>
            <a:xfrm>
              <a:off x="5525034" y="2895878"/>
              <a:ext cx="828000" cy="828000"/>
            </a:xfrm>
            <a:prstGeom prst="ellipse">
              <a:avLst/>
            </a:prstGeom>
            <a:solidFill>
              <a:srgbClr val="009288"/>
            </a:solidFill>
            <a:ln>
              <a:noFill/>
            </a:ln>
          </p:spPr>
          <p:txBody>
            <a:bodyPr wrap="none" lIns="0" rIns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2" name="Oval 13"/>
            <p:cNvSpPr>
              <a:spLocks noChangeArrowheads="1"/>
            </p:cNvSpPr>
            <p:nvPr/>
          </p:nvSpPr>
          <p:spPr bwMode="auto">
            <a:xfrm>
              <a:off x="5651034" y="3021878"/>
              <a:ext cx="576000" cy="576000"/>
            </a:xfrm>
            <a:prstGeom prst="ellipse">
              <a:avLst/>
            </a:prstGeom>
            <a:gradFill>
              <a:gsLst>
                <a:gs pos="0">
                  <a:sysClr val="window" lastClr="FFFFFF">
                    <a:lumMod val="100000"/>
                  </a:sysClr>
                </a:gs>
                <a:gs pos="7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4100000" scaled="0"/>
            </a:gradFill>
            <a:ln w="6350" cap="flat" cmpd="sng" algn="ctr">
              <a:solidFill>
                <a:srgbClr val="FFFFFF"/>
              </a:solidFill>
              <a:prstDash val="solid"/>
            </a:ln>
            <a:effectLst>
              <a:outerShdw blurRad="127000" dist="1016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9288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pitchFamily="34" charset="-122"/>
                </a:rPr>
                <a:t>03</a:t>
              </a:r>
              <a:endPara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9288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755576" y="5070701"/>
            <a:ext cx="828000" cy="828000"/>
            <a:chOff x="5525034" y="3857136"/>
            <a:chExt cx="828000" cy="828000"/>
          </a:xfrm>
        </p:grpSpPr>
        <p:sp>
          <p:nvSpPr>
            <p:cNvPr id="14" name="椭圆 13"/>
            <p:cNvSpPr/>
            <p:nvPr/>
          </p:nvSpPr>
          <p:spPr>
            <a:xfrm>
              <a:off x="5525034" y="3857136"/>
              <a:ext cx="828000" cy="828000"/>
            </a:xfrm>
            <a:prstGeom prst="ellipse">
              <a:avLst/>
            </a:prstGeom>
            <a:solidFill>
              <a:srgbClr val="005772"/>
            </a:solidFill>
            <a:ln>
              <a:noFill/>
            </a:ln>
          </p:spPr>
          <p:txBody>
            <a:bodyPr wrap="none" lIns="0" rIns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5" name="Oval 13"/>
            <p:cNvSpPr>
              <a:spLocks noChangeArrowheads="1"/>
            </p:cNvSpPr>
            <p:nvPr/>
          </p:nvSpPr>
          <p:spPr bwMode="auto">
            <a:xfrm>
              <a:off x="5651034" y="3983136"/>
              <a:ext cx="576000" cy="576000"/>
            </a:xfrm>
            <a:prstGeom prst="ellipse">
              <a:avLst/>
            </a:prstGeom>
            <a:gradFill>
              <a:gsLst>
                <a:gs pos="0">
                  <a:sysClr val="window" lastClr="FFFFFF">
                    <a:lumMod val="100000"/>
                  </a:sysClr>
                </a:gs>
                <a:gs pos="7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4100000" scaled="0"/>
            </a:gradFill>
            <a:ln w="6350" cap="flat" cmpd="sng" algn="ctr">
              <a:solidFill>
                <a:srgbClr val="FFFFFF"/>
              </a:solidFill>
              <a:prstDash val="solid"/>
            </a:ln>
            <a:effectLst>
              <a:outerShdw blurRad="127000" dist="1016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5772"/>
                  </a:solidFill>
                  <a:effectLst/>
                  <a:uLnTx/>
                  <a:uFillTx/>
                  <a:latin typeface="Impact" panose="020B0806030902050204" pitchFamily="34" charset="0"/>
                  <a:ea typeface="微软雅黑" panose="020B0503020204020204" pitchFamily="34" charset="-122"/>
                </a:rPr>
                <a:t>04</a:t>
              </a:r>
              <a:endPara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5772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TextBox 11"/>
          <p:cNvSpPr txBox="1">
            <a:spLocks noChangeArrowheads="1"/>
          </p:cNvSpPr>
          <p:nvPr/>
        </p:nvSpPr>
        <p:spPr bwMode="auto">
          <a:xfrm flipH="1">
            <a:off x="1818766" y="2345769"/>
            <a:ext cx="4409418" cy="5078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 smtClean="0">
                <a:solidFill>
                  <a:srgbClr val="FFFFFF">
                    <a:lumMod val="50000"/>
                  </a:srgb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时间宝贵，将时间用在有意义的事情上</a:t>
            </a:r>
            <a:endParaRPr lang="zh-CN" altLang="en-US" b="1" dirty="0">
              <a:solidFill>
                <a:srgbClr val="FFFFFF">
                  <a:lumMod val="50000"/>
                </a:srgb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TextBox 23"/>
          <p:cNvSpPr txBox="1">
            <a:spLocks noChangeArrowheads="1"/>
          </p:cNvSpPr>
          <p:nvPr/>
        </p:nvSpPr>
        <p:spPr bwMode="auto">
          <a:xfrm flipH="1">
            <a:off x="1691680" y="1919484"/>
            <a:ext cx="2897250" cy="148112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square" lIns="133629" tIns="0" rIns="133629" bIns="0" rtlCol="0" anchor="t">
            <a:no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Clr>
                <a:schemeClr val="accent1"/>
              </a:buClr>
              <a:buFont typeface="Wingdings" panose="05000000000000000000" pitchFamily="2" charset="2"/>
              <a:buChar char="n"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7449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2400" kern="0" noProof="0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Arial" panose="020B0604020202020204"/>
                <a:ea typeface="微软雅黑" panose="020B0503020204020204" pitchFamily="34" charset="-122"/>
                <a:sym typeface="+mn-lt"/>
              </a:rPr>
              <a:t>时间概念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8" name="TextBox 11"/>
          <p:cNvSpPr txBox="1">
            <a:spLocks noChangeArrowheads="1"/>
          </p:cNvSpPr>
          <p:nvPr/>
        </p:nvSpPr>
        <p:spPr bwMode="auto">
          <a:xfrm flipH="1">
            <a:off x="1709576" y="3314146"/>
            <a:ext cx="4121386" cy="5078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FFFF">
                    <a:lumMod val="50000"/>
                  </a:srgb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新</a:t>
            </a:r>
            <a:r>
              <a:rPr lang="zh-CN" altLang="en-US" b="1" dirty="0" smtClean="0">
                <a:solidFill>
                  <a:srgbClr val="FFFFFF">
                    <a:lumMod val="50000"/>
                  </a:srgb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知识</a:t>
            </a:r>
            <a:r>
              <a:rPr lang="zh-CN" altLang="en-US" b="1" dirty="0">
                <a:solidFill>
                  <a:srgbClr val="FFFFFF">
                    <a:lumMod val="50000"/>
                  </a:srgb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构建</a:t>
            </a:r>
            <a:r>
              <a:rPr lang="zh-CN" altLang="en-US" b="1" dirty="0" smtClean="0">
                <a:solidFill>
                  <a:srgbClr val="FFFFFF">
                    <a:lumMod val="50000"/>
                  </a:srgb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在</a:t>
            </a:r>
            <a:r>
              <a:rPr lang="zh-CN" altLang="en-US" b="1" dirty="0">
                <a:solidFill>
                  <a:srgbClr val="FFFFFF">
                    <a:lumMod val="50000"/>
                  </a:srgb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旧知识</a:t>
            </a:r>
            <a:r>
              <a:rPr lang="zh-CN" altLang="en-US" b="1" dirty="0" smtClean="0">
                <a:solidFill>
                  <a:srgbClr val="FFFFFF">
                    <a:lumMod val="50000"/>
                  </a:srgb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上，</a:t>
            </a:r>
            <a:r>
              <a:rPr lang="en-US" altLang="zh-CN" b="1" dirty="0" smtClean="0">
                <a:solidFill>
                  <a:srgbClr val="FFFFFF">
                    <a:lumMod val="50000"/>
                  </a:srgb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10000 h</a:t>
            </a:r>
            <a:r>
              <a:rPr lang="zh-CN" altLang="en-US" b="1" dirty="0" smtClean="0">
                <a:solidFill>
                  <a:srgbClr val="FFFFFF">
                    <a:lumMod val="50000"/>
                  </a:srgb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定律</a:t>
            </a:r>
            <a:endParaRPr lang="zh-CN" altLang="en-US" b="1" dirty="0">
              <a:solidFill>
                <a:srgbClr val="FFFFFF">
                  <a:lumMod val="50000"/>
                </a:srgb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TextBox 25"/>
          <p:cNvSpPr txBox="1">
            <a:spLocks noChangeArrowheads="1"/>
          </p:cNvSpPr>
          <p:nvPr/>
        </p:nvSpPr>
        <p:spPr bwMode="auto">
          <a:xfrm flipH="1">
            <a:off x="1709576" y="3009817"/>
            <a:ext cx="2105162" cy="148112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square" lIns="133629" tIns="0" rIns="133629" bIns="0" rtlCol="0" anchor="t">
            <a:no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Clr>
                <a:schemeClr val="accent1"/>
              </a:buClr>
              <a:buFont typeface="Wingdings" panose="05000000000000000000" pitchFamily="2" charset="2"/>
              <a:buChar char="n"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F37449"/>
              </a:buClr>
            </a:pPr>
            <a:r>
              <a:rPr lang="zh-CN" altLang="en-US" sz="24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Arial" panose="020B0604020202020204"/>
                <a:ea typeface="微软雅黑" panose="020B0503020204020204" pitchFamily="34" charset="-122"/>
                <a:sym typeface="+mn-lt"/>
              </a:rPr>
              <a:t>累加法则</a:t>
            </a:r>
            <a:endParaRPr lang="zh-CN" altLang="en-US" sz="2400" kern="0" dirty="0">
              <a:solidFill>
                <a:srgbClr val="000000">
                  <a:lumMod val="65000"/>
                  <a:lumOff val="35000"/>
                </a:srgbClr>
              </a:solidFill>
              <a:latin typeface="Arial" panose="020B0604020202020204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0" name="TextBox 11"/>
          <p:cNvSpPr txBox="1">
            <a:spLocks noChangeArrowheads="1"/>
          </p:cNvSpPr>
          <p:nvPr/>
        </p:nvSpPr>
        <p:spPr bwMode="auto">
          <a:xfrm flipH="1">
            <a:off x="1818766" y="4348006"/>
            <a:ext cx="3401306" cy="45845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FFFF">
                    <a:lumMod val="50000"/>
                  </a:srgb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总结：吸收 反馈：学以致用</a:t>
            </a:r>
            <a:endParaRPr lang="zh-CN" altLang="en-US" b="1" dirty="0">
              <a:solidFill>
                <a:srgbClr val="FFFFFF">
                  <a:lumMod val="50000"/>
                </a:srgb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TextBox 27"/>
          <p:cNvSpPr txBox="1">
            <a:spLocks noChangeArrowheads="1"/>
          </p:cNvSpPr>
          <p:nvPr/>
        </p:nvSpPr>
        <p:spPr bwMode="auto">
          <a:xfrm flipH="1">
            <a:off x="1720163" y="3952038"/>
            <a:ext cx="2465202" cy="148112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square" lIns="133629" tIns="0" rIns="133629" bIns="0" rtlCol="0" anchor="t">
            <a:no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Clr>
                <a:schemeClr val="accent1"/>
              </a:buClr>
              <a:buFont typeface="Wingdings" panose="05000000000000000000" pitchFamily="2" charset="2"/>
              <a:buChar char="n"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9288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2400" kern="0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Arial" panose="020B0604020202020204"/>
                <a:ea typeface="微软雅黑" panose="020B0503020204020204" pitchFamily="34" charset="-122"/>
                <a:sym typeface="+mn-lt"/>
              </a:rPr>
              <a:t>总结和反馈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2" name="TextBox 11"/>
          <p:cNvSpPr txBox="1">
            <a:spLocks noChangeArrowheads="1"/>
          </p:cNvSpPr>
          <p:nvPr/>
        </p:nvSpPr>
        <p:spPr bwMode="auto">
          <a:xfrm flipH="1">
            <a:off x="1818764" y="5513457"/>
            <a:ext cx="3185284" cy="5078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FFFF">
                    <a:lumMod val="50000"/>
                  </a:srgbClr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通过实践反思指导下一次实践</a:t>
            </a:r>
            <a:endParaRPr lang="zh-CN" altLang="en-US" b="1" dirty="0">
              <a:solidFill>
                <a:srgbClr val="FFFFFF">
                  <a:lumMod val="50000"/>
                </a:srgbClr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TextBox 29"/>
          <p:cNvSpPr txBox="1">
            <a:spLocks noChangeArrowheads="1"/>
          </p:cNvSpPr>
          <p:nvPr/>
        </p:nvSpPr>
        <p:spPr bwMode="auto">
          <a:xfrm flipH="1">
            <a:off x="1711077" y="5122645"/>
            <a:ext cx="3041267" cy="148112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square" lIns="133629" tIns="0" rIns="133629" bIns="0" rtlCol="0" anchor="t">
            <a:no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Clr>
                <a:schemeClr val="accent1"/>
              </a:buClr>
              <a:buFont typeface="Wingdings" panose="05000000000000000000" pitchFamily="2" charset="2"/>
              <a:buChar char="n"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9288"/>
              </a:buClr>
            </a:pPr>
            <a:r>
              <a:rPr lang="zh-CN" altLang="en-US" sz="24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Arial" panose="020B0604020202020204"/>
                <a:ea typeface="微软雅黑" panose="020B0503020204020204" pitchFamily="34" charset="-122"/>
                <a:sym typeface="+mn-lt"/>
              </a:rPr>
              <a:t>理论实践相结合</a:t>
            </a:r>
            <a:endParaRPr lang="zh-CN" altLang="en-US" sz="2400" kern="0" dirty="0">
              <a:solidFill>
                <a:srgbClr val="000000">
                  <a:lumMod val="65000"/>
                  <a:lumOff val="35000"/>
                </a:srgbClr>
              </a:solidFill>
              <a:latin typeface="Arial" panose="020B0604020202020204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51520" y="1052736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/>
              <a:t>高效学习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000"/>
                            </p:stCondLst>
                            <p:childTnLst>
                              <p:par>
                                <p:cTn id="7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 tmFilter="0,0; .5, 1; 1, 1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133984"/>
                </a:solidFill>
                <a:latin typeface="Arial" panose="020B0604020202020204" pitchFamily="34" charset="0"/>
              </a:rPr>
              <a:t>谢	谢！</a:t>
            </a: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MH" val="20151126093208"/>
  <p:tag name="MH_LIBRARY" val="GRAPHIC"/>
  <p:tag name="MH_TYPE" val="Other"/>
  <p:tag name="MH_ORDER" val="3"/>
</p:tagLst>
</file>

<file path=ppt/tags/tag2.xml><?xml version="1.0" encoding="utf-8"?>
<p:tagLst xmlns:p="http://schemas.openxmlformats.org/presentationml/2006/main">
  <p:tag name="MH" val="20151126093208"/>
  <p:tag name="MH_LIBRARY" val="GRAPHIC"/>
  <p:tag name="MH_TYPE" val="Other"/>
  <p:tag name="MH_ORDER" val="3"/>
</p:tagLst>
</file>

<file path=ppt/tags/tag3.xml><?xml version="1.0" encoding="utf-8"?>
<p:tagLst xmlns:p="http://schemas.openxmlformats.org/presentationml/2006/main">
  <p:tag name="MH" val="20151126093208"/>
  <p:tag name="MH_LIBRARY" val="GRAPHIC"/>
  <p:tag name="MH_TYPE" val="Other"/>
  <p:tag name="MH_ORDER" val="3"/>
</p:tagLst>
</file>

<file path=ppt/tags/tag4.xml><?xml version="1.0" encoding="utf-8"?>
<p:tagLst xmlns:p="http://schemas.openxmlformats.org/presentationml/2006/main">
  <p:tag name="MH" val="20151126093208"/>
  <p:tag name="MH_LIBRARY" val="GRAPHIC"/>
  <p:tag name="MH_TYPE" val="Other"/>
  <p:tag name="MH_ORDER" val="3"/>
</p:tagLst>
</file>

<file path=ppt/tags/tag5.xml><?xml version="1.0" encoding="utf-8"?>
<p:tagLst xmlns:p="http://schemas.openxmlformats.org/presentationml/2006/main">
  <p:tag name="MH" val="20151126093208"/>
  <p:tag name="MH_LIBRARY" val="GRAPHIC"/>
  <p:tag name="MH_TYPE" val="Other"/>
  <p:tag name="MH_ORDER" val="3"/>
</p:tagLst>
</file>

<file path=ppt/tags/tag6.xml><?xml version="1.0" encoding="utf-8"?>
<p:tagLst xmlns:p="http://schemas.openxmlformats.org/presentationml/2006/main">
  <p:tag name="MH" val="20151126093208"/>
  <p:tag name="MH_LIBRARY" val="GRAPHIC"/>
  <p:tag name="MH_TYPE" val="Other"/>
  <p:tag name="MH_ORDER" val="3"/>
</p:tagLst>
</file>

<file path=ppt/theme/theme1.xml><?xml version="1.0" encoding="utf-8"?>
<a:theme xmlns:a="http://schemas.openxmlformats.org/drawingml/2006/main" name="江南大学模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江南大学PPT模版</Template>
  <TotalTime>0</TotalTime>
  <Words>856</Words>
  <Application>WPS 演示</Application>
  <PresentationFormat>全屏显示(4:3)</PresentationFormat>
  <Paragraphs>172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宋体</vt:lpstr>
      <vt:lpstr>Wingdings</vt:lpstr>
      <vt:lpstr>Calibri</vt:lpstr>
      <vt:lpstr>华文新魏</vt:lpstr>
      <vt:lpstr>Arial</vt:lpstr>
      <vt:lpstr>黑体</vt:lpstr>
      <vt:lpstr>楷体</vt:lpstr>
      <vt:lpstr>微软雅黑</vt:lpstr>
      <vt:lpstr>Lato Light</vt:lpstr>
      <vt:lpstr>造字工房悦黑体验版纤细体</vt:lpstr>
      <vt:lpstr>Impact</vt:lpstr>
      <vt:lpstr>Arial Unicode MS</vt:lpstr>
      <vt:lpstr>Segoe Print</vt:lpstr>
      <vt:lpstr>江南大学模版</vt:lpstr>
      <vt:lpstr>无机及分析化学Ⅱ</vt:lpstr>
      <vt:lpstr>PowerPoint 演示文稿</vt:lpstr>
      <vt:lpstr>PowerPoint 演示文稿</vt:lpstr>
      <vt:lpstr>教学内容</vt:lpstr>
      <vt:lpstr>PowerPoint 演示文稿</vt:lpstr>
      <vt:lpstr>PowerPoint 演示文稿</vt:lpstr>
      <vt:lpstr>学习要求与学习方法</vt:lpstr>
      <vt:lpstr>学习要求与学习方法</vt:lpstr>
      <vt:lpstr>学习要求与学习方法</vt:lpstr>
      <vt:lpstr>PowerPoint 演示文稿</vt:lpstr>
      <vt:lpstr>谢	谢！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无机及分析化学Ⅱ</dc:title>
  <dc:creator>USER</dc:creator>
  <cp:lastModifiedBy>86186</cp:lastModifiedBy>
  <cp:revision>35</cp:revision>
  <dcterms:created xsi:type="dcterms:W3CDTF">2021-09-03T09:36:00Z</dcterms:created>
  <dcterms:modified xsi:type="dcterms:W3CDTF">2022-08-31T12:40:10Z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FB43642FF59844C28378FC00389DDE94</vt:lpwstr>
  </property>
  <property fmtid="{D5CDD505-2E9C-101B-9397-08002B2CF9AE}" pid="3" name="KSOProductBuildVer">
    <vt:lpwstr>2052-11.1.0.12019</vt:lpwstr>
  </property>
</Properties>
</file>